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344" r:id="rId2"/>
    <p:sldId id="1651" r:id="rId3"/>
    <p:sldId id="541" r:id="rId4"/>
    <p:sldId id="575" r:id="rId5"/>
    <p:sldId id="1765" r:id="rId6"/>
    <p:sldId id="323" r:id="rId7"/>
    <p:sldId id="329" r:id="rId8"/>
    <p:sldId id="1652" r:id="rId9"/>
    <p:sldId id="1770" r:id="rId10"/>
    <p:sldId id="1771" r:id="rId11"/>
    <p:sldId id="1767" r:id="rId12"/>
    <p:sldId id="1768" r:id="rId13"/>
    <p:sldId id="326" r:id="rId14"/>
    <p:sldId id="330" r:id="rId15"/>
    <p:sldId id="577" r:id="rId16"/>
    <p:sldId id="331" r:id="rId17"/>
    <p:sldId id="580" r:id="rId18"/>
    <p:sldId id="332" r:id="rId19"/>
    <p:sldId id="581" r:id="rId20"/>
    <p:sldId id="333" r:id="rId21"/>
    <p:sldId id="582" r:id="rId22"/>
    <p:sldId id="334" r:id="rId23"/>
    <p:sldId id="583" r:id="rId24"/>
    <p:sldId id="336" r:id="rId25"/>
    <p:sldId id="584" r:id="rId26"/>
    <p:sldId id="338" r:id="rId27"/>
    <p:sldId id="1760" r:id="rId28"/>
    <p:sldId id="1769" r:id="rId29"/>
    <p:sldId id="1766" r:id="rId30"/>
    <p:sldId id="1763" r:id="rId31"/>
    <p:sldId id="1772" r:id="rId3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3B13A9-0EED-4CE4-9926-0309A08EC541}" v="35" dt="2025-10-31T10:29:09.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20" d="100"/>
          <a:sy n="120" d="100"/>
        </p:scale>
        <p:origin x="10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Elkær (adjunkt – frae@eaaa.dk)" userId="1b06cd64-16c4-48f5-b285-7568c937f1a0" providerId="ADAL" clId="{F0558C5A-E9B0-4774-8D94-58B3C006893D}"/>
    <pc:docChg chg="undo custSel addSld modSld">
      <pc:chgData name="Frank Elkær (adjunkt – frae@eaaa.dk)" userId="1b06cd64-16c4-48f5-b285-7568c937f1a0" providerId="ADAL" clId="{F0558C5A-E9B0-4774-8D94-58B3C006893D}" dt="2025-06-30T09:33:13.964" v="303" actId="20577"/>
      <pc:docMkLst>
        <pc:docMk/>
      </pc:docMkLst>
      <pc:sldChg chg="modSp mod">
        <pc:chgData name="Frank Elkær (adjunkt – frae@eaaa.dk)" userId="1b06cd64-16c4-48f5-b285-7568c937f1a0" providerId="ADAL" clId="{F0558C5A-E9B0-4774-8D94-58B3C006893D}" dt="2025-06-30T09:33:13.964" v="303" actId="20577"/>
        <pc:sldMkLst>
          <pc:docMk/>
          <pc:sldMk cId="3767725103" sldId="323"/>
        </pc:sldMkLst>
      </pc:sldChg>
      <pc:sldChg chg="modSp mod">
        <pc:chgData name="Frank Elkær (adjunkt – frae@eaaa.dk)" userId="1b06cd64-16c4-48f5-b285-7568c937f1a0" providerId="ADAL" clId="{F0558C5A-E9B0-4774-8D94-58B3C006893D}" dt="2025-06-30T08:09:39.191" v="301" actId="20577"/>
        <pc:sldMkLst>
          <pc:docMk/>
          <pc:sldMk cId="2299129992" sldId="334"/>
        </pc:sldMkLst>
      </pc:sldChg>
      <pc:sldChg chg="modSp mod">
        <pc:chgData name="Frank Elkær (adjunkt – frae@eaaa.dk)" userId="1b06cd64-16c4-48f5-b285-7568c937f1a0" providerId="ADAL" clId="{F0558C5A-E9B0-4774-8D94-58B3C006893D}" dt="2025-06-27T06:54:33.714" v="1" actId="20577"/>
        <pc:sldMkLst>
          <pc:docMk/>
          <pc:sldMk cId="3829375623" sldId="585"/>
        </pc:sldMkLst>
      </pc:sldChg>
      <pc:sldChg chg="addSp modSp new mod">
        <pc:chgData name="Frank Elkær (adjunkt – frae@eaaa.dk)" userId="1b06cd64-16c4-48f5-b285-7568c937f1a0" providerId="ADAL" clId="{F0558C5A-E9B0-4774-8D94-58B3C006893D}" dt="2025-06-27T06:59:38.226" v="300" actId="20577"/>
        <pc:sldMkLst>
          <pc:docMk/>
          <pc:sldMk cId="2687063474" sldId="1761"/>
        </pc:sldMkLst>
      </pc:sldChg>
    </pc:docChg>
  </pc:docChgLst>
  <pc:docChgLst>
    <pc:chgData name="Frank Elkær (adjunkt – frae@eaaa.dk)" userId="1b06cd64-16c4-48f5-b285-7568c937f1a0" providerId="ADAL" clId="{D7E058AA-08BE-43D7-A902-B60B4644ADD2}"/>
    <pc:docChg chg="custSel modSld">
      <pc:chgData name="Frank Elkær (adjunkt – frae@eaaa.dk)" userId="1b06cd64-16c4-48f5-b285-7568c937f1a0" providerId="ADAL" clId="{D7E058AA-08BE-43D7-A902-B60B4644ADD2}" dt="2025-06-02T08:50:27.798" v="211" actId="20577"/>
      <pc:docMkLst>
        <pc:docMk/>
      </pc:docMkLst>
      <pc:sldChg chg="modSp mod">
        <pc:chgData name="Frank Elkær (adjunkt – frae@eaaa.dk)" userId="1b06cd64-16c4-48f5-b285-7568c937f1a0" providerId="ADAL" clId="{D7E058AA-08BE-43D7-A902-B60B4644ADD2}" dt="2025-06-02T08:21:01.862" v="87" actId="20577"/>
        <pc:sldMkLst>
          <pc:docMk/>
          <pc:sldMk cId="2284073886" sldId="577"/>
        </pc:sldMkLst>
      </pc:sldChg>
      <pc:sldChg chg="modSp mod">
        <pc:chgData name="Frank Elkær (adjunkt – frae@eaaa.dk)" userId="1b06cd64-16c4-48f5-b285-7568c937f1a0" providerId="ADAL" clId="{D7E058AA-08BE-43D7-A902-B60B4644ADD2}" dt="2025-06-02T08:21:24.883" v="102" actId="20577"/>
        <pc:sldMkLst>
          <pc:docMk/>
          <pc:sldMk cId="2647435866" sldId="580"/>
        </pc:sldMkLst>
      </pc:sldChg>
      <pc:sldChg chg="modSp mod">
        <pc:chgData name="Frank Elkær (adjunkt – frae@eaaa.dk)" userId="1b06cd64-16c4-48f5-b285-7568c937f1a0" providerId="ADAL" clId="{D7E058AA-08BE-43D7-A902-B60B4644ADD2}" dt="2025-06-02T08:21:33.803" v="115" actId="20577"/>
        <pc:sldMkLst>
          <pc:docMk/>
          <pc:sldMk cId="217867806" sldId="581"/>
        </pc:sldMkLst>
      </pc:sldChg>
      <pc:sldChg chg="modSp mod">
        <pc:chgData name="Frank Elkær (adjunkt – frae@eaaa.dk)" userId="1b06cd64-16c4-48f5-b285-7568c937f1a0" providerId="ADAL" clId="{D7E058AA-08BE-43D7-A902-B60B4644ADD2}" dt="2025-06-02T08:21:42.876" v="128" actId="20577"/>
        <pc:sldMkLst>
          <pc:docMk/>
          <pc:sldMk cId="575956762" sldId="582"/>
        </pc:sldMkLst>
      </pc:sldChg>
      <pc:sldChg chg="modSp mod">
        <pc:chgData name="Frank Elkær (adjunkt – frae@eaaa.dk)" userId="1b06cd64-16c4-48f5-b285-7568c937f1a0" providerId="ADAL" clId="{D7E058AA-08BE-43D7-A902-B60B4644ADD2}" dt="2025-06-02T08:22:00.113" v="141" actId="20577"/>
        <pc:sldMkLst>
          <pc:docMk/>
          <pc:sldMk cId="1541284794" sldId="583"/>
        </pc:sldMkLst>
      </pc:sldChg>
      <pc:sldChg chg="modSp mod">
        <pc:chgData name="Frank Elkær (adjunkt – frae@eaaa.dk)" userId="1b06cd64-16c4-48f5-b285-7568c937f1a0" providerId="ADAL" clId="{D7E058AA-08BE-43D7-A902-B60B4644ADD2}" dt="2025-06-02T08:22:17.015" v="156" actId="20577"/>
        <pc:sldMkLst>
          <pc:docMk/>
          <pc:sldMk cId="1949790276" sldId="584"/>
        </pc:sldMkLst>
      </pc:sldChg>
      <pc:sldChg chg="modSp mod">
        <pc:chgData name="Frank Elkær (adjunkt – frae@eaaa.dk)" userId="1b06cd64-16c4-48f5-b285-7568c937f1a0" providerId="ADAL" clId="{D7E058AA-08BE-43D7-A902-B60B4644ADD2}" dt="2025-06-02T08:50:27.798" v="211" actId="20577"/>
        <pc:sldMkLst>
          <pc:docMk/>
          <pc:sldMk cId="3829375623" sldId="585"/>
        </pc:sldMkLst>
      </pc:sldChg>
    </pc:docChg>
  </pc:docChgLst>
  <pc:docChgLst>
    <pc:chgData name="Frank Elkær (adjunkt – frae@eaaa.dk)" userId="1b06cd64-16c4-48f5-b285-7568c937f1a0" providerId="ADAL" clId="{8E86958F-CBF3-4ABB-B84C-BF5032540CC1}"/>
    <pc:docChg chg="modSld">
      <pc:chgData name="Frank Elkær (adjunkt – frae@eaaa.dk)" userId="1b06cd64-16c4-48f5-b285-7568c937f1a0" providerId="ADAL" clId="{8E86958F-CBF3-4ABB-B84C-BF5032540CC1}" dt="2025-08-18T06:43:43.265" v="2" actId="14100"/>
      <pc:docMkLst>
        <pc:docMk/>
      </pc:docMkLst>
      <pc:sldChg chg="modSp mod">
        <pc:chgData name="Frank Elkær (adjunkt – frae@eaaa.dk)" userId="1b06cd64-16c4-48f5-b285-7568c937f1a0" providerId="ADAL" clId="{8E86958F-CBF3-4ABB-B84C-BF5032540CC1}" dt="2025-08-18T06:43:43.265" v="2" actId="14100"/>
        <pc:sldMkLst>
          <pc:docMk/>
          <pc:sldMk cId="541972918" sldId="1760"/>
        </pc:sldMkLst>
      </pc:sldChg>
      <pc:sldChg chg="modSp mod">
        <pc:chgData name="Frank Elkær (adjunkt – frae@eaaa.dk)" userId="1b06cd64-16c4-48f5-b285-7568c937f1a0" providerId="ADAL" clId="{8E86958F-CBF3-4ABB-B84C-BF5032540CC1}" dt="2025-08-18T06:43:09.214" v="1" actId="1076"/>
        <pc:sldMkLst>
          <pc:docMk/>
          <pc:sldMk cId="2687063474" sldId="1761"/>
        </pc:sldMkLst>
      </pc:sldChg>
    </pc:docChg>
  </pc:docChgLst>
  <pc:docChgLst>
    <pc:chgData name="Frank Elkær (adjunkt – frae@eaaa.dk)" userId="1b06cd64-16c4-48f5-b285-7568c937f1a0" providerId="ADAL" clId="{E9811E54-1FA8-43F7-AC43-A1164A70C0D5}"/>
    <pc:docChg chg="undo custSel addSld delSld modSld sldOrd">
      <pc:chgData name="Frank Elkær (adjunkt – frae@eaaa.dk)" userId="1b06cd64-16c4-48f5-b285-7568c937f1a0" providerId="ADAL" clId="{E9811E54-1FA8-43F7-AC43-A1164A70C0D5}" dt="2025-10-31T10:59:07.099" v="4305" actId="313"/>
      <pc:docMkLst>
        <pc:docMk/>
      </pc:docMkLst>
      <pc:sldChg chg="modSp mod">
        <pc:chgData name="Frank Elkær (adjunkt – frae@eaaa.dk)" userId="1b06cd64-16c4-48f5-b285-7568c937f1a0" providerId="ADAL" clId="{E9811E54-1FA8-43F7-AC43-A1164A70C0D5}" dt="2025-10-31T07:20:27.614" v="3465" actId="20577"/>
        <pc:sldMkLst>
          <pc:docMk/>
          <pc:sldMk cId="3767725103" sldId="323"/>
        </pc:sldMkLst>
        <pc:spChg chg="mod">
          <ac:chgData name="Frank Elkær (adjunkt – frae@eaaa.dk)" userId="1b06cd64-16c4-48f5-b285-7568c937f1a0" providerId="ADAL" clId="{E9811E54-1FA8-43F7-AC43-A1164A70C0D5}" dt="2025-10-28T09:07:05.695" v="1563" actId="14100"/>
          <ac:spMkLst>
            <pc:docMk/>
            <pc:sldMk cId="3767725103" sldId="323"/>
            <ac:spMk id="3" creationId="{CF212237-4139-0C3F-0B49-7B9C06D7DC62}"/>
          </ac:spMkLst>
        </pc:spChg>
        <pc:spChg chg="mod">
          <ac:chgData name="Frank Elkær (adjunkt – frae@eaaa.dk)" userId="1b06cd64-16c4-48f5-b285-7568c937f1a0" providerId="ADAL" clId="{E9811E54-1FA8-43F7-AC43-A1164A70C0D5}" dt="2025-10-31T07:20:27.614" v="3465" actId="20577"/>
          <ac:spMkLst>
            <pc:docMk/>
            <pc:sldMk cId="3767725103" sldId="323"/>
            <ac:spMk id="4" creationId="{A1018DE5-3E08-FCD4-769D-B0F9E459A372}"/>
          </ac:spMkLst>
        </pc:spChg>
        <pc:spChg chg="mod">
          <ac:chgData name="Frank Elkær (adjunkt – frae@eaaa.dk)" userId="1b06cd64-16c4-48f5-b285-7568c937f1a0" providerId="ADAL" clId="{E9811E54-1FA8-43F7-AC43-A1164A70C0D5}" dt="2025-10-28T09:11:32.109" v="1675" actId="20577"/>
          <ac:spMkLst>
            <pc:docMk/>
            <pc:sldMk cId="3767725103" sldId="323"/>
            <ac:spMk id="5" creationId="{03306C94-F6F9-E349-044B-A1A470F3CE1C}"/>
          </ac:spMkLst>
        </pc:spChg>
      </pc:sldChg>
      <pc:sldChg chg="addSp modSp mod">
        <pc:chgData name="Frank Elkær (adjunkt – frae@eaaa.dk)" userId="1b06cd64-16c4-48f5-b285-7568c937f1a0" providerId="ADAL" clId="{E9811E54-1FA8-43F7-AC43-A1164A70C0D5}" dt="2025-10-30T12:07:39.347" v="2299" actId="14100"/>
        <pc:sldMkLst>
          <pc:docMk/>
          <pc:sldMk cId="1729137443" sldId="326"/>
        </pc:sldMkLst>
        <pc:graphicFrameChg chg="mod">
          <ac:chgData name="Frank Elkær (adjunkt – frae@eaaa.dk)" userId="1b06cd64-16c4-48f5-b285-7568c937f1a0" providerId="ADAL" clId="{E9811E54-1FA8-43F7-AC43-A1164A70C0D5}" dt="2025-10-30T12:07:39.347" v="2299" actId="14100"/>
          <ac:graphicFrameMkLst>
            <pc:docMk/>
            <pc:sldMk cId="1729137443" sldId="326"/>
            <ac:graphicFrameMk id="11" creationId="{194D2946-E7DF-C52A-A423-BD6132205271}"/>
          </ac:graphicFrameMkLst>
        </pc:graphicFrameChg>
      </pc:sldChg>
      <pc:sldChg chg="modSp mod">
        <pc:chgData name="Frank Elkær (adjunkt – frae@eaaa.dk)" userId="1b06cd64-16c4-48f5-b285-7568c937f1a0" providerId="ADAL" clId="{E9811E54-1FA8-43F7-AC43-A1164A70C0D5}" dt="2025-10-31T07:20:48.047" v="3468" actId="20577"/>
        <pc:sldMkLst>
          <pc:docMk/>
          <pc:sldMk cId="2500042938" sldId="329"/>
        </pc:sldMkLst>
        <pc:spChg chg="mod">
          <ac:chgData name="Frank Elkær (adjunkt – frae@eaaa.dk)" userId="1b06cd64-16c4-48f5-b285-7568c937f1a0" providerId="ADAL" clId="{E9811E54-1FA8-43F7-AC43-A1164A70C0D5}" dt="2025-10-31T07:20:48.047" v="3468" actId="20577"/>
          <ac:spMkLst>
            <pc:docMk/>
            <pc:sldMk cId="2500042938" sldId="329"/>
            <ac:spMk id="6" creationId="{2EF6D36D-AEB8-82ED-4D86-BD064ED9358A}"/>
          </ac:spMkLst>
        </pc:spChg>
      </pc:sldChg>
      <pc:sldChg chg="modSp mod">
        <pc:chgData name="Frank Elkær (adjunkt – frae@eaaa.dk)" userId="1b06cd64-16c4-48f5-b285-7568c937f1a0" providerId="ADAL" clId="{E9811E54-1FA8-43F7-AC43-A1164A70C0D5}" dt="2025-10-30T12:10:12.060" v="2321" actId="207"/>
        <pc:sldMkLst>
          <pc:docMk/>
          <pc:sldMk cId="881529873" sldId="330"/>
        </pc:sldMkLst>
        <pc:spChg chg="mod">
          <ac:chgData name="Frank Elkær (adjunkt – frae@eaaa.dk)" userId="1b06cd64-16c4-48f5-b285-7568c937f1a0" providerId="ADAL" clId="{E9811E54-1FA8-43F7-AC43-A1164A70C0D5}" dt="2025-10-30T12:09:40.198" v="2318" actId="207"/>
          <ac:spMkLst>
            <pc:docMk/>
            <pc:sldMk cId="881529873" sldId="330"/>
            <ac:spMk id="6" creationId="{CF59AFCA-83B1-C847-7C40-41FDAC572E50}"/>
          </ac:spMkLst>
        </pc:spChg>
        <pc:spChg chg="mod">
          <ac:chgData name="Frank Elkær (adjunkt – frae@eaaa.dk)" userId="1b06cd64-16c4-48f5-b285-7568c937f1a0" providerId="ADAL" clId="{E9811E54-1FA8-43F7-AC43-A1164A70C0D5}" dt="2025-10-30T12:09:48.186" v="2319" actId="207"/>
          <ac:spMkLst>
            <pc:docMk/>
            <pc:sldMk cId="881529873" sldId="330"/>
            <ac:spMk id="8" creationId="{88CA5D0A-A95A-234B-8A89-00CB793872E6}"/>
          </ac:spMkLst>
        </pc:spChg>
        <pc:spChg chg="mod">
          <ac:chgData name="Frank Elkær (adjunkt – frae@eaaa.dk)" userId="1b06cd64-16c4-48f5-b285-7568c937f1a0" providerId="ADAL" clId="{E9811E54-1FA8-43F7-AC43-A1164A70C0D5}" dt="2025-10-30T12:10:01.183" v="2320" actId="207"/>
          <ac:spMkLst>
            <pc:docMk/>
            <pc:sldMk cId="881529873" sldId="330"/>
            <ac:spMk id="16" creationId="{A6B9A38C-D1B4-AB6A-7C4B-28323DC891B9}"/>
          </ac:spMkLst>
        </pc:spChg>
        <pc:spChg chg="mod">
          <ac:chgData name="Frank Elkær (adjunkt – frae@eaaa.dk)" userId="1b06cd64-16c4-48f5-b285-7568c937f1a0" providerId="ADAL" clId="{E9811E54-1FA8-43F7-AC43-A1164A70C0D5}" dt="2025-10-30T12:10:12.060" v="2321" actId="207"/>
          <ac:spMkLst>
            <pc:docMk/>
            <pc:sldMk cId="881529873" sldId="330"/>
            <ac:spMk id="18" creationId="{E64DBC34-3C13-D5CA-9291-1DD3CC58572B}"/>
          </ac:spMkLst>
        </pc:spChg>
      </pc:sldChg>
      <pc:sldChg chg="modSp mod">
        <pc:chgData name="Frank Elkær (adjunkt – frae@eaaa.dk)" userId="1b06cd64-16c4-48f5-b285-7568c937f1a0" providerId="ADAL" clId="{E9811E54-1FA8-43F7-AC43-A1164A70C0D5}" dt="2025-10-30T16:25:17.432" v="2737" actId="207"/>
        <pc:sldMkLst>
          <pc:docMk/>
          <pc:sldMk cId="1977367781" sldId="331"/>
        </pc:sldMkLst>
        <pc:spChg chg="mod">
          <ac:chgData name="Frank Elkær (adjunkt – frae@eaaa.dk)" userId="1b06cd64-16c4-48f5-b285-7568c937f1a0" providerId="ADAL" clId="{E9811E54-1FA8-43F7-AC43-A1164A70C0D5}" dt="2025-10-30T12:13:30.047" v="2468" actId="207"/>
          <ac:spMkLst>
            <pc:docMk/>
            <pc:sldMk cId="1977367781" sldId="331"/>
            <ac:spMk id="5" creationId="{B8E38202-DAF6-4529-853D-8333E2E14867}"/>
          </ac:spMkLst>
        </pc:spChg>
        <pc:spChg chg="mod">
          <ac:chgData name="Frank Elkær (adjunkt – frae@eaaa.dk)" userId="1b06cd64-16c4-48f5-b285-7568c937f1a0" providerId="ADAL" clId="{E9811E54-1FA8-43F7-AC43-A1164A70C0D5}" dt="2025-10-30T12:14:35.325" v="2483" actId="20577"/>
          <ac:spMkLst>
            <pc:docMk/>
            <pc:sldMk cId="1977367781" sldId="331"/>
            <ac:spMk id="7" creationId="{3141EC86-13F5-F1AE-CC54-FC9850F170C7}"/>
          </ac:spMkLst>
        </pc:spChg>
        <pc:spChg chg="mod">
          <ac:chgData name="Frank Elkær (adjunkt – frae@eaaa.dk)" userId="1b06cd64-16c4-48f5-b285-7568c937f1a0" providerId="ADAL" clId="{E9811E54-1FA8-43F7-AC43-A1164A70C0D5}" dt="2025-10-30T12:13:47.521" v="2469" actId="207"/>
          <ac:spMkLst>
            <pc:docMk/>
            <pc:sldMk cId="1977367781" sldId="331"/>
            <ac:spMk id="10" creationId="{47CF7CF2-580F-A199-BBBF-F8F85554217E}"/>
          </ac:spMkLst>
        </pc:spChg>
        <pc:spChg chg="mod">
          <ac:chgData name="Frank Elkær (adjunkt – frae@eaaa.dk)" userId="1b06cd64-16c4-48f5-b285-7568c937f1a0" providerId="ADAL" clId="{E9811E54-1FA8-43F7-AC43-A1164A70C0D5}" dt="2025-10-30T16:25:17.432" v="2737" actId="207"/>
          <ac:spMkLst>
            <pc:docMk/>
            <pc:sldMk cId="1977367781" sldId="331"/>
            <ac:spMk id="12" creationId="{8A04F1EE-77A3-2F6E-7AF1-053708ACD86B}"/>
          </ac:spMkLst>
        </pc:spChg>
      </pc:sldChg>
      <pc:sldChg chg="addSp delSp modSp mod">
        <pc:chgData name="Frank Elkær (adjunkt – frae@eaaa.dk)" userId="1b06cd64-16c4-48f5-b285-7568c937f1a0" providerId="ADAL" clId="{E9811E54-1FA8-43F7-AC43-A1164A70C0D5}" dt="2025-10-31T07:27:39.244" v="3480" actId="20577"/>
        <pc:sldMkLst>
          <pc:docMk/>
          <pc:sldMk cId="2834590880" sldId="332"/>
        </pc:sldMkLst>
        <pc:spChg chg="mod">
          <ac:chgData name="Frank Elkær (adjunkt – frae@eaaa.dk)" userId="1b06cd64-16c4-48f5-b285-7568c937f1a0" providerId="ADAL" clId="{E9811E54-1FA8-43F7-AC43-A1164A70C0D5}" dt="2025-10-30T16:25:28.444" v="2738" actId="207"/>
          <ac:spMkLst>
            <pc:docMk/>
            <pc:sldMk cId="2834590880" sldId="332"/>
            <ac:spMk id="5" creationId="{9EE2BD4A-6147-FF5C-7734-3B66A3E228CC}"/>
          </ac:spMkLst>
        </pc:spChg>
        <pc:spChg chg="mod">
          <ac:chgData name="Frank Elkær (adjunkt – frae@eaaa.dk)" userId="1b06cd64-16c4-48f5-b285-7568c937f1a0" providerId="ADAL" clId="{E9811E54-1FA8-43F7-AC43-A1164A70C0D5}" dt="2025-10-31T07:27:39.244" v="3480" actId="20577"/>
          <ac:spMkLst>
            <pc:docMk/>
            <pc:sldMk cId="2834590880" sldId="332"/>
            <ac:spMk id="7" creationId="{8F57E9D1-532F-6C57-CF79-9882C084DAC6}"/>
          </ac:spMkLst>
        </pc:spChg>
        <pc:spChg chg="mod">
          <ac:chgData name="Frank Elkær (adjunkt – frae@eaaa.dk)" userId="1b06cd64-16c4-48f5-b285-7568c937f1a0" providerId="ADAL" clId="{E9811E54-1FA8-43F7-AC43-A1164A70C0D5}" dt="2025-10-30T16:25:37.061" v="2739" actId="207"/>
          <ac:spMkLst>
            <pc:docMk/>
            <pc:sldMk cId="2834590880" sldId="332"/>
            <ac:spMk id="10" creationId="{EEA0C135-D63B-50FF-D72E-0CBD76EDAEDD}"/>
          </ac:spMkLst>
        </pc:spChg>
        <pc:spChg chg="add del mod">
          <ac:chgData name="Frank Elkær (adjunkt – frae@eaaa.dk)" userId="1b06cd64-16c4-48f5-b285-7568c937f1a0" providerId="ADAL" clId="{E9811E54-1FA8-43F7-AC43-A1164A70C0D5}" dt="2025-10-31T07:06:40.735" v="3459" actId="20577"/>
          <ac:spMkLst>
            <pc:docMk/>
            <pc:sldMk cId="2834590880" sldId="332"/>
            <ac:spMk id="11" creationId="{3E4CCCD0-EF76-AC0F-4CA9-0041CF9F708C}"/>
          </ac:spMkLst>
        </pc:spChg>
        <pc:spChg chg="mod">
          <ac:chgData name="Frank Elkær (adjunkt – frae@eaaa.dk)" userId="1b06cd64-16c4-48f5-b285-7568c937f1a0" providerId="ADAL" clId="{E9811E54-1FA8-43F7-AC43-A1164A70C0D5}" dt="2025-10-30T16:26:11.001" v="2741" actId="207"/>
          <ac:spMkLst>
            <pc:docMk/>
            <pc:sldMk cId="2834590880" sldId="332"/>
            <ac:spMk id="12" creationId="{837917A0-F9F4-C5B8-CC96-026E29736BDC}"/>
          </ac:spMkLst>
        </pc:spChg>
      </pc:sldChg>
      <pc:sldChg chg="delSp modSp mod">
        <pc:chgData name="Frank Elkær (adjunkt – frae@eaaa.dk)" userId="1b06cd64-16c4-48f5-b285-7568c937f1a0" providerId="ADAL" clId="{E9811E54-1FA8-43F7-AC43-A1164A70C0D5}" dt="2025-10-31T07:28:52.800" v="3481" actId="20577"/>
        <pc:sldMkLst>
          <pc:docMk/>
          <pc:sldMk cId="3653820803" sldId="333"/>
        </pc:sldMkLst>
        <pc:spChg chg="mod">
          <ac:chgData name="Frank Elkær (adjunkt – frae@eaaa.dk)" userId="1b06cd64-16c4-48f5-b285-7568c937f1a0" providerId="ADAL" clId="{E9811E54-1FA8-43F7-AC43-A1164A70C0D5}" dt="2025-10-31T07:28:52.800" v="3481" actId="20577"/>
          <ac:spMkLst>
            <pc:docMk/>
            <pc:sldMk cId="3653820803" sldId="333"/>
            <ac:spMk id="5" creationId="{CF4018A3-6411-601C-574C-21CD1F8EC07E}"/>
          </ac:spMkLst>
        </pc:spChg>
        <pc:spChg chg="mod">
          <ac:chgData name="Frank Elkær (adjunkt – frae@eaaa.dk)" userId="1b06cd64-16c4-48f5-b285-7568c937f1a0" providerId="ADAL" clId="{E9811E54-1FA8-43F7-AC43-A1164A70C0D5}" dt="2025-10-30T16:27:43.197" v="2766" actId="207"/>
          <ac:spMkLst>
            <pc:docMk/>
            <pc:sldMk cId="3653820803" sldId="333"/>
            <ac:spMk id="7" creationId="{A4BED267-0FD5-86C8-8DE3-69D3C1185FFA}"/>
          </ac:spMkLst>
        </pc:spChg>
        <pc:spChg chg="mod">
          <ac:chgData name="Frank Elkær (adjunkt – frae@eaaa.dk)" userId="1b06cd64-16c4-48f5-b285-7568c937f1a0" providerId="ADAL" clId="{E9811E54-1FA8-43F7-AC43-A1164A70C0D5}" dt="2025-10-30T16:26:55.466" v="2755" actId="20577"/>
          <ac:spMkLst>
            <pc:docMk/>
            <pc:sldMk cId="3653820803" sldId="333"/>
            <ac:spMk id="8" creationId="{789F2CA7-EB5A-51E8-D47C-E1082B9F3548}"/>
          </ac:spMkLst>
        </pc:spChg>
        <pc:spChg chg="mod">
          <ac:chgData name="Frank Elkær (adjunkt – frae@eaaa.dk)" userId="1b06cd64-16c4-48f5-b285-7568c937f1a0" providerId="ADAL" clId="{E9811E54-1FA8-43F7-AC43-A1164A70C0D5}" dt="2025-10-30T16:27:22.838" v="2763" actId="20577"/>
          <ac:spMkLst>
            <pc:docMk/>
            <pc:sldMk cId="3653820803" sldId="333"/>
            <ac:spMk id="10" creationId="{A317A9D9-E7F1-4BA7-87E9-93EBCA73C927}"/>
          </ac:spMkLst>
        </pc:spChg>
        <pc:spChg chg="del">
          <ac:chgData name="Frank Elkær (adjunkt – frae@eaaa.dk)" userId="1b06cd64-16c4-48f5-b285-7568c937f1a0" providerId="ADAL" clId="{E9811E54-1FA8-43F7-AC43-A1164A70C0D5}" dt="2025-10-31T07:06:47.861" v="3460" actId="478"/>
          <ac:spMkLst>
            <pc:docMk/>
            <pc:sldMk cId="3653820803" sldId="333"/>
            <ac:spMk id="11" creationId="{21CD2B4B-DBE7-23F8-6FF6-1A3A1C839406}"/>
          </ac:spMkLst>
        </pc:spChg>
        <pc:spChg chg="del mod">
          <ac:chgData name="Frank Elkær (adjunkt – frae@eaaa.dk)" userId="1b06cd64-16c4-48f5-b285-7568c937f1a0" providerId="ADAL" clId="{E9811E54-1FA8-43F7-AC43-A1164A70C0D5}" dt="2025-10-31T07:06:59.585" v="3462" actId="478"/>
          <ac:spMkLst>
            <pc:docMk/>
            <pc:sldMk cId="3653820803" sldId="333"/>
            <ac:spMk id="12" creationId="{C82E6128-E844-FA9B-EFC6-7C4E6EDCD5FB}"/>
          </ac:spMkLst>
        </pc:spChg>
      </pc:sldChg>
      <pc:sldChg chg="modSp mod ord">
        <pc:chgData name="Frank Elkær (adjunkt – frae@eaaa.dk)" userId="1b06cd64-16c4-48f5-b285-7568c937f1a0" providerId="ADAL" clId="{E9811E54-1FA8-43F7-AC43-A1164A70C0D5}" dt="2025-10-31T07:31:59.534" v="3507" actId="20577"/>
        <pc:sldMkLst>
          <pc:docMk/>
          <pc:sldMk cId="2299129992" sldId="334"/>
        </pc:sldMkLst>
        <pc:spChg chg="mod">
          <ac:chgData name="Frank Elkær (adjunkt – frae@eaaa.dk)" userId="1b06cd64-16c4-48f5-b285-7568c937f1a0" providerId="ADAL" clId="{E9811E54-1FA8-43F7-AC43-A1164A70C0D5}" dt="2025-10-31T07:30:56.508" v="3500" actId="20577"/>
          <ac:spMkLst>
            <pc:docMk/>
            <pc:sldMk cId="2299129992" sldId="334"/>
            <ac:spMk id="5" creationId="{219F583E-6770-F558-971D-2427D8BAB960}"/>
          </ac:spMkLst>
        </pc:spChg>
        <pc:spChg chg="mod">
          <ac:chgData name="Frank Elkær (adjunkt – frae@eaaa.dk)" userId="1b06cd64-16c4-48f5-b285-7568c937f1a0" providerId="ADAL" clId="{E9811E54-1FA8-43F7-AC43-A1164A70C0D5}" dt="2025-10-31T07:31:59.534" v="3507" actId="20577"/>
          <ac:spMkLst>
            <pc:docMk/>
            <pc:sldMk cId="2299129992" sldId="334"/>
            <ac:spMk id="7" creationId="{C00165B8-5D95-63F6-B9DC-3178196AD89D}"/>
          </ac:spMkLst>
        </pc:spChg>
        <pc:spChg chg="mod">
          <ac:chgData name="Frank Elkær (adjunkt – frae@eaaa.dk)" userId="1b06cd64-16c4-48f5-b285-7568c937f1a0" providerId="ADAL" clId="{E9811E54-1FA8-43F7-AC43-A1164A70C0D5}" dt="2025-10-30T16:28:17.242" v="2769" actId="207"/>
          <ac:spMkLst>
            <pc:docMk/>
            <pc:sldMk cId="2299129992" sldId="334"/>
            <ac:spMk id="10" creationId="{F89A76C5-2005-8D89-EEEA-EE2B7246F6FA}"/>
          </ac:spMkLst>
        </pc:spChg>
        <pc:spChg chg="mod">
          <ac:chgData name="Frank Elkær (adjunkt – frae@eaaa.dk)" userId="1b06cd64-16c4-48f5-b285-7568c937f1a0" providerId="ADAL" clId="{E9811E54-1FA8-43F7-AC43-A1164A70C0D5}" dt="2025-10-30T16:28:41.536" v="2771" actId="207"/>
          <ac:spMkLst>
            <pc:docMk/>
            <pc:sldMk cId="2299129992" sldId="334"/>
            <ac:spMk id="12" creationId="{ED69BDEA-14F8-AC9F-0B9A-F09190E3BDF4}"/>
          </ac:spMkLst>
        </pc:spChg>
      </pc:sldChg>
      <pc:sldChg chg="modSp mod">
        <pc:chgData name="Frank Elkær (adjunkt – frae@eaaa.dk)" userId="1b06cd64-16c4-48f5-b285-7568c937f1a0" providerId="ADAL" clId="{E9811E54-1FA8-43F7-AC43-A1164A70C0D5}" dt="2025-10-30T16:29:36.584" v="2774" actId="207"/>
        <pc:sldMkLst>
          <pc:docMk/>
          <pc:sldMk cId="3219833895" sldId="336"/>
        </pc:sldMkLst>
        <pc:spChg chg="mod">
          <ac:chgData name="Frank Elkær (adjunkt – frae@eaaa.dk)" userId="1b06cd64-16c4-48f5-b285-7568c937f1a0" providerId="ADAL" clId="{E9811E54-1FA8-43F7-AC43-A1164A70C0D5}" dt="2025-10-30T16:29:06.523" v="2772" actId="207"/>
          <ac:spMkLst>
            <pc:docMk/>
            <pc:sldMk cId="3219833895" sldId="336"/>
            <ac:spMk id="5" creationId="{23755BF1-12A0-D7CF-A71B-4CEA6C27325A}"/>
          </ac:spMkLst>
        </pc:spChg>
        <pc:spChg chg="mod">
          <ac:chgData name="Frank Elkær (adjunkt – frae@eaaa.dk)" userId="1b06cd64-16c4-48f5-b285-7568c937f1a0" providerId="ADAL" clId="{E9811E54-1FA8-43F7-AC43-A1164A70C0D5}" dt="2025-10-30T16:29:18.076" v="2773" actId="207"/>
          <ac:spMkLst>
            <pc:docMk/>
            <pc:sldMk cId="3219833895" sldId="336"/>
            <ac:spMk id="10" creationId="{BAA998E7-58D7-F0B5-CCE9-BC7778C7CACC}"/>
          </ac:spMkLst>
        </pc:spChg>
        <pc:spChg chg="mod">
          <ac:chgData name="Frank Elkær (adjunkt – frae@eaaa.dk)" userId="1b06cd64-16c4-48f5-b285-7568c937f1a0" providerId="ADAL" clId="{E9811E54-1FA8-43F7-AC43-A1164A70C0D5}" dt="2025-10-30T16:29:36.584" v="2774" actId="207"/>
          <ac:spMkLst>
            <pc:docMk/>
            <pc:sldMk cId="3219833895" sldId="336"/>
            <ac:spMk id="13" creationId="{C23F7F50-B4D8-7111-C351-30F100B63427}"/>
          </ac:spMkLst>
        </pc:spChg>
      </pc:sldChg>
      <pc:sldChg chg="modSp mod">
        <pc:chgData name="Frank Elkær (adjunkt – frae@eaaa.dk)" userId="1b06cd64-16c4-48f5-b285-7568c937f1a0" providerId="ADAL" clId="{E9811E54-1FA8-43F7-AC43-A1164A70C0D5}" dt="2025-10-30T16:35:22.710" v="2813" actId="20577"/>
        <pc:sldMkLst>
          <pc:docMk/>
          <pc:sldMk cId="1939611291" sldId="338"/>
        </pc:sldMkLst>
        <pc:spChg chg="mod">
          <ac:chgData name="Frank Elkær (adjunkt – frae@eaaa.dk)" userId="1b06cd64-16c4-48f5-b285-7568c937f1a0" providerId="ADAL" clId="{E9811E54-1FA8-43F7-AC43-A1164A70C0D5}" dt="2025-10-30T16:34:35.724" v="2809" actId="207"/>
          <ac:spMkLst>
            <pc:docMk/>
            <pc:sldMk cId="1939611291" sldId="338"/>
            <ac:spMk id="5" creationId="{6E648432-BE34-A739-B086-B8E16D780608}"/>
          </ac:spMkLst>
        </pc:spChg>
        <pc:spChg chg="mod">
          <ac:chgData name="Frank Elkær (adjunkt – frae@eaaa.dk)" userId="1b06cd64-16c4-48f5-b285-7568c937f1a0" providerId="ADAL" clId="{E9811E54-1FA8-43F7-AC43-A1164A70C0D5}" dt="2025-10-30T16:35:22.710" v="2813" actId="20577"/>
          <ac:spMkLst>
            <pc:docMk/>
            <pc:sldMk cId="1939611291" sldId="338"/>
            <ac:spMk id="7" creationId="{E0E75542-44A7-92EF-5CE9-4DE2FEBD664A}"/>
          </ac:spMkLst>
        </pc:spChg>
        <pc:spChg chg="mod">
          <ac:chgData name="Frank Elkær (adjunkt – frae@eaaa.dk)" userId="1b06cd64-16c4-48f5-b285-7568c937f1a0" providerId="ADAL" clId="{E9811E54-1FA8-43F7-AC43-A1164A70C0D5}" dt="2025-10-30T16:34:44.915" v="2810" actId="207"/>
          <ac:spMkLst>
            <pc:docMk/>
            <pc:sldMk cId="1939611291" sldId="338"/>
            <ac:spMk id="10" creationId="{B52FE8F4-C31A-C8F8-5C30-A3DA20792F5D}"/>
          </ac:spMkLst>
        </pc:spChg>
      </pc:sldChg>
      <pc:sldChg chg="modSp add mod">
        <pc:chgData name="Frank Elkær (adjunkt – frae@eaaa.dk)" userId="1b06cd64-16c4-48f5-b285-7568c937f1a0" providerId="ADAL" clId="{E9811E54-1FA8-43F7-AC43-A1164A70C0D5}" dt="2025-10-30T12:06:40.187" v="2293" actId="14100"/>
        <pc:sldMkLst>
          <pc:docMk/>
          <pc:sldMk cId="3528803121" sldId="541"/>
        </pc:sldMkLst>
        <pc:spChg chg="mod">
          <ac:chgData name="Frank Elkær (adjunkt – frae@eaaa.dk)" userId="1b06cd64-16c4-48f5-b285-7568c937f1a0" providerId="ADAL" clId="{E9811E54-1FA8-43F7-AC43-A1164A70C0D5}" dt="2025-10-29T14:25:25.339" v="1915" actId="20577"/>
          <ac:spMkLst>
            <pc:docMk/>
            <pc:sldMk cId="3528803121" sldId="541"/>
            <ac:spMk id="2" creationId="{5C06E474-6B06-A580-D4E0-722A85F56EDD}"/>
          </ac:spMkLst>
        </pc:spChg>
        <pc:spChg chg="mod">
          <ac:chgData name="Frank Elkær (adjunkt – frae@eaaa.dk)" userId="1b06cd64-16c4-48f5-b285-7568c937f1a0" providerId="ADAL" clId="{E9811E54-1FA8-43F7-AC43-A1164A70C0D5}" dt="2025-10-30T12:06:40.187" v="2293" actId="14100"/>
          <ac:spMkLst>
            <pc:docMk/>
            <pc:sldMk cId="3528803121" sldId="541"/>
            <ac:spMk id="3" creationId="{F7FC6E00-AF9B-1271-D33D-037A623C771E}"/>
          </ac:spMkLst>
        </pc:spChg>
      </pc:sldChg>
      <pc:sldChg chg="modSp mod">
        <pc:chgData name="Frank Elkær (adjunkt – frae@eaaa.dk)" userId="1b06cd64-16c4-48f5-b285-7568c937f1a0" providerId="ADAL" clId="{E9811E54-1FA8-43F7-AC43-A1164A70C0D5}" dt="2025-10-29T14:20:26.642" v="1732" actId="1076"/>
        <pc:sldMkLst>
          <pc:docMk/>
          <pc:sldMk cId="199773240" sldId="575"/>
        </pc:sldMkLst>
        <pc:picChg chg="mod">
          <ac:chgData name="Frank Elkær (adjunkt – frae@eaaa.dk)" userId="1b06cd64-16c4-48f5-b285-7568c937f1a0" providerId="ADAL" clId="{E9811E54-1FA8-43F7-AC43-A1164A70C0D5}" dt="2025-10-29T14:20:26.642" v="1732" actId="1076"/>
          <ac:picMkLst>
            <pc:docMk/>
            <pc:sldMk cId="199773240" sldId="575"/>
            <ac:picMk id="8" creationId="{D53A6E07-7C04-8B11-91BF-6914E3806035}"/>
          </ac:picMkLst>
        </pc:picChg>
      </pc:sldChg>
      <pc:sldChg chg="modSp mod">
        <pc:chgData name="Frank Elkær (adjunkt – frae@eaaa.dk)" userId="1b06cd64-16c4-48f5-b285-7568c937f1a0" providerId="ADAL" clId="{E9811E54-1FA8-43F7-AC43-A1164A70C0D5}" dt="2025-10-31T08:41:04.610" v="3583" actId="20577"/>
        <pc:sldMkLst>
          <pc:docMk/>
          <pc:sldMk cId="2284073886" sldId="577"/>
        </pc:sldMkLst>
        <pc:spChg chg="mod">
          <ac:chgData name="Frank Elkær (adjunkt – frae@eaaa.dk)" userId="1b06cd64-16c4-48f5-b285-7568c937f1a0" providerId="ADAL" clId="{E9811E54-1FA8-43F7-AC43-A1164A70C0D5}" dt="2025-10-31T08:41:04.610" v="3583" actId="20577"/>
          <ac:spMkLst>
            <pc:docMk/>
            <pc:sldMk cId="2284073886" sldId="577"/>
            <ac:spMk id="3" creationId="{BF5DA965-D9DB-6FFC-A7E3-C728115B67F3}"/>
          </ac:spMkLst>
        </pc:spChg>
      </pc:sldChg>
      <pc:sldChg chg="modSp mod">
        <pc:chgData name="Frank Elkær (adjunkt – frae@eaaa.dk)" userId="1b06cd64-16c4-48f5-b285-7568c937f1a0" providerId="ADAL" clId="{E9811E54-1FA8-43F7-AC43-A1164A70C0D5}" dt="2025-10-30T12:17:11.002" v="2506" actId="20577"/>
        <pc:sldMkLst>
          <pc:docMk/>
          <pc:sldMk cId="2647435866" sldId="580"/>
        </pc:sldMkLst>
        <pc:spChg chg="mod">
          <ac:chgData name="Frank Elkær (adjunkt – frae@eaaa.dk)" userId="1b06cd64-16c4-48f5-b285-7568c937f1a0" providerId="ADAL" clId="{E9811E54-1FA8-43F7-AC43-A1164A70C0D5}" dt="2025-10-30T12:17:11.002" v="2506" actId="20577"/>
          <ac:spMkLst>
            <pc:docMk/>
            <pc:sldMk cId="2647435866" sldId="580"/>
            <ac:spMk id="3" creationId="{A49E405C-F892-E4F0-4B35-7E39BBBA2898}"/>
          </ac:spMkLst>
        </pc:spChg>
      </pc:sldChg>
      <pc:sldChg chg="modSp mod">
        <pc:chgData name="Frank Elkær (adjunkt – frae@eaaa.dk)" userId="1b06cd64-16c4-48f5-b285-7568c937f1a0" providerId="ADAL" clId="{E9811E54-1FA8-43F7-AC43-A1164A70C0D5}" dt="2025-10-30T12:18:46.572" v="2540" actId="20577"/>
        <pc:sldMkLst>
          <pc:docMk/>
          <pc:sldMk cId="217867806" sldId="581"/>
        </pc:sldMkLst>
        <pc:spChg chg="mod">
          <ac:chgData name="Frank Elkær (adjunkt – frae@eaaa.dk)" userId="1b06cd64-16c4-48f5-b285-7568c937f1a0" providerId="ADAL" clId="{E9811E54-1FA8-43F7-AC43-A1164A70C0D5}" dt="2025-10-30T12:18:46.572" v="2540" actId="20577"/>
          <ac:spMkLst>
            <pc:docMk/>
            <pc:sldMk cId="217867806" sldId="581"/>
            <ac:spMk id="3" creationId="{A995810A-DBD9-2D19-E10C-CDD2D3FF064E}"/>
          </ac:spMkLst>
        </pc:spChg>
      </pc:sldChg>
      <pc:sldChg chg="modSp mod">
        <pc:chgData name="Frank Elkær (adjunkt – frae@eaaa.dk)" userId="1b06cd64-16c4-48f5-b285-7568c937f1a0" providerId="ADAL" clId="{E9811E54-1FA8-43F7-AC43-A1164A70C0D5}" dt="2025-10-30T12:18:33.268" v="2528" actId="20577"/>
        <pc:sldMkLst>
          <pc:docMk/>
          <pc:sldMk cId="575956762" sldId="582"/>
        </pc:sldMkLst>
        <pc:spChg chg="mod">
          <ac:chgData name="Frank Elkær (adjunkt – frae@eaaa.dk)" userId="1b06cd64-16c4-48f5-b285-7568c937f1a0" providerId="ADAL" clId="{E9811E54-1FA8-43F7-AC43-A1164A70C0D5}" dt="2025-10-30T12:18:33.268" v="2528" actId="20577"/>
          <ac:spMkLst>
            <pc:docMk/>
            <pc:sldMk cId="575956762" sldId="582"/>
            <ac:spMk id="3" creationId="{ABB5219A-1115-F7FE-E115-DED0E9CE20B3}"/>
          </ac:spMkLst>
        </pc:spChg>
      </pc:sldChg>
      <pc:sldChg chg="modSp mod">
        <pc:chgData name="Frank Elkær (adjunkt – frae@eaaa.dk)" userId="1b06cd64-16c4-48f5-b285-7568c937f1a0" providerId="ADAL" clId="{E9811E54-1FA8-43F7-AC43-A1164A70C0D5}" dt="2025-09-18T09:06:12.451" v="291" actId="20577"/>
        <pc:sldMkLst>
          <pc:docMk/>
          <pc:sldMk cId="1541284794" sldId="583"/>
        </pc:sldMkLst>
      </pc:sldChg>
      <pc:sldChg chg="modSp mod">
        <pc:chgData name="Frank Elkær (adjunkt – frae@eaaa.dk)" userId="1b06cd64-16c4-48f5-b285-7568c937f1a0" providerId="ADAL" clId="{E9811E54-1FA8-43F7-AC43-A1164A70C0D5}" dt="2025-09-18T09:06:22.833" v="295" actId="20577"/>
        <pc:sldMkLst>
          <pc:docMk/>
          <pc:sldMk cId="1949790276" sldId="584"/>
        </pc:sldMkLst>
      </pc:sldChg>
      <pc:sldChg chg="modSp del mod">
        <pc:chgData name="Frank Elkær (adjunkt – frae@eaaa.dk)" userId="1b06cd64-16c4-48f5-b285-7568c937f1a0" providerId="ADAL" clId="{E9811E54-1FA8-43F7-AC43-A1164A70C0D5}" dt="2025-10-30T11:52:40.357" v="2088" actId="47"/>
        <pc:sldMkLst>
          <pc:docMk/>
          <pc:sldMk cId="3829375623" sldId="585"/>
        </pc:sldMkLst>
        <pc:spChg chg="mod">
          <ac:chgData name="Frank Elkær (adjunkt – frae@eaaa.dk)" userId="1b06cd64-16c4-48f5-b285-7568c937f1a0" providerId="ADAL" clId="{E9811E54-1FA8-43F7-AC43-A1164A70C0D5}" dt="2025-10-30T11:50:48.997" v="2087" actId="6549"/>
          <ac:spMkLst>
            <pc:docMk/>
            <pc:sldMk cId="3829375623" sldId="585"/>
            <ac:spMk id="3" creationId="{7CED6497-69FD-2629-CE29-1C43FD8163BB}"/>
          </ac:spMkLst>
        </pc:spChg>
      </pc:sldChg>
      <pc:sldChg chg="addSp delSp modSp mod">
        <pc:chgData name="Frank Elkær (adjunkt – frae@eaaa.dk)" userId="1b06cd64-16c4-48f5-b285-7568c937f1a0" providerId="ADAL" clId="{E9811E54-1FA8-43F7-AC43-A1164A70C0D5}" dt="2025-10-30T11:57:46.999" v="2212" actId="20577"/>
        <pc:sldMkLst>
          <pc:docMk/>
          <pc:sldMk cId="2346911849" sldId="1651"/>
        </pc:sldMkLst>
        <pc:spChg chg="add del mod">
          <ac:chgData name="Frank Elkær (adjunkt – frae@eaaa.dk)" userId="1b06cd64-16c4-48f5-b285-7568c937f1a0" providerId="ADAL" clId="{E9811E54-1FA8-43F7-AC43-A1164A70C0D5}" dt="2025-10-30T11:57:46.999" v="2212" actId="20577"/>
          <ac:spMkLst>
            <pc:docMk/>
            <pc:sldMk cId="2346911849" sldId="1651"/>
            <ac:spMk id="3" creationId="{20FF287F-87E9-BF0E-3E9C-7F6668C23FB8}"/>
          </ac:spMkLst>
        </pc:spChg>
        <pc:spChg chg="add del mod">
          <ac:chgData name="Frank Elkær (adjunkt – frae@eaaa.dk)" userId="1b06cd64-16c4-48f5-b285-7568c937f1a0" providerId="ADAL" clId="{E9811E54-1FA8-43F7-AC43-A1164A70C0D5}" dt="2025-10-30T11:54:39.922" v="2178" actId="478"/>
          <ac:spMkLst>
            <pc:docMk/>
            <pc:sldMk cId="2346911849" sldId="1651"/>
            <ac:spMk id="6" creationId="{E46B6F34-F0F7-D96F-760F-AE668733B005}"/>
          </ac:spMkLst>
        </pc:spChg>
        <pc:spChg chg="add del mod">
          <ac:chgData name="Frank Elkær (adjunkt – frae@eaaa.dk)" userId="1b06cd64-16c4-48f5-b285-7568c937f1a0" providerId="ADAL" clId="{E9811E54-1FA8-43F7-AC43-A1164A70C0D5}" dt="2025-10-30T11:55:13.217" v="2180" actId="478"/>
          <ac:spMkLst>
            <pc:docMk/>
            <pc:sldMk cId="2346911849" sldId="1651"/>
            <ac:spMk id="8" creationId="{31043C86-88F2-6542-9852-2A38315E1207}"/>
          </ac:spMkLst>
        </pc:spChg>
      </pc:sldChg>
      <pc:sldChg chg="addSp modSp mod">
        <pc:chgData name="Frank Elkær (adjunkt – frae@eaaa.dk)" userId="1b06cd64-16c4-48f5-b285-7568c937f1a0" providerId="ADAL" clId="{E9811E54-1FA8-43F7-AC43-A1164A70C0D5}" dt="2025-10-31T07:21:12.925" v="3472" actId="20577"/>
        <pc:sldMkLst>
          <pc:docMk/>
          <pc:sldMk cId="2047166242" sldId="1652"/>
        </pc:sldMkLst>
        <pc:spChg chg="mod">
          <ac:chgData name="Frank Elkær (adjunkt – frae@eaaa.dk)" userId="1b06cd64-16c4-48f5-b285-7568c937f1a0" providerId="ADAL" clId="{E9811E54-1FA8-43F7-AC43-A1164A70C0D5}" dt="2025-10-31T07:21:12.925" v="3472" actId="20577"/>
          <ac:spMkLst>
            <pc:docMk/>
            <pc:sldMk cId="2047166242" sldId="1652"/>
            <ac:spMk id="3" creationId="{32A6EF57-9922-FF5F-D3F4-CB66756D81BF}"/>
          </ac:spMkLst>
        </pc:spChg>
        <pc:spChg chg="add mod">
          <ac:chgData name="Frank Elkær (adjunkt – frae@eaaa.dk)" userId="1b06cd64-16c4-48f5-b285-7568c937f1a0" providerId="ADAL" clId="{E9811E54-1FA8-43F7-AC43-A1164A70C0D5}" dt="2025-10-30T08:48:09.437" v="2077" actId="207"/>
          <ac:spMkLst>
            <pc:docMk/>
            <pc:sldMk cId="2047166242" sldId="1652"/>
            <ac:spMk id="5" creationId="{58320FB4-E58F-FE25-EB94-617BAE4309AA}"/>
          </ac:spMkLst>
        </pc:spChg>
        <pc:picChg chg="mod">
          <ac:chgData name="Frank Elkær (adjunkt – frae@eaaa.dk)" userId="1b06cd64-16c4-48f5-b285-7568c937f1a0" providerId="ADAL" clId="{E9811E54-1FA8-43F7-AC43-A1164A70C0D5}" dt="2025-10-29T14:35:18.417" v="1958" actId="14100"/>
          <ac:picMkLst>
            <pc:docMk/>
            <pc:sldMk cId="2047166242" sldId="1652"/>
            <ac:picMk id="6" creationId="{91D8175B-688E-5CE5-51A3-70BAC42B4EE0}"/>
          </ac:picMkLst>
        </pc:picChg>
      </pc:sldChg>
      <pc:sldChg chg="modSp mod ord">
        <pc:chgData name="Frank Elkær (adjunkt – frae@eaaa.dk)" userId="1b06cd64-16c4-48f5-b285-7568c937f1a0" providerId="ADAL" clId="{E9811E54-1FA8-43F7-AC43-A1164A70C0D5}" dt="2025-10-30T11:49:29.016" v="2085" actId="20577"/>
        <pc:sldMkLst>
          <pc:docMk/>
          <pc:sldMk cId="541972918" sldId="1760"/>
        </pc:sldMkLst>
        <pc:spChg chg="mod">
          <ac:chgData name="Frank Elkær (adjunkt – frae@eaaa.dk)" userId="1b06cd64-16c4-48f5-b285-7568c937f1a0" providerId="ADAL" clId="{E9811E54-1FA8-43F7-AC43-A1164A70C0D5}" dt="2025-10-30T11:49:29.016" v="2085" actId="20577"/>
          <ac:spMkLst>
            <pc:docMk/>
            <pc:sldMk cId="541972918" sldId="1760"/>
            <ac:spMk id="2" creationId="{50BB6478-B71B-FF24-4315-40C85488CFD9}"/>
          </ac:spMkLst>
        </pc:spChg>
        <pc:picChg chg="mod">
          <ac:chgData name="Frank Elkær (adjunkt – frae@eaaa.dk)" userId="1b06cd64-16c4-48f5-b285-7568c937f1a0" providerId="ADAL" clId="{E9811E54-1FA8-43F7-AC43-A1164A70C0D5}" dt="2025-10-14T09:01:13.759" v="1045" actId="1076"/>
          <ac:picMkLst>
            <pc:docMk/>
            <pc:sldMk cId="541972918" sldId="1760"/>
            <ac:picMk id="5" creationId="{74DD9B52-0979-2269-A781-E1E9562B5EA8}"/>
          </ac:picMkLst>
        </pc:picChg>
      </pc:sldChg>
      <pc:sldChg chg="del">
        <pc:chgData name="Frank Elkær (adjunkt – frae@eaaa.dk)" userId="1b06cd64-16c4-48f5-b285-7568c937f1a0" providerId="ADAL" clId="{E9811E54-1FA8-43F7-AC43-A1164A70C0D5}" dt="2025-10-28T09:43:23.218" v="1729" actId="47"/>
        <pc:sldMkLst>
          <pc:docMk/>
          <pc:sldMk cId="2687063474" sldId="1761"/>
        </pc:sldMkLst>
      </pc:sldChg>
      <pc:sldChg chg="addSp delSp modSp new del mod">
        <pc:chgData name="Frank Elkær (adjunkt – frae@eaaa.dk)" userId="1b06cd64-16c4-48f5-b285-7568c937f1a0" providerId="ADAL" clId="{E9811E54-1FA8-43F7-AC43-A1164A70C0D5}" dt="2025-10-30T11:48:42.036" v="2081" actId="47"/>
        <pc:sldMkLst>
          <pc:docMk/>
          <pc:sldMk cId="3913653364" sldId="1762"/>
        </pc:sldMkLst>
      </pc:sldChg>
      <pc:sldChg chg="add">
        <pc:chgData name="Frank Elkær (adjunkt – frae@eaaa.dk)" userId="1b06cd64-16c4-48f5-b285-7568c937f1a0" providerId="ADAL" clId="{E9811E54-1FA8-43F7-AC43-A1164A70C0D5}" dt="2025-10-29T14:19:55.763" v="1731"/>
        <pc:sldMkLst>
          <pc:docMk/>
          <pc:sldMk cId="1051360762" sldId="1763"/>
        </pc:sldMkLst>
      </pc:sldChg>
      <pc:sldChg chg="addSp delSp modSp new del mod modClrScheme chgLayout">
        <pc:chgData name="Frank Elkær (adjunkt – frae@eaaa.dk)" userId="1b06cd64-16c4-48f5-b285-7568c937f1a0" providerId="ADAL" clId="{E9811E54-1FA8-43F7-AC43-A1164A70C0D5}" dt="2025-10-29T14:19:46.036" v="1730" actId="2696"/>
        <pc:sldMkLst>
          <pc:docMk/>
          <pc:sldMk cId="2165348695" sldId="1763"/>
        </pc:sldMkLst>
      </pc:sldChg>
      <pc:sldChg chg="modSp new del mod">
        <pc:chgData name="Frank Elkær (adjunkt – frae@eaaa.dk)" userId="1b06cd64-16c4-48f5-b285-7568c937f1a0" providerId="ADAL" clId="{E9811E54-1FA8-43F7-AC43-A1164A70C0D5}" dt="2025-10-31T10:42:13.685" v="3947" actId="47"/>
        <pc:sldMkLst>
          <pc:docMk/>
          <pc:sldMk cId="4127229747" sldId="1764"/>
        </pc:sldMkLst>
        <pc:spChg chg="mod">
          <ac:chgData name="Frank Elkær (adjunkt – frae@eaaa.dk)" userId="1b06cd64-16c4-48f5-b285-7568c937f1a0" providerId="ADAL" clId="{E9811E54-1FA8-43F7-AC43-A1164A70C0D5}" dt="2025-10-30T13:40:40.881" v="2692" actId="20577"/>
          <ac:spMkLst>
            <pc:docMk/>
            <pc:sldMk cId="4127229747" sldId="1764"/>
            <ac:spMk id="3" creationId="{FA3C990F-DE23-44F5-7580-B23C3588BDF6}"/>
          </ac:spMkLst>
        </pc:spChg>
      </pc:sldChg>
      <pc:sldChg chg="addSp delSp modSp new mod">
        <pc:chgData name="Frank Elkær (adjunkt – frae@eaaa.dk)" userId="1b06cd64-16c4-48f5-b285-7568c937f1a0" providerId="ADAL" clId="{E9811E54-1FA8-43F7-AC43-A1164A70C0D5}" dt="2025-10-29T14:20:57.162" v="1758" actId="20577"/>
        <pc:sldMkLst>
          <pc:docMk/>
          <pc:sldMk cId="458370126" sldId="1765"/>
        </pc:sldMkLst>
        <pc:spChg chg="mod">
          <ac:chgData name="Frank Elkær (adjunkt – frae@eaaa.dk)" userId="1b06cd64-16c4-48f5-b285-7568c937f1a0" providerId="ADAL" clId="{E9811E54-1FA8-43F7-AC43-A1164A70C0D5}" dt="2025-10-29T14:20:57.162" v="1758" actId="20577"/>
          <ac:spMkLst>
            <pc:docMk/>
            <pc:sldMk cId="458370126" sldId="1765"/>
            <ac:spMk id="2" creationId="{A4CC5BFA-D7FB-162E-24E2-81CB2D4CA175}"/>
          </ac:spMkLst>
        </pc:spChg>
        <pc:spChg chg="add mod">
          <ac:chgData name="Frank Elkær (adjunkt – frae@eaaa.dk)" userId="1b06cd64-16c4-48f5-b285-7568c937f1a0" providerId="ADAL" clId="{E9811E54-1FA8-43F7-AC43-A1164A70C0D5}" dt="2025-10-28T08:59:40.170" v="1489" actId="14100"/>
          <ac:spMkLst>
            <pc:docMk/>
            <pc:sldMk cId="458370126" sldId="1765"/>
            <ac:spMk id="10" creationId="{8253F236-AF49-DE29-B8CE-BF00A18A4FBF}"/>
          </ac:spMkLst>
        </pc:spChg>
        <pc:spChg chg="add mod">
          <ac:chgData name="Frank Elkær (adjunkt – frae@eaaa.dk)" userId="1b06cd64-16c4-48f5-b285-7568c937f1a0" providerId="ADAL" clId="{E9811E54-1FA8-43F7-AC43-A1164A70C0D5}" dt="2025-10-28T09:01:47.578" v="1534" actId="20577"/>
          <ac:spMkLst>
            <pc:docMk/>
            <pc:sldMk cId="458370126" sldId="1765"/>
            <ac:spMk id="11" creationId="{680CC029-A1CE-95E4-4FD6-C7ED99CAF6F3}"/>
          </ac:spMkLst>
        </pc:spChg>
        <pc:spChg chg="add mod">
          <ac:chgData name="Frank Elkær (adjunkt – frae@eaaa.dk)" userId="1b06cd64-16c4-48f5-b285-7568c937f1a0" providerId="ADAL" clId="{E9811E54-1FA8-43F7-AC43-A1164A70C0D5}" dt="2025-10-28T09:06:56.932" v="1562" actId="1076"/>
          <ac:spMkLst>
            <pc:docMk/>
            <pc:sldMk cId="458370126" sldId="1765"/>
            <ac:spMk id="12" creationId="{BEAB1903-E1E4-3882-4B3A-3FC97918DBA9}"/>
          </ac:spMkLst>
        </pc:spChg>
        <pc:spChg chg="add mod">
          <ac:chgData name="Frank Elkær (adjunkt – frae@eaaa.dk)" userId="1b06cd64-16c4-48f5-b285-7568c937f1a0" providerId="ADAL" clId="{E9811E54-1FA8-43F7-AC43-A1164A70C0D5}" dt="2025-10-28T09:06:15.577" v="1559" actId="20577"/>
          <ac:spMkLst>
            <pc:docMk/>
            <pc:sldMk cId="458370126" sldId="1765"/>
            <ac:spMk id="15" creationId="{A85A667B-405B-53D3-E84D-7E822DF6328E}"/>
          </ac:spMkLst>
        </pc:spChg>
        <pc:picChg chg="add mod ord">
          <ac:chgData name="Frank Elkær (adjunkt – frae@eaaa.dk)" userId="1b06cd64-16c4-48f5-b285-7568c937f1a0" providerId="ADAL" clId="{E9811E54-1FA8-43F7-AC43-A1164A70C0D5}" dt="2025-10-28T09:06:51.553" v="1561" actId="1076"/>
          <ac:picMkLst>
            <pc:docMk/>
            <pc:sldMk cId="458370126" sldId="1765"/>
            <ac:picMk id="6" creationId="{F67D7BD9-FC50-FF29-54CF-2552F7612E24}"/>
          </ac:picMkLst>
        </pc:picChg>
        <pc:picChg chg="add mod">
          <ac:chgData name="Frank Elkær (adjunkt – frae@eaaa.dk)" userId="1b06cd64-16c4-48f5-b285-7568c937f1a0" providerId="ADAL" clId="{E9811E54-1FA8-43F7-AC43-A1164A70C0D5}" dt="2025-10-28T09:06:39.936" v="1560" actId="1076"/>
          <ac:picMkLst>
            <pc:docMk/>
            <pc:sldMk cId="458370126" sldId="1765"/>
            <ac:picMk id="8" creationId="{596C5F81-FC4E-A398-03D5-326D301F1864}"/>
          </ac:picMkLst>
        </pc:picChg>
        <pc:picChg chg="add mod">
          <ac:chgData name="Frank Elkær (adjunkt – frae@eaaa.dk)" userId="1b06cd64-16c4-48f5-b285-7568c937f1a0" providerId="ADAL" clId="{E9811E54-1FA8-43F7-AC43-A1164A70C0D5}" dt="2025-10-28T09:05:19.347" v="1544" actId="1076"/>
          <ac:picMkLst>
            <pc:docMk/>
            <pc:sldMk cId="458370126" sldId="1765"/>
            <ac:picMk id="14" creationId="{7B678889-2E67-58EA-0D0B-406B2C44016F}"/>
          </ac:picMkLst>
        </pc:picChg>
      </pc:sldChg>
      <pc:sldChg chg="add ord">
        <pc:chgData name="Frank Elkær (adjunkt – frae@eaaa.dk)" userId="1b06cd64-16c4-48f5-b285-7568c937f1a0" providerId="ADAL" clId="{E9811E54-1FA8-43F7-AC43-A1164A70C0D5}" dt="2025-10-29T14:26:45.630" v="1918"/>
        <pc:sldMkLst>
          <pc:docMk/>
          <pc:sldMk cId="4281516156" sldId="1766"/>
        </pc:sldMkLst>
      </pc:sldChg>
      <pc:sldChg chg="addSp delSp modSp new mod">
        <pc:chgData name="Frank Elkær (adjunkt – frae@eaaa.dk)" userId="1b06cd64-16c4-48f5-b285-7568c937f1a0" providerId="ADAL" clId="{E9811E54-1FA8-43F7-AC43-A1164A70C0D5}" dt="2025-10-30T12:05:47.377" v="2291" actId="1076"/>
        <pc:sldMkLst>
          <pc:docMk/>
          <pc:sldMk cId="397035691" sldId="1767"/>
        </pc:sldMkLst>
        <pc:spChg chg="mod">
          <ac:chgData name="Frank Elkær (adjunkt – frae@eaaa.dk)" userId="1b06cd64-16c4-48f5-b285-7568c937f1a0" providerId="ADAL" clId="{E9811E54-1FA8-43F7-AC43-A1164A70C0D5}" dt="2025-10-30T08:46:55.764" v="2056" actId="20577"/>
          <ac:spMkLst>
            <pc:docMk/>
            <pc:sldMk cId="397035691" sldId="1767"/>
            <ac:spMk id="2" creationId="{931945C5-E95B-F70B-6ABD-310766951254}"/>
          </ac:spMkLst>
        </pc:spChg>
        <pc:spChg chg="del">
          <ac:chgData name="Frank Elkær (adjunkt – frae@eaaa.dk)" userId="1b06cd64-16c4-48f5-b285-7568c937f1a0" providerId="ADAL" clId="{E9811E54-1FA8-43F7-AC43-A1164A70C0D5}" dt="2025-10-30T08:39:27.980" v="2024" actId="22"/>
          <ac:spMkLst>
            <pc:docMk/>
            <pc:sldMk cId="397035691" sldId="1767"/>
            <ac:spMk id="3" creationId="{00435B76-F8F4-FDC6-FFE0-649863618D8F}"/>
          </ac:spMkLst>
        </pc:spChg>
        <pc:spChg chg="add mod">
          <ac:chgData name="Frank Elkær (adjunkt – frae@eaaa.dk)" userId="1b06cd64-16c4-48f5-b285-7568c937f1a0" providerId="ADAL" clId="{E9811E54-1FA8-43F7-AC43-A1164A70C0D5}" dt="2025-10-30T12:04:12.273" v="2290" actId="20577"/>
          <ac:spMkLst>
            <pc:docMk/>
            <pc:sldMk cId="397035691" sldId="1767"/>
            <ac:spMk id="8" creationId="{84D177B6-0EBE-2D7A-80DD-7AC0C95039D0}"/>
          </ac:spMkLst>
        </pc:spChg>
        <pc:picChg chg="add mod ord modCrop">
          <ac:chgData name="Frank Elkær (adjunkt – frae@eaaa.dk)" userId="1b06cd64-16c4-48f5-b285-7568c937f1a0" providerId="ADAL" clId="{E9811E54-1FA8-43F7-AC43-A1164A70C0D5}" dt="2025-10-30T12:05:47.377" v="2291" actId="1076"/>
          <ac:picMkLst>
            <pc:docMk/>
            <pc:sldMk cId="397035691" sldId="1767"/>
            <ac:picMk id="5" creationId="{D45E51E0-7388-8DDA-70CE-34A9A7E32C62}"/>
          </ac:picMkLst>
        </pc:picChg>
        <pc:picChg chg="add del">
          <ac:chgData name="Frank Elkær (adjunkt – frae@eaaa.dk)" userId="1b06cd64-16c4-48f5-b285-7568c937f1a0" providerId="ADAL" clId="{E9811E54-1FA8-43F7-AC43-A1164A70C0D5}" dt="2025-10-30T08:43:42.744" v="2028" actId="22"/>
          <ac:picMkLst>
            <pc:docMk/>
            <pc:sldMk cId="397035691" sldId="1767"/>
            <ac:picMk id="7" creationId="{7129244E-64C8-AE2F-4BC4-087F106B7EFE}"/>
          </ac:picMkLst>
        </pc:picChg>
      </pc:sldChg>
      <pc:sldChg chg="addSp delSp modSp new mod">
        <pc:chgData name="Frank Elkær (adjunkt – frae@eaaa.dk)" userId="1b06cd64-16c4-48f5-b285-7568c937f1a0" providerId="ADAL" clId="{E9811E54-1FA8-43F7-AC43-A1164A70C0D5}" dt="2025-10-31T07:00:54.113" v="3455" actId="20577"/>
        <pc:sldMkLst>
          <pc:docMk/>
          <pc:sldMk cId="3037747358" sldId="1768"/>
        </pc:sldMkLst>
        <pc:spChg chg="mod">
          <ac:chgData name="Frank Elkær (adjunkt – frae@eaaa.dk)" userId="1b06cd64-16c4-48f5-b285-7568c937f1a0" providerId="ADAL" clId="{E9811E54-1FA8-43F7-AC43-A1164A70C0D5}" dt="2025-10-31T07:00:54.113" v="3455" actId="20577"/>
          <ac:spMkLst>
            <pc:docMk/>
            <pc:sldMk cId="3037747358" sldId="1768"/>
            <ac:spMk id="2" creationId="{B5BAF892-7B95-EEDD-336E-8DB9333CD5F5}"/>
          </ac:spMkLst>
        </pc:spChg>
        <pc:spChg chg="del">
          <ac:chgData name="Frank Elkær (adjunkt – frae@eaaa.dk)" userId="1b06cd64-16c4-48f5-b285-7568c937f1a0" providerId="ADAL" clId="{E9811E54-1FA8-43F7-AC43-A1164A70C0D5}" dt="2025-10-30T08:44:03.332" v="2050" actId="22"/>
          <ac:spMkLst>
            <pc:docMk/>
            <pc:sldMk cId="3037747358" sldId="1768"/>
            <ac:spMk id="3" creationId="{FACC952A-15E5-578F-CDCF-857AFDA74FFE}"/>
          </ac:spMkLst>
        </pc:spChg>
        <pc:picChg chg="add mod ord">
          <ac:chgData name="Frank Elkær (adjunkt – frae@eaaa.dk)" userId="1b06cd64-16c4-48f5-b285-7568c937f1a0" providerId="ADAL" clId="{E9811E54-1FA8-43F7-AC43-A1164A70C0D5}" dt="2025-10-30T11:43:24.645" v="2080"/>
          <ac:picMkLst>
            <pc:docMk/>
            <pc:sldMk cId="3037747358" sldId="1768"/>
            <ac:picMk id="5" creationId="{54B337A5-8E35-F315-42CE-AF02B6E9F9F7}"/>
          </ac:picMkLst>
        </pc:picChg>
      </pc:sldChg>
      <pc:sldChg chg="addSp delSp modSp new mod">
        <pc:chgData name="Frank Elkær (adjunkt – frae@eaaa.dk)" userId="1b06cd64-16c4-48f5-b285-7568c937f1a0" providerId="ADAL" clId="{E9811E54-1FA8-43F7-AC43-A1164A70C0D5}" dt="2025-10-30T16:34:00.114" v="2808" actId="1076"/>
        <pc:sldMkLst>
          <pc:docMk/>
          <pc:sldMk cId="3904254281" sldId="1769"/>
        </pc:sldMkLst>
        <pc:spChg chg="mod">
          <ac:chgData name="Frank Elkær (adjunkt – frae@eaaa.dk)" userId="1b06cd64-16c4-48f5-b285-7568c937f1a0" providerId="ADAL" clId="{E9811E54-1FA8-43F7-AC43-A1164A70C0D5}" dt="2025-10-30T16:32:02.548" v="2798"/>
          <ac:spMkLst>
            <pc:docMk/>
            <pc:sldMk cId="3904254281" sldId="1769"/>
            <ac:spMk id="2" creationId="{668C1F73-767B-86C3-4434-A9FCFF9C9A82}"/>
          </ac:spMkLst>
        </pc:spChg>
        <pc:spChg chg="del">
          <ac:chgData name="Frank Elkær (adjunkt – frae@eaaa.dk)" userId="1b06cd64-16c4-48f5-b285-7568c937f1a0" providerId="ADAL" clId="{E9811E54-1FA8-43F7-AC43-A1164A70C0D5}" dt="2025-10-30T16:32:05.834" v="2799" actId="478"/>
          <ac:spMkLst>
            <pc:docMk/>
            <pc:sldMk cId="3904254281" sldId="1769"/>
            <ac:spMk id="3" creationId="{8CB29ACC-6FD6-A3D1-9189-F6BE8006B771}"/>
          </ac:spMkLst>
        </pc:spChg>
        <pc:spChg chg="add del">
          <ac:chgData name="Frank Elkær (adjunkt – frae@eaaa.dk)" userId="1b06cd64-16c4-48f5-b285-7568c937f1a0" providerId="ADAL" clId="{E9811E54-1FA8-43F7-AC43-A1164A70C0D5}" dt="2025-10-30T16:32:12.158" v="2801" actId="22"/>
          <ac:spMkLst>
            <pc:docMk/>
            <pc:sldMk cId="3904254281" sldId="1769"/>
            <ac:spMk id="5" creationId="{989721A7-5F91-5DDB-340C-FDEC9442ED42}"/>
          </ac:spMkLst>
        </pc:spChg>
        <pc:picChg chg="add del">
          <ac:chgData name="Frank Elkær (adjunkt – frae@eaaa.dk)" userId="1b06cd64-16c4-48f5-b285-7568c937f1a0" providerId="ADAL" clId="{E9811E54-1FA8-43F7-AC43-A1164A70C0D5}" dt="2025-10-30T16:33:05.892" v="2803" actId="478"/>
          <ac:picMkLst>
            <pc:docMk/>
            <pc:sldMk cId="3904254281" sldId="1769"/>
            <ac:picMk id="7" creationId="{D6209F3D-A5CE-8FAA-BD46-7E139FE82BA9}"/>
          </ac:picMkLst>
        </pc:picChg>
        <pc:picChg chg="add mod">
          <ac:chgData name="Frank Elkær (adjunkt – frae@eaaa.dk)" userId="1b06cd64-16c4-48f5-b285-7568c937f1a0" providerId="ADAL" clId="{E9811E54-1FA8-43F7-AC43-A1164A70C0D5}" dt="2025-10-30T16:34:00.114" v="2808" actId="1076"/>
          <ac:picMkLst>
            <pc:docMk/>
            <pc:sldMk cId="3904254281" sldId="1769"/>
            <ac:picMk id="9" creationId="{FAE028D8-A922-F1E7-DD20-DC897362D3F3}"/>
          </ac:picMkLst>
        </pc:picChg>
      </pc:sldChg>
      <pc:sldChg chg="modSp new mod">
        <pc:chgData name="Frank Elkær (adjunkt – frae@eaaa.dk)" userId="1b06cd64-16c4-48f5-b285-7568c937f1a0" providerId="ADAL" clId="{E9811E54-1FA8-43F7-AC43-A1164A70C0D5}" dt="2025-10-31T08:34:43.732" v="3531" actId="207"/>
        <pc:sldMkLst>
          <pc:docMk/>
          <pc:sldMk cId="1502339119" sldId="1770"/>
        </pc:sldMkLst>
        <pc:spChg chg="mod">
          <ac:chgData name="Frank Elkær (adjunkt – frae@eaaa.dk)" userId="1b06cd64-16c4-48f5-b285-7568c937f1a0" providerId="ADAL" clId="{E9811E54-1FA8-43F7-AC43-A1164A70C0D5}" dt="2025-10-30T17:14:34.114" v="2876" actId="20577"/>
          <ac:spMkLst>
            <pc:docMk/>
            <pc:sldMk cId="1502339119" sldId="1770"/>
            <ac:spMk id="2" creationId="{7B135C01-E80C-D78A-D826-E79338E27C49}"/>
          </ac:spMkLst>
        </pc:spChg>
        <pc:spChg chg="mod">
          <ac:chgData name="Frank Elkær (adjunkt – frae@eaaa.dk)" userId="1b06cd64-16c4-48f5-b285-7568c937f1a0" providerId="ADAL" clId="{E9811E54-1FA8-43F7-AC43-A1164A70C0D5}" dt="2025-10-31T08:34:43.732" v="3531" actId="207"/>
          <ac:spMkLst>
            <pc:docMk/>
            <pc:sldMk cId="1502339119" sldId="1770"/>
            <ac:spMk id="3" creationId="{C3881701-0D00-DE45-8D9B-2AE369DEC27E}"/>
          </ac:spMkLst>
        </pc:spChg>
      </pc:sldChg>
      <pc:sldChg chg="modSp new mod">
        <pc:chgData name="Frank Elkær (adjunkt – frae@eaaa.dk)" userId="1b06cd64-16c4-48f5-b285-7568c937f1a0" providerId="ADAL" clId="{E9811E54-1FA8-43F7-AC43-A1164A70C0D5}" dt="2025-10-31T08:36:57.405" v="3581" actId="20577"/>
        <pc:sldMkLst>
          <pc:docMk/>
          <pc:sldMk cId="2643970765" sldId="1771"/>
        </pc:sldMkLst>
        <pc:spChg chg="mod">
          <ac:chgData name="Frank Elkær (adjunkt – frae@eaaa.dk)" userId="1b06cd64-16c4-48f5-b285-7568c937f1a0" providerId="ADAL" clId="{E9811E54-1FA8-43F7-AC43-A1164A70C0D5}" dt="2025-10-30T17:15:39.828" v="2910" actId="20577"/>
          <ac:spMkLst>
            <pc:docMk/>
            <pc:sldMk cId="2643970765" sldId="1771"/>
            <ac:spMk id="2" creationId="{9FF57E7B-4878-A84D-D786-B2E643F4AFCB}"/>
          </ac:spMkLst>
        </pc:spChg>
        <pc:spChg chg="mod">
          <ac:chgData name="Frank Elkær (adjunkt – frae@eaaa.dk)" userId="1b06cd64-16c4-48f5-b285-7568c937f1a0" providerId="ADAL" clId="{E9811E54-1FA8-43F7-AC43-A1164A70C0D5}" dt="2025-10-31T08:36:57.405" v="3581" actId="20577"/>
          <ac:spMkLst>
            <pc:docMk/>
            <pc:sldMk cId="2643970765" sldId="1771"/>
            <ac:spMk id="3" creationId="{4BAB171D-D790-0FC6-A255-CF4F8CF5424D}"/>
          </ac:spMkLst>
        </pc:spChg>
      </pc:sldChg>
      <pc:sldChg chg="modSp add mod">
        <pc:chgData name="Frank Elkær (adjunkt – frae@eaaa.dk)" userId="1b06cd64-16c4-48f5-b285-7568c937f1a0" providerId="ADAL" clId="{E9811E54-1FA8-43F7-AC43-A1164A70C0D5}" dt="2025-10-31T10:59:07.099" v="4305" actId="313"/>
        <pc:sldMkLst>
          <pc:docMk/>
          <pc:sldMk cId="740955190" sldId="1772"/>
        </pc:sldMkLst>
        <pc:spChg chg="mod">
          <ac:chgData name="Frank Elkær (adjunkt – frae@eaaa.dk)" userId="1b06cd64-16c4-48f5-b285-7568c937f1a0" providerId="ADAL" clId="{E9811E54-1FA8-43F7-AC43-A1164A70C0D5}" dt="2025-10-31T10:29:22.852" v="3608" actId="20577"/>
          <ac:spMkLst>
            <pc:docMk/>
            <pc:sldMk cId="740955190" sldId="1772"/>
            <ac:spMk id="2" creationId="{10D091DB-FA4F-DB7B-B520-96CCF4DAA5A2}"/>
          </ac:spMkLst>
        </pc:spChg>
        <pc:spChg chg="mod">
          <ac:chgData name="Frank Elkær (adjunkt – frae@eaaa.dk)" userId="1b06cd64-16c4-48f5-b285-7568c937f1a0" providerId="ADAL" clId="{E9811E54-1FA8-43F7-AC43-A1164A70C0D5}" dt="2025-10-31T10:59:07.099" v="4305" actId="313"/>
          <ac:spMkLst>
            <pc:docMk/>
            <pc:sldMk cId="740955190" sldId="1772"/>
            <ac:spMk id="3" creationId="{166D1547-856E-B662-AD6D-6A94FCCE26DE}"/>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C8720B-1A44-4C02-BDFF-51B678098458}"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C5D4D27E-15AE-44A8-BC0D-16DD10C57442}">
      <dgm:prSet custT="1"/>
      <dgm:spPr/>
      <dgm:t>
        <a:bodyPr anchor="t"/>
        <a:lstStyle/>
        <a:p>
          <a:r>
            <a:rPr lang="da-DK" sz="1200" b="1" dirty="0" err="1">
              <a:solidFill>
                <a:schemeClr val="tx1"/>
              </a:solidFill>
            </a:rPr>
            <a:t>Cyberangreb</a:t>
          </a:r>
          <a:r>
            <a:rPr lang="da-DK" sz="1200" b="1" dirty="0">
              <a:solidFill>
                <a:schemeClr val="tx1"/>
              </a:solidFill>
            </a:rPr>
            <a:t> og hacking</a:t>
          </a:r>
        </a:p>
        <a:p>
          <a:br>
            <a:rPr lang="da-DK" sz="1200" dirty="0">
              <a:solidFill>
                <a:schemeClr val="tx1"/>
              </a:solidFill>
            </a:rPr>
          </a:br>
          <a:r>
            <a:rPr lang="da-DK" sz="1200" dirty="0">
              <a:solidFill>
                <a:schemeClr val="tx1"/>
              </a:solidFill>
            </a:rPr>
            <a:t>Med stigende digitalisering bliver systemer og netværk mere udsatte for angreb. </a:t>
          </a:r>
          <a:endParaRPr lang="en-US" sz="1200" dirty="0">
            <a:solidFill>
              <a:schemeClr val="tx1"/>
            </a:solidFill>
          </a:endParaRPr>
        </a:p>
      </dgm:t>
    </dgm:pt>
    <dgm:pt modelId="{87CD0B0C-0518-4DF4-826C-ED4427E3B8EA}" type="parTrans" cxnId="{0FBF4CBF-6D63-41BD-9742-D67EBB89269A}">
      <dgm:prSet/>
      <dgm:spPr/>
      <dgm:t>
        <a:bodyPr/>
        <a:lstStyle/>
        <a:p>
          <a:endParaRPr lang="en-US"/>
        </a:p>
      </dgm:t>
    </dgm:pt>
    <dgm:pt modelId="{C2E38B14-20AB-4939-B326-2690B2C5830A}" type="sibTrans" cxnId="{0FBF4CBF-6D63-41BD-9742-D67EBB89269A}">
      <dgm:prSet/>
      <dgm:spPr/>
      <dgm:t>
        <a:bodyPr/>
        <a:lstStyle/>
        <a:p>
          <a:endParaRPr lang="en-US"/>
        </a:p>
      </dgm:t>
    </dgm:pt>
    <dgm:pt modelId="{E3882DA9-57D6-446C-8534-8AE432862AC0}">
      <dgm:prSet custT="1"/>
      <dgm:spPr/>
      <dgm:t>
        <a:bodyPr anchor="t"/>
        <a:lstStyle/>
        <a:p>
          <a:r>
            <a:rPr lang="da-DK" sz="1200" b="1" dirty="0">
              <a:solidFill>
                <a:schemeClr val="tx1"/>
              </a:solidFill>
            </a:rPr>
            <a:t>Databeskyttelse og privatliv</a:t>
          </a:r>
        </a:p>
        <a:p>
          <a:br>
            <a:rPr lang="da-DK" sz="1200" dirty="0">
              <a:solidFill>
                <a:schemeClr val="tx1"/>
              </a:solidFill>
            </a:rPr>
          </a:br>
          <a:r>
            <a:rPr lang="da-DK" sz="1200" dirty="0">
              <a:solidFill>
                <a:schemeClr val="tx1"/>
              </a:solidFill>
            </a:rPr>
            <a:t>Mængden af personlige og følsomme data, der behandles af IT-systemer, er steget markant. Dette gør beskyttelsen af denne data til en stor udfordring.</a:t>
          </a:r>
          <a:endParaRPr lang="en-US" sz="1200" dirty="0">
            <a:solidFill>
              <a:schemeClr val="tx1"/>
            </a:solidFill>
          </a:endParaRPr>
        </a:p>
      </dgm:t>
    </dgm:pt>
    <dgm:pt modelId="{9B21E233-25C7-4E56-B3F4-0D0F101B95DB}" type="parTrans" cxnId="{B0782A8E-A415-473B-B36B-BC43E117A00B}">
      <dgm:prSet/>
      <dgm:spPr/>
      <dgm:t>
        <a:bodyPr/>
        <a:lstStyle/>
        <a:p>
          <a:endParaRPr lang="en-US"/>
        </a:p>
      </dgm:t>
    </dgm:pt>
    <dgm:pt modelId="{2A58B76D-C926-4B9C-BA1C-C8858D224FEA}" type="sibTrans" cxnId="{B0782A8E-A415-473B-B36B-BC43E117A00B}">
      <dgm:prSet/>
      <dgm:spPr/>
      <dgm:t>
        <a:bodyPr/>
        <a:lstStyle/>
        <a:p>
          <a:endParaRPr lang="en-US"/>
        </a:p>
      </dgm:t>
    </dgm:pt>
    <dgm:pt modelId="{D4434B18-989B-42BF-B93F-66C2C9DB17DD}">
      <dgm:prSet custT="1"/>
      <dgm:spPr/>
      <dgm:t>
        <a:bodyPr anchor="t"/>
        <a:lstStyle/>
        <a:p>
          <a:r>
            <a:rPr lang="da-DK" sz="1200" b="1" dirty="0">
              <a:solidFill>
                <a:schemeClr val="tx1"/>
              </a:solidFill>
            </a:rPr>
            <a:t>Social </a:t>
          </a:r>
          <a:r>
            <a:rPr lang="da-DK" sz="1200" b="1" dirty="0" err="1">
              <a:solidFill>
                <a:schemeClr val="tx1"/>
              </a:solidFill>
            </a:rPr>
            <a:t>engineering</a:t>
          </a:r>
          <a:r>
            <a:rPr lang="da-DK" sz="1200" b="1" dirty="0">
              <a:solidFill>
                <a:schemeClr val="tx1"/>
              </a:solidFill>
            </a:rPr>
            <a:t> og phishing</a:t>
          </a:r>
          <a:br>
            <a:rPr lang="da-DK" sz="1200" dirty="0">
              <a:solidFill>
                <a:schemeClr val="tx1"/>
              </a:solidFill>
            </a:rPr>
          </a:br>
          <a:r>
            <a:rPr lang="da-DK" sz="1200" dirty="0">
              <a:solidFill>
                <a:schemeClr val="tx1"/>
              </a:solidFill>
            </a:rPr>
            <a:t>Menneskelige fejl er ofte den svageste forbindelse i et IT-sikkerhedssystem. Phishing, hvor angriberen forsøger at få adgang til følsomme oplysninger ved at manipulere brugere, er en af de mest almindelige metoder. </a:t>
          </a:r>
          <a:endParaRPr lang="en-US" sz="1200" dirty="0">
            <a:solidFill>
              <a:schemeClr val="tx1"/>
            </a:solidFill>
          </a:endParaRPr>
        </a:p>
      </dgm:t>
    </dgm:pt>
    <dgm:pt modelId="{8DA4BAF3-2A77-427B-9266-77F7AE3B6B2F}" type="parTrans" cxnId="{C6B23790-9FD7-4D86-A2DF-80FD5E5D2B2D}">
      <dgm:prSet/>
      <dgm:spPr/>
      <dgm:t>
        <a:bodyPr/>
        <a:lstStyle/>
        <a:p>
          <a:endParaRPr lang="en-US"/>
        </a:p>
      </dgm:t>
    </dgm:pt>
    <dgm:pt modelId="{1F94A796-41C1-4F09-A077-909F684FCC42}" type="sibTrans" cxnId="{C6B23790-9FD7-4D86-A2DF-80FD5E5D2B2D}">
      <dgm:prSet/>
      <dgm:spPr/>
      <dgm:t>
        <a:bodyPr/>
        <a:lstStyle/>
        <a:p>
          <a:endParaRPr lang="en-US"/>
        </a:p>
      </dgm:t>
    </dgm:pt>
    <dgm:pt modelId="{D6DDB6CB-BCA2-46D8-9F8F-6DC4AD93F277}">
      <dgm:prSet custT="1"/>
      <dgm:spPr/>
      <dgm:t>
        <a:bodyPr anchor="t"/>
        <a:lstStyle/>
        <a:p>
          <a:r>
            <a:rPr lang="da-DK" sz="1200" b="1" dirty="0">
              <a:solidFill>
                <a:schemeClr val="tx1"/>
              </a:solidFill>
            </a:rPr>
            <a:t>Uautoriseret adgang og identitetstyveri</a:t>
          </a:r>
        </a:p>
        <a:p>
          <a:br>
            <a:rPr lang="da-DK" sz="1200" dirty="0">
              <a:solidFill>
                <a:schemeClr val="tx1"/>
              </a:solidFill>
            </a:rPr>
          </a:br>
          <a:r>
            <a:rPr lang="da-DK" sz="1200" dirty="0">
              <a:solidFill>
                <a:schemeClr val="tx1"/>
              </a:solidFill>
            </a:rPr>
            <a:t>Uautoriseret adgang til systemer, databaser eller applikationer kan føre til identitetstyveri, hvor angribere får adgang til personlige oplysninger og økonomiske data</a:t>
          </a:r>
          <a:endParaRPr lang="en-US" sz="1200" dirty="0">
            <a:solidFill>
              <a:schemeClr val="tx1"/>
            </a:solidFill>
          </a:endParaRPr>
        </a:p>
      </dgm:t>
    </dgm:pt>
    <dgm:pt modelId="{E6F4E2FB-2E9D-4D74-A287-2FAA8E8F2210}" type="parTrans" cxnId="{CAF4C1B5-70D5-46C5-9038-09309E6BA1F1}">
      <dgm:prSet/>
      <dgm:spPr/>
      <dgm:t>
        <a:bodyPr/>
        <a:lstStyle/>
        <a:p>
          <a:endParaRPr lang="en-US"/>
        </a:p>
      </dgm:t>
    </dgm:pt>
    <dgm:pt modelId="{BC5AA757-033C-450F-BBFA-CF34CF5DDB2C}" type="sibTrans" cxnId="{CAF4C1B5-70D5-46C5-9038-09309E6BA1F1}">
      <dgm:prSet/>
      <dgm:spPr/>
      <dgm:t>
        <a:bodyPr/>
        <a:lstStyle/>
        <a:p>
          <a:endParaRPr lang="en-US"/>
        </a:p>
      </dgm:t>
    </dgm:pt>
    <dgm:pt modelId="{17A7B6F8-C2B9-4651-AA07-1F515859A498}">
      <dgm:prSet custT="1"/>
      <dgm:spPr/>
      <dgm:t>
        <a:bodyPr anchor="t"/>
        <a:lstStyle/>
        <a:p>
          <a:r>
            <a:rPr lang="da-DK" sz="1200" b="1" dirty="0">
              <a:solidFill>
                <a:schemeClr val="tx1"/>
              </a:solidFill>
            </a:rPr>
            <a:t>Sårbarheder i software og hardware</a:t>
          </a:r>
        </a:p>
        <a:p>
          <a:br>
            <a:rPr lang="da-DK" sz="1200" dirty="0">
              <a:solidFill>
                <a:schemeClr val="tx1"/>
              </a:solidFill>
            </a:rPr>
          </a:br>
          <a:r>
            <a:rPr lang="da-DK" sz="1200" dirty="0">
              <a:solidFill>
                <a:schemeClr val="tx1"/>
              </a:solidFill>
            </a:rPr>
            <a:t>Mange IT-systemer er afhængige af tredjepartssoftware eller hardware, som kan indeholde sikkerhedshuller</a:t>
          </a:r>
          <a:r>
            <a:rPr lang="da-DK" sz="900" dirty="0">
              <a:solidFill>
                <a:schemeClr val="tx1"/>
              </a:solidFill>
            </a:rPr>
            <a:t>. </a:t>
          </a:r>
          <a:endParaRPr lang="en-US" sz="900" dirty="0">
            <a:solidFill>
              <a:schemeClr val="tx1"/>
            </a:solidFill>
          </a:endParaRPr>
        </a:p>
      </dgm:t>
    </dgm:pt>
    <dgm:pt modelId="{63D840E1-CC69-4898-90A6-F10C45BA7455}" type="parTrans" cxnId="{C914B5C2-3B2F-4171-9133-AB3014D4AC12}">
      <dgm:prSet/>
      <dgm:spPr/>
      <dgm:t>
        <a:bodyPr/>
        <a:lstStyle/>
        <a:p>
          <a:endParaRPr lang="en-US"/>
        </a:p>
      </dgm:t>
    </dgm:pt>
    <dgm:pt modelId="{FB185082-2E5D-4BC7-A334-B8F3C860CB3C}" type="sibTrans" cxnId="{C914B5C2-3B2F-4171-9133-AB3014D4AC12}">
      <dgm:prSet/>
      <dgm:spPr/>
      <dgm:t>
        <a:bodyPr/>
        <a:lstStyle/>
        <a:p>
          <a:endParaRPr lang="en-US"/>
        </a:p>
      </dgm:t>
    </dgm:pt>
    <dgm:pt modelId="{9FCB9A85-6375-45D6-B5BF-EF60FAB16D0B}">
      <dgm:prSet custT="1"/>
      <dgm:spPr/>
      <dgm:t>
        <a:bodyPr anchor="t"/>
        <a:lstStyle/>
        <a:p>
          <a:r>
            <a:rPr lang="da-DK" sz="1200" b="1" dirty="0">
              <a:solidFill>
                <a:schemeClr val="tx1"/>
              </a:solidFill>
            </a:rPr>
            <a:t>Cloud-sikkerhed</a:t>
          </a:r>
        </a:p>
        <a:p>
          <a:br>
            <a:rPr lang="da-DK" sz="1200" dirty="0">
              <a:solidFill>
                <a:schemeClr val="tx1"/>
              </a:solidFill>
            </a:rPr>
          </a:br>
          <a:r>
            <a:rPr lang="da-DK" sz="1200" dirty="0">
              <a:solidFill>
                <a:schemeClr val="tx1"/>
              </a:solidFill>
            </a:rPr>
            <a:t>Brugen af cloud </a:t>
          </a:r>
          <a:r>
            <a:rPr lang="da-DK" sz="1200" dirty="0" err="1">
              <a:solidFill>
                <a:schemeClr val="tx1"/>
              </a:solidFill>
            </a:rPr>
            <a:t>computing</a:t>
          </a:r>
          <a:r>
            <a:rPr lang="da-DK" sz="1200" dirty="0">
              <a:solidFill>
                <a:schemeClr val="tx1"/>
              </a:solidFill>
            </a:rPr>
            <a:t> medfører nye sikkerhedsrisici, da data og applikationer ikke længere er under direkte kontrol af organisationen</a:t>
          </a:r>
          <a:r>
            <a:rPr lang="da-DK" sz="900" dirty="0">
              <a:solidFill>
                <a:schemeClr val="tx1"/>
              </a:solidFill>
            </a:rPr>
            <a:t>.</a:t>
          </a:r>
          <a:endParaRPr lang="en-US" sz="900" dirty="0">
            <a:solidFill>
              <a:schemeClr val="tx1"/>
            </a:solidFill>
          </a:endParaRPr>
        </a:p>
      </dgm:t>
    </dgm:pt>
    <dgm:pt modelId="{5356DAEC-A206-4BC0-A6D5-BFDD211868C6}" type="parTrans" cxnId="{D064409D-897D-4FD1-B7A4-78A2A01E3522}">
      <dgm:prSet/>
      <dgm:spPr/>
      <dgm:t>
        <a:bodyPr/>
        <a:lstStyle/>
        <a:p>
          <a:endParaRPr lang="en-US"/>
        </a:p>
      </dgm:t>
    </dgm:pt>
    <dgm:pt modelId="{42CBC4A1-D4BA-46FD-805B-5D3B7132750D}" type="sibTrans" cxnId="{D064409D-897D-4FD1-B7A4-78A2A01E3522}">
      <dgm:prSet/>
      <dgm:spPr/>
      <dgm:t>
        <a:bodyPr/>
        <a:lstStyle/>
        <a:p>
          <a:endParaRPr lang="en-US"/>
        </a:p>
      </dgm:t>
    </dgm:pt>
    <dgm:pt modelId="{492B577B-2A57-4BC0-87C3-43414E524D7D}">
      <dgm:prSet custT="1"/>
      <dgm:spPr/>
      <dgm:t>
        <a:bodyPr anchor="t"/>
        <a:lstStyle/>
        <a:p>
          <a:r>
            <a:rPr lang="da-DK" sz="1200" b="1" dirty="0">
              <a:solidFill>
                <a:schemeClr val="tx1"/>
              </a:solidFill>
            </a:rPr>
            <a:t>Intern trussel</a:t>
          </a:r>
        </a:p>
        <a:p>
          <a:br>
            <a:rPr lang="da-DK" sz="1200" dirty="0">
              <a:solidFill>
                <a:schemeClr val="tx1"/>
              </a:solidFill>
            </a:rPr>
          </a:br>
          <a:r>
            <a:rPr lang="da-DK" sz="1200" dirty="0">
              <a:solidFill>
                <a:schemeClr val="tx1"/>
              </a:solidFill>
            </a:rPr>
            <a:t>Trusler fra interne medarbejdere eller samarbejdspartnere udgør også en betydelig risiko. En medarbejder med adgang til kritiske systemer kan misbruge denne adgang til at stjæle data eller udføre skadelige handlinger. </a:t>
          </a:r>
          <a:endParaRPr lang="en-US" sz="1200" dirty="0">
            <a:solidFill>
              <a:schemeClr val="tx1"/>
            </a:solidFill>
          </a:endParaRPr>
        </a:p>
      </dgm:t>
    </dgm:pt>
    <dgm:pt modelId="{495A503F-C5D9-4E77-A8D1-143CC80D09F7}" type="parTrans" cxnId="{7824CC1B-DE14-4E8C-97CD-8448084E7404}">
      <dgm:prSet/>
      <dgm:spPr/>
      <dgm:t>
        <a:bodyPr/>
        <a:lstStyle/>
        <a:p>
          <a:endParaRPr lang="en-US"/>
        </a:p>
      </dgm:t>
    </dgm:pt>
    <dgm:pt modelId="{A03B75E6-69AC-4BF8-A538-07AA8FE24DC5}" type="sibTrans" cxnId="{7824CC1B-DE14-4E8C-97CD-8448084E7404}">
      <dgm:prSet/>
      <dgm:spPr/>
      <dgm:t>
        <a:bodyPr/>
        <a:lstStyle/>
        <a:p>
          <a:endParaRPr lang="en-US"/>
        </a:p>
      </dgm:t>
    </dgm:pt>
    <dgm:pt modelId="{033591AE-A779-4842-A4D5-AF355BF51C41}">
      <dgm:prSet custT="1"/>
      <dgm:spPr/>
      <dgm:t>
        <a:bodyPr anchor="t"/>
        <a:lstStyle/>
        <a:p>
          <a:r>
            <a:rPr lang="da-DK" sz="1200" b="1" dirty="0">
              <a:solidFill>
                <a:schemeClr val="tx1"/>
              </a:solidFill>
            </a:rPr>
            <a:t>Supply chain-sikkerhed</a:t>
          </a:r>
        </a:p>
        <a:p>
          <a:br>
            <a:rPr lang="da-DK" sz="1200" dirty="0">
              <a:solidFill>
                <a:schemeClr val="tx1"/>
              </a:solidFill>
            </a:rPr>
          </a:br>
          <a:r>
            <a:rPr lang="da-DK" sz="1200" dirty="0">
              <a:solidFill>
                <a:schemeClr val="tx1"/>
              </a:solidFill>
            </a:rPr>
            <a:t>Sårbarheder i leverandørkæder kan føre til sikkerhedsbrud. Angreb, der sigter mod en leverandør af software eller hardware, kan påvirke virksomheden..</a:t>
          </a:r>
          <a:endParaRPr lang="en-US" sz="1200" dirty="0">
            <a:solidFill>
              <a:schemeClr val="tx1"/>
            </a:solidFill>
          </a:endParaRPr>
        </a:p>
      </dgm:t>
    </dgm:pt>
    <dgm:pt modelId="{31DA2D6E-DA2E-4C55-8EDE-76E1B9075D31}" type="parTrans" cxnId="{206861D6-E57A-4B61-90D9-236903E57BF2}">
      <dgm:prSet/>
      <dgm:spPr/>
      <dgm:t>
        <a:bodyPr/>
        <a:lstStyle/>
        <a:p>
          <a:endParaRPr lang="en-US"/>
        </a:p>
      </dgm:t>
    </dgm:pt>
    <dgm:pt modelId="{7DE3B733-A397-4731-AA7B-4AC54BC21814}" type="sibTrans" cxnId="{206861D6-E57A-4B61-90D9-236903E57BF2}">
      <dgm:prSet/>
      <dgm:spPr/>
      <dgm:t>
        <a:bodyPr/>
        <a:lstStyle/>
        <a:p>
          <a:endParaRPr lang="en-US"/>
        </a:p>
      </dgm:t>
    </dgm:pt>
    <dgm:pt modelId="{48DA1F70-F266-4411-AC5D-C987FFDE00BA}" type="pres">
      <dgm:prSet presAssocID="{28C8720B-1A44-4C02-BDFF-51B678098458}" presName="diagram" presStyleCnt="0">
        <dgm:presLayoutVars>
          <dgm:dir/>
          <dgm:resizeHandles val="exact"/>
        </dgm:presLayoutVars>
      </dgm:prSet>
      <dgm:spPr/>
    </dgm:pt>
    <dgm:pt modelId="{7C769FBA-6994-41A7-9865-E07AA99B29F5}" type="pres">
      <dgm:prSet presAssocID="{C5D4D27E-15AE-44A8-BC0D-16DD10C57442}" presName="node" presStyleLbl="node1" presStyleIdx="0" presStyleCnt="8" custScaleY="157350">
        <dgm:presLayoutVars>
          <dgm:bulletEnabled val="1"/>
        </dgm:presLayoutVars>
      </dgm:prSet>
      <dgm:spPr/>
    </dgm:pt>
    <dgm:pt modelId="{7FFC4AF0-F208-469C-9418-315BD7FA0151}" type="pres">
      <dgm:prSet presAssocID="{C2E38B14-20AB-4939-B326-2690B2C5830A}" presName="sibTrans" presStyleCnt="0"/>
      <dgm:spPr/>
    </dgm:pt>
    <dgm:pt modelId="{A1C8276F-B73C-41DB-A5FA-FA1A4C3661EB}" type="pres">
      <dgm:prSet presAssocID="{E3882DA9-57D6-446C-8534-8AE432862AC0}" presName="node" presStyleLbl="node1" presStyleIdx="1" presStyleCnt="8" custScaleY="159079">
        <dgm:presLayoutVars>
          <dgm:bulletEnabled val="1"/>
        </dgm:presLayoutVars>
      </dgm:prSet>
      <dgm:spPr/>
    </dgm:pt>
    <dgm:pt modelId="{FB0DC088-C97C-468D-B89D-088E2E4577DE}" type="pres">
      <dgm:prSet presAssocID="{2A58B76D-C926-4B9C-BA1C-C8858D224FEA}" presName="sibTrans" presStyleCnt="0"/>
      <dgm:spPr/>
    </dgm:pt>
    <dgm:pt modelId="{A0DF9631-9B95-4504-B641-5FFA89D2FEE2}" type="pres">
      <dgm:prSet presAssocID="{D4434B18-989B-42BF-B93F-66C2C9DB17DD}" presName="node" presStyleLbl="node1" presStyleIdx="2" presStyleCnt="8" custScaleY="161773">
        <dgm:presLayoutVars>
          <dgm:bulletEnabled val="1"/>
        </dgm:presLayoutVars>
      </dgm:prSet>
      <dgm:spPr/>
    </dgm:pt>
    <dgm:pt modelId="{668E7E62-68BA-4FF6-BBBF-C7BF7E3B0175}" type="pres">
      <dgm:prSet presAssocID="{1F94A796-41C1-4F09-A077-909F684FCC42}" presName="sibTrans" presStyleCnt="0"/>
      <dgm:spPr/>
    </dgm:pt>
    <dgm:pt modelId="{A779AEE8-71F4-4433-AC2A-437D0D44CFCD}" type="pres">
      <dgm:prSet presAssocID="{D6DDB6CB-BCA2-46D8-9F8F-6DC4AD93F277}" presName="node" presStyleLbl="node1" presStyleIdx="3" presStyleCnt="8" custScaleY="164468">
        <dgm:presLayoutVars>
          <dgm:bulletEnabled val="1"/>
        </dgm:presLayoutVars>
      </dgm:prSet>
      <dgm:spPr/>
    </dgm:pt>
    <dgm:pt modelId="{8236E260-1FAC-45FB-A450-195051404416}" type="pres">
      <dgm:prSet presAssocID="{BC5AA757-033C-450F-BBFA-CF34CF5DDB2C}" presName="sibTrans" presStyleCnt="0"/>
      <dgm:spPr/>
    </dgm:pt>
    <dgm:pt modelId="{D89E24E7-E519-4520-8FFA-2A2FBFE7F29C}" type="pres">
      <dgm:prSet presAssocID="{17A7B6F8-C2B9-4651-AA07-1F515859A498}" presName="node" presStyleLbl="node1" presStyleIdx="4" presStyleCnt="8" custScaleY="153669" custLinFactNeighborX="-126" custLinFactNeighborY="1411">
        <dgm:presLayoutVars>
          <dgm:bulletEnabled val="1"/>
        </dgm:presLayoutVars>
      </dgm:prSet>
      <dgm:spPr/>
    </dgm:pt>
    <dgm:pt modelId="{4197142A-A5CC-4ECA-B318-678BC1EB5F0A}" type="pres">
      <dgm:prSet presAssocID="{FB185082-2E5D-4BC7-A334-B8F3C860CB3C}" presName="sibTrans" presStyleCnt="0"/>
      <dgm:spPr/>
    </dgm:pt>
    <dgm:pt modelId="{FEB913A2-5B8A-4CF2-9C14-28DE57420A37}" type="pres">
      <dgm:prSet presAssocID="{9FCB9A85-6375-45D6-B5BF-EF60FAB16D0B}" presName="node" presStyleLbl="node1" presStyleIdx="5" presStyleCnt="8" custScaleY="152428" custLinFactNeighborX="1240" custLinFactNeighborY="1169">
        <dgm:presLayoutVars>
          <dgm:bulletEnabled val="1"/>
        </dgm:presLayoutVars>
      </dgm:prSet>
      <dgm:spPr/>
    </dgm:pt>
    <dgm:pt modelId="{7A6DD940-F71A-40D9-9268-B001B3919302}" type="pres">
      <dgm:prSet presAssocID="{42CBC4A1-D4BA-46FD-805B-5D3B7132750D}" presName="sibTrans" presStyleCnt="0"/>
      <dgm:spPr/>
    </dgm:pt>
    <dgm:pt modelId="{12D30ED6-6D0D-4A3A-9DCC-76F2615ACE1B}" type="pres">
      <dgm:prSet presAssocID="{492B577B-2A57-4BC0-87C3-43414E524D7D}" presName="node" presStyleLbl="node1" presStyleIdx="6" presStyleCnt="8" custScaleY="151372" custLinFactNeighborX="1559" custLinFactNeighborY="-1980">
        <dgm:presLayoutVars>
          <dgm:bulletEnabled val="1"/>
        </dgm:presLayoutVars>
      </dgm:prSet>
      <dgm:spPr/>
    </dgm:pt>
    <dgm:pt modelId="{DC6A51AE-678A-4AC9-910C-57A8CABFA206}" type="pres">
      <dgm:prSet presAssocID="{A03B75E6-69AC-4BF8-A538-07AA8FE24DC5}" presName="sibTrans" presStyleCnt="0"/>
      <dgm:spPr/>
    </dgm:pt>
    <dgm:pt modelId="{D06A3A6D-7A01-40C5-B8A8-6C9BD5E6A0B2}" type="pres">
      <dgm:prSet presAssocID="{033591AE-A779-4842-A4D5-AF355BF51C41}" presName="node" presStyleLbl="node1" presStyleIdx="7" presStyleCnt="8" custScaleY="148865" custLinFactNeighborX="126" custLinFactNeighborY="-4185">
        <dgm:presLayoutVars>
          <dgm:bulletEnabled val="1"/>
        </dgm:presLayoutVars>
      </dgm:prSet>
      <dgm:spPr/>
    </dgm:pt>
  </dgm:ptLst>
  <dgm:cxnLst>
    <dgm:cxn modelId="{5A8DBE07-70B5-4A5D-8233-F7A2CDF31A46}" type="presOf" srcId="{17A7B6F8-C2B9-4651-AA07-1F515859A498}" destId="{D89E24E7-E519-4520-8FFA-2A2FBFE7F29C}" srcOrd="0" destOrd="0" presId="urn:microsoft.com/office/officeart/2005/8/layout/default"/>
    <dgm:cxn modelId="{65761E14-B122-4E2B-9158-E91FE2A1700A}" type="presOf" srcId="{28C8720B-1A44-4C02-BDFF-51B678098458}" destId="{48DA1F70-F266-4411-AC5D-C987FFDE00BA}" srcOrd="0" destOrd="0" presId="urn:microsoft.com/office/officeart/2005/8/layout/default"/>
    <dgm:cxn modelId="{7824CC1B-DE14-4E8C-97CD-8448084E7404}" srcId="{28C8720B-1A44-4C02-BDFF-51B678098458}" destId="{492B577B-2A57-4BC0-87C3-43414E524D7D}" srcOrd="6" destOrd="0" parTransId="{495A503F-C5D9-4E77-A8D1-143CC80D09F7}" sibTransId="{A03B75E6-69AC-4BF8-A538-07AA8FE24DC5}"/>
    <dgm:cxn modelId="{8C3E4538-21DD-4098-97E8-C434B578F5F6}" type="presOf" srcId="{C5D4D27E-15AE-44A8-BC0D-16DD10C57442}" destId="{7C769FBA-6994-41A7-9865-E07AA99B29F5}" srcOrd="0" destOrd="0" presId="urn:microsoft.com/office/officeart/2005/8/layout/default"/>
    <dgm:cxn modelId="{362E8164-1056-4B5F-AE35-03EC73F341E0}" type="presOf" srcId="{492B577B-2A57-4BC0-87C3-43414E524D7D}" destId="{12D30ED6-6D0D-4A3A-9DCC-76F2615ACE1B}" srcOrd="0" destOrd="0" presId="urn:microsoft.com/office/officeart/2005/8/layout/default"/>
    <dgm:cxn modelId="{58C98251-B131-4473-9C4F-7507E99C01F5}" type="presOf" srcId="{E3882DA9-57D6-446C-8534-8AE432862AC0}" destId="{A1C8276F-B73C-41DB-A5FA-FA1A4C3661EB}" srcOrd="0" destOrd="0" presId="urn:microsoft.com/office/officeart/2005/8/layout/default"/>
    <dgm:cxn modelId="{1C764355-6B1E-48D2-B346-3E0E44895BC6}" type="presOf" srcId="{033591AE-A779-4842-A4D5-AF355BF51C41}" destId="{D06A3A6D-7A01-40C5-B8A8-6C9BD5E6A0B2}" srcOrd="0" destOrd="0" presId="urn:microsoft.com/office/officeart/2005/8/layout/default"/>
    <dgm:cxn modelId="{B0782A8E-A415-473B-B36B-BC43E117A00B}" srcId="{28C8720B-1A44-4C02-BDFF-51B678098458}" destId="{E3882DA9-57D6-446C-8534-8AE432862AC0}" srcOrd="1" destOrd="0" parTransId="{9B21E233-25C7-4E56-B3F4-0D0F101B95DB}" sibTransId="{2A58B76D-C926-4B9C-BA1C-C8858D224FEA}"/>
    <dgm:cxn modelId="{C6B23790-9FD7-4D86-A2DF-80FD5E5D2B2D}" srcId="{28C8720B-1A44-4C02-BDFF-51B678098458}" destId="{D4434B18-989B-42BF-B93F-66C2C9DB17DD}" srcOrd="2" destOrd="0" parTransId="{8DA4BAF3-2A77-427B-9266-77F7AE3B6B2F}" sibTransId="{1F94A796-41C1-4F09-A077-909F684FCC42}"/>
    <dgm:cxn modelId="{BE4FA092-673C-4C17-82F8-3F1583E9DE5B}" type="presOf" srcId="{D6DDB6CB-BCA2-46D8-9F8F-6DC4AD93F277}" destId="{A779AEE8-71F4-4433-AC2A-437D0D44CFCD}" srcOrd="0" destOrd="0" presId="urn:microsoft.com/office/officeart/2005/8/layout/default"/>
    <dgm:cxn modelId="{D064409D-897D-4FD1-B7A4-78A2A01E3522}" srcId="{28C8720B-1A44-4C02-BDFF-51B678098458}" destId="{9FCB9A85-6375-45D6-B5BF-EF60FAB16D0B}" srcOrd="5" destOrd="0" parTransId="{5356DAEC-A206-4BC0-A6D5-BFDD211868C6}" sibTransId="{42CBC4A1-D4BA-46FD-805B-5D3B7132750D}"/>
    <dgm:cxn modelId="{CAF4C1B5-70D5-46C5-9038-09309E6BA1F1}" srcId="{28C8720B-1A44-4C02-BDFF-51B678098458}" destId="{D6DDB6CB-BCA2-46D8-9F8F-6DC4AD93F277}" srcOrd="3" destOrd="0" parTransId="{E6F4E2FB-2E9D-4D74-A287-2FAA8E8F2210}" sibTransId="{BC5AA757-033C-450F-BBFA-CF34CF5DDB2C}"/>
    <dgm:cxn modelId="{0FBF4CBF-6D63-41BD-9742-D67EBB89269A}" srcId="{28C8720B-1A44-4C02-BDFF-51B678098458}" destId="{C5D4D27E-15AE-44A8-BC0D-16DD10C57442}" srcOrd="0" destOrd="0" parTransId="{87CD0B0C-0518-4DF4-826C-ED4427E3B8EA}" sibTransId="{C2E38B14-20AB-4939-B326-2690B2C5830A}"/>
    <dgm:cxn modelId="{C914B5C2-3B2F-4171-9133-AB3014D4AC12}" srcId="{28C8720B-1A44-4C02-BDFF-51B678098458}" destId="{17A7B6F8-C2B9-4651-AA07-1F515859A498}" srcOrd="4" destOrd="0" parTransId="{63D840E1-CC69-4898-90A6-F10C45BA7455}" sibTransId="{FB185082-2E5D-4BC7-A334-B8F3C860CB3C}"/>
    <dgm:cxn modelId="{206861D6-E57A-4B61-90D9-236903E57BF2}" srcId="{28C8720B-1A44-4C02-BDFF-51B678098458}" destId="{033591AE-A779-4842-A4D5-AF355BF51C41}" srcOrd="7" destOrd="0" parTransId="{31DA2D6E-DA2E-4C55-8EDE-76E1B9075D31}" sibTransId="{7DE3B733-A397-4731-AA7B-4AC54BC21814}"/>
    <dgm:cxn modelId="{5A8774E2-66D6-40DF-A300-00F5ECBF10A7}" type="presOf" srcId="{9FCB9A85-6375-45D6-B5BF-EF60FAB16D0B}" destId="{FEB913A2-5B8A-4CF2-9C14-28DE57420A37}" srcOrd="0" destOrd="0" presId="urn:microsoft.com/office/officeart/2005/8/layout/default"/>
    <dgm:cxn modelId="{B4CA0EE7-731C-44C0-AD63-0A87AAF91DC6}" type="presOf" srcId="{D4434B18-989B-42BF-B93F-66C2C9DB17DD}" destId="{A0DF9631-9B95-4504-B641-5FFA89D2FEE2}" srcOrd="0" destOrd="0" presId="urn:microsoft.com/office/officeart/2005/8/layout/default"/>
    <dgm:cxn modelId="{363F3D9F-725B-4C4E-8316-E3C2D1830489}" type="presParOf" srcId="{48DA1F70-F266-4411-AC5D-C987FFDE00BA}" destId="{7C769FBA-6994-41A7-9865-E07AA99B29F5}" srcOrd="0" destOrd="0" presId="urn:microsoft.com/office/officeart/2005/8/layout/default"/>
    <dgm:cxn modelId="{A2E78D50-B4BD-4A1E-9208-0033DECC077C}" type="presParOf" srcId="{48DA1F70-F266-4411-AC5D-C987FFDE00BA}" destId="{7FFC4AF0-F208-469C-9418-315BD7FA0151}" srcOrd="1" destOrd="0" presId="urn:microsoft.com/office/officeart/2005/8/layout/default"/>
    <dgm:cxn modelId="{BB88E1C2-23FB-4B13-9518-894A480C84B3}" type="presParOf" srcId="{48DA1F70-F266-4411-AC5D-C987FFDE00BA}" destId="{A1C8276F-B73C-41DB-A5FA-FA1A4C3661EB}" srcOrd="2" destOrd="0" presId="urn:microsoft.com/office/officeart/2005/8/layout/default"/>
    <dgm:cxn modelId="{E9F7B418-F7B6-403E-9E1F-F8E4174FC857}" type="presParOf" srcId="{48DA1F70-F266-4411-AC5D-C987FFDE00BA}" destId="{FB0DC088-C97C-468D-B89D-088E2E4577DE}" srcOrd="3" destOrd="0" presId="urn:microsoft.com/office/officeart/2005/8/layout/default"/>
    <dgm:cxn modelId="{93EFBE4F-9D3B-465B-A994-1BE61176A1ED}" type="presParOf" srcId="{48DA1F70-F266-4411-AC5D-C987FFDE00BA}" destId="{A0DF9631-9B95-4504-B641-5FFA89D2FEE2}" srcOrd="4" destOrd="0" presId="urn:microsoft.com/office/officeart/2005/8/layout/default"/>
    <dgm:cxn modelId="{A5F9291D-5E12-40C6-B29B-ED0B224FB4BD}" type="presParOf" srcId="{48DA1F70-F266-4411-AC5D-C987FFDE00BA}" destId="{668E7E62-68BA-4FF6-BBBF-C7BF7E3B0175}" srcOrd="5" destOrd="0" presId="urn:microsoft.com/office/officeart/2005/8/layout/default"/>
    <dgm:cxn modelId="{088BAB71-F1C6-46D6-B500-84942A48A35C}" type="presParOf" srcId="{48DA1F70-F266-4411-AC5D-C987FFDE00BA}" destId="{A779AEE8-71F4-4433-AC2A-437D0D44CFCD}" srcOrd="6" destOrd="0" presId="urn:microsoft.com/office/officeart/2005/8/layout/default"/>
    <dgm:cxn modelId="{61ECF350-E060-4F5A-ACFB-A022E2A99BBA}" type="presParOf" srcId="{48DA1F70-F266-4411-AC5D-C987FFDE00BA}" destId="{8236E260-1FAC-45FB-A450-195051404416}" srcOrd="7" destOrd="0" presId="urn:microsoft.com/office/officeart/2005/8/layout/default"/>
    <dgm:cxn modelId="{9D47044E-F4D8-4858-AC84-1B3944C62250}" type="presParOf" srcId="{48DA1F70-F266-4411-AC5D-C987FFDE00BA}" destId="{D89E24E7-E519-4520-8FFA-2A2FBFE7F29C}" srcOrd="8" destOrd="0" presId="urn:microsoft.com/office/officeart/2005/8/layout/default"/>
    <dgm:cxn modelId="{36ED4AB8-EE9D-42E1-A465-AC634F040FF9}" type="presParOf" srcId="{48DA1F70-F266-4411-AC5D-C987FFDE00BA}" destId="{4197142A-A5CC-4ECA-B318-678BC1EB5F0A}" srcOrd="9" destOrd="0" presId="urn:microsoft.com/office/officeart/2005/8/layout/default"/>
    <dgm:cxn modelId="{7E5691F2-809C-48F2-BAF1-A5B030F650B9}" type="presParOf" srcId="{48DA1F70-F266-4411-AC5D-C987FFDE00BA}" destId="{FEB913A2-5B8A-4CF2-9C14-28DE57420A37}" srcOrd="10" destOrd="0" presId="urn:microsoft.com/office/officeart/2005/8/layout/default"/>
    <dgm:cxn modelId="{0615A7EB-9B48-4874-96D0-94A82FA3C369}" type="presParOf" srcId="{48DA1F70-F266-4411-AC5D-C987FFDE00BA}" destId="{7A6DD940-F71A-40D9-9268-B001B3919302}" srcOrd="11" destOrd="0" presId="urn:microsoft.com/office/officeart/2005/8/layout/default"/>
    <dgm:cxn modelId="{E09445C6-7EBE-4974-8195-9B90624BD64C}" type="presParOf" srcId="{48DA1F70-F266-4411-AC5D-C987FFDE00BA}" destId="{12D30ED6-6D0D-4A3A-9DCC-76F2615ACE1B}" srcOrd="12" destOrd="0" presId="urn:microsoft.com/office/officeart/2005/8/layout/default"/>
    <dgm:cxn modelId="{38B3E0C3-368C-4E98-AA65-97F171C69F8B}" type="presParOf" srcId="{48DA1F70-F266-4411-AC5D-C987FFDE00BA}" destId="{DC6A51AE-678A-4AC9-910C-57A8CABFA206}" srcOrd="13" destOrd="0" presId="urn:microsoft.com/office/officeart/2005/8/layout/default"/>
    <dgm:cxn modelId="{AA6622F2-F6B9-4EA5-97C6-138E9A05A70D}" type="presParOf" srcId="{48DA1F70-F266-4411-AC5D-C987FFDE00BA}" destId="{D06A3A6D-7A01-40C5-B8A8-6C9BD5E6A0B2}"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D69A91-4795-49C0-A7C3-550285BE8B5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DF80947-74A2-4ED3-957F-1DAC3111E3B1}">
      <dgm:prSet/>
      <dgm:spPr/>
      <dgm:t>
        <a:bodyPr/>
        <a:lstStyle/>
        <a:p>
          <a:r>
            <a:rPr lang="da-DK" b="1" i="0" baseline="0" dirty="0"/>
            <a:t>Forstå angriberes adfærd</a:t>
          </a:r>
          <a:r>
            <a:rPr lang="da-DK" b="0" i="0" baseline="0" dirty="0"/>
            <a:t> – ikke kun værktøjerne, men de konkrete skridt angribere tager, f.eks. hvordan de skaffer adgang, eskalerer rettigheder osv.</a:t>
          </a:r>
          <a:endParaRPr lang="en-US" dirty="0"/>
        </a:p>
      </dgm:t>
    </dgm:pt>
    <dgm:pt modelId="{59D87DE0-1DB9-4AC0-B402-0E21D82DFACA}" type="parTrans" cxnId="{932EB971-F034-4ACB-B2A8-29B4ED4E55AB}">
      <dgm:prSet/>
      <dgm:spPr/>
      <dgm:t>
        <a:bodyPr/>
        <a:lstStyle/>
        <a:p>
          <a:endParaRPr lang="en-US"/>
        </a:p>
      </dgm:t>
    </dgm:pt>
    <dgm:pt modelId="{EE55DBEB-2858-4984-8A6F-719802354BEB}" type="sibTrans" cxnId="{932EB971-F034-4ACB-B2A8-29B4ED4E55AB}">
      <dgm:prSet/>
      <dgm:spPr/>
      <dgm:t>
        <a:bodyPr/>
        <a:lstStyle/>
        <a:p>
          <a:endParaRPr lang="en-US"/>
        </a:p>
      </dgm:t>
    </dgm:pt>
    <dgm:pt modelId="{31FAC989-8178-4B6B-AC0B-7F4291EB3D00}">
      <dgm:prSet/>
      <dgm:spPr/>
      <dgm:t>
        <a:bodyPr/>
        <a:lstStyle/>
        <a:p>
          <a:r>
            <a:rPr lang="da-DK" b="1" i="0" baseline="0" dirty="0"/>
            <a:t>Opbygge forsvar</a:t>
          </a:r>
          <a:r>
            <a:rPr lang="da-DK" b="0" i="0" baseline="0" dirty="0"/>
            <a:t> – sikkerhedsteams kan kortlægge egne systemer og kontroller op mod MITRE ATT&amp;CK og se, hvor de er sårbare.</a:t>
          </a:r>
          <a:endParaRPr lang="en-US" dirty="0"/>
        </a:p>
      </dgm:t>
    </dgm:pt>
    <dgm:pt modelId="{2F05F14A-E0FA-4F0C-A7C2-DF1D64DD89D9}" type="parTrans" cxnId="{2BD9D901-40DA-4CA5-AB03-9BED74F8295A}">
      <dgm:prSet/>
      <dgm:spPr/>
      <dgm:t>
        <a:bodyPr/>
        <a:lstStyle/>
        <a:p>
          <a:endParaRPr lang="en-US"/>
        </a:p>
      </dgm:t>
    </dgm:pt>
    <dgm:pt modelId="{ED1563D1-836E-44E8-8812-1386DDFF5AF7}" type="sibTrans" cxnId="{2BD9D901-40DA-4CA5-AB03-9BED74F8295A}">
      <dgm:prSet/>
      <dgm:spPr/>
      <dgm:t>
        <a:bodyPr/>
        <a:lstStyle/>
        <a:p>
          <a:endParaRPr lang="en-US"/>
        </a:p>
      </dgm:t>
    </dgm:pt>
    <dgm:pt modelId="{E6BFB315-B9A6-45A1-8C98-2EF28E390AB5}">
      <dgm:prSet/>
      <dgm:spPr/>
      <dgm:t>
        <a:bodyPr/>
        <a:lstStyle/>
        <a:p>
          <a:r>
            <a:rPr lang="da-DK" b="1" i="0" baseline="0" dirty="0" err="1"/>
            <a:t>Threat</a:t>
          </a:r>
          <a:r>
            <a:rPr lang="da-DK" b="1" i="0" baseline="0" dirty="0"/>
            <a:t> </a:t>
          </a:r>
          <a:r>
            <a:rPr lang="da-DK" b="1" i="0" baseline="0" dirty="0" err="1"/>
            <a:t>intelligence</a:t>
          </a:r>
          <a:r>
            <a:rPr lang="da-DK" b="0" i="0" baseline="0" dirty="0"/>
            <a:t> – kan bruge det som reference til at beskrive og sammenligne angreb.</a:t>
          </a:r>
        </a:p>
      </dgm:t>
    </dgm:pt>
    <dgm:pt modelId="{77A315F7-6CAE-4B35-BC3F-0CDF151EC6BF}" type="parTrans" cxnId="{3D80CC4F-BC13-450E-8C33-9E32B19A4730}">
      <dgm:prSet/>
      <dgm:spPr/>
      <dgm:t>
        <a:bodyPr/>
        <a:lstStyle/>
        <a:p>
          <a:endParaRPr lang="en-US"/>
        </a:p>
      </dgm:t>
    </dgm:pt>
    <dgm:pt modelId="{DA54FA3F-2424-47DC-A769-8C0912A6BB54}" type="sibTrans" cxnId="{3D80CC4F-BC13-450E-8C33-9E32B19A4730}">
      <dgm:prSet/>
      <dgm:spPr/>
      <dgm:t>
        <a:bodyPr/>
        <a:lstStyle/>
        <a:p>
          <a:endParaRPr lang="en-US"/>
        </a:p>
      </dgm:t>
    </dgm:pt>
    <dgm:pt modelId="{71884A78-57E7-49A4-BF18-3690CA885A55}">
      <dgm:prSet/>
      <dgm:spPr/>
      <dgm:t>
        <a:bodyPr/>
        <a:lstStyle/>
        <a:p>
          <a:r>
            <a:rPr lang="da-DK" b="1" i="0" baseline="0" dirty="0"/>
            <a:t>Red team / </a:t>
          </a:r>
          <a:r>
            <a:rPr lang="da-DK" b="1" i="0" baseline="0" dirty="0" err="1"/>
            <a:t>blue</a:t>
          </a:r>
          <a:r>
            <a:rPr lang="da-DK" b="1" i="0" baseline="0" dirty="0"/>
            <a:t> team øvelser</a:t>
          </a:r>
          <a:r>
            <a:rPr lang="da-DK" b="0" i="0" baseline="0" dirty="0"/>
            <a:t> – red team simulerer angreb, mens </a:t>
          </a:r>
          <a:r>
            <a:rPr lang="da-DK" b="0" i="0" baseline="0" dirty="0" err="1"/>
            <a:t>blue</a:t>
          </a:r>
          <a:r>
            <a:rPr lang="da-DK" b="0" i="0" baseline="0" dirty="0"/>
            <a:t> team tester deres evne til at opdage og reagere.</a:t>
          </a:r>
          <a:endParaRPr lang="en-US" dirty="0"/>
        </a:p>
      </dgm:t>
    </dgm:pt>
    <dgm:pt modelId="{E6006843-6E04-4346-BF31-35D4CCE474BE}" type="parTrans" cxnId="{58CB7E7A-68A4-4A2A-9A3D-F3520CD2223B}">
      <dgm:prSet/>
      <dgm:spPr/>
      <dgm:t>
        <a:bodyPr/>
        <a:lstStyle/>
        <a:p>
          <a:endParaRPr lang="en-US"/>
        </a:p>
      </dgm:t>
    </dgm:pt>
    <dgm:pt modelId="{7C8D0C6E-F4C5-49B6-A12B-CDAF33027390}" type="sibTrans" cxnId="{58CB7E7A-68A4-4A2A-9A3D-F3520CD2223B}">
      <dgm:prSet/>
      <dgm:spPr/>
      <dgm:t>
        <a:bodyPr/>
        <a:lstStyle/>
        <a:p>
          <a:endParaRPr lang="en-US"/>
        </a:p>
      </dgm:t>
    </dgm:pt>
    <dgm:pt modelId="{E113A0A1-17F7-482A-A9DD-3877B24B2AD7}" type="pres">
      <dgm:prSet presAssocID="{3BD69A91-4795-49C0-A7C3-550285BE8B51}" presName="root" presStyleCnt="0">
        <dgm:presLayoutVars>
          <dgm:dir/>
          <dgm:resizeHandles val="exact"/>
        </dgm:presLayoutVars>
      </dgm:prSet>
      <dgm:spPr/>
    </dgm:pt>
    <dgm:pt modelId="{F08F35BA-EBF2-4631-A11A-17D66D846728}" type="pres">
      <dgm:prSet presAssocID="{1DF80947-74A2-4ED3-957F-1DAC3111E3B1}" presName="compNode" presStyleCnt="0"/>
      <dgm:spPr/>
    </dgm:pt>
    <dgm:pt modelId="{4CDDD264-AACE-4EF8-AC0B-68A4E7B80C05}" type="pres">
      <dgm:prSet presAssocID="{1DF80947-74A2-4ED3-957F-1DAC3111E3B1}" presName="bgRect" presStyleLbl="bgShp" presStyleIdx="0" presStyleCnt="4"/>
      <dgm:spPr/>
    </dgm:pt>
    <dgm:pt modelId="{619B225D-1BA2-4E2D-8909-485A3E15607C}" type="pres">
      <dgm:prSet presAssocID="{1DF80947-74A2-4ED3-957F-1DAC3111E3B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ning Tools"/>
        </a:ext>
      </dgm:extLst>
    </dgm:pt>
    <dgm:pt modelId="{BF53BF15-FF57-4430-85F2-A55E03615C0A}" type="pres">
      <dgm:prSet presAssocID="{1DF80947-74A2-4ED3-957F-1DAC3111E3B1}" presName="spaceRect" presStyleCnt="0"/>
      <dgm:spPr/>
    </dgm:pt>
    <dgm:pt modelId="{CF37EE0C-4E70-4831-8589-EACF06188786}" type="pres">
      <dgm:prSet presAssocID="{1DF80947-74A2-4ED3-957F-1DAC3111E3B1}" presName="parTx" presStyleLbl="revTx" presStyleIdx="0" presStyleCnt="4">
        <dgm:presLayoutVars>
          <dgm:chMax val="0"/>
          <dgm:chPref val="0"/>
        </dgm:presLayoutVars>
      </dgm:prSet>
      <dgm:spPr/>
    </dgm:pt>
    <dgm:pt modelId="{AE944F98-25E2-4018-BBD5-85F332B17953}" type="pres">
      <dgm:prSet presAssocID="{EE55DBEB-2858-4984-8A6F-719802354BEB}" presName="sibTrans" presStyleCnt="0"/>
      <dgm:spPr/>
    </dgm:pt>
    <dgm:pt modelId="{6890090A-BBC7-4A44-8B96-C2A18029B705}" type="pres">
      <dgm:prSet presAssocID="{31FAC989-8178-4B6B-AC0B-7F4291EB3D00}" presName="compNode" presStyleCnt="0"/>
      <dgm:spPr/>
    </dgm:pt>
    <dgm:pt modelId="{5AAE64D9-99F0-4FC0-B41B-F3DBD1F30A07}" type="pres">
      <dgm:prSet presAssocID="{31FAC989-8178-4B6B-AC0B-7F4291EB3D00}" presName="bgRect" presStyleLbl="bgShp" presStyleIdx="1" presStyleCnt="4"/>
      <dgm:spPr/>
    </dgm:pt>
    <dgm:pt modelId="{F7993C2D-C9FE-4A3A-ACE7-5C6507DFAB99}" type="pres">
      <dgm:prSet presAssocID="{31FAC989-8178-4B6B-AC0B-7F4291EB3D0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fkrydsning"/>
        </a:ext>
      </dgm:extLst>
    </dgm:pt>
    <dgm:pt modelId="{718F4D29-453C-4C48-B038-1B9536374096}" type="pres">
      <dgm:prSet presAssocID="{31FAC989-8178-4B6B-AC0B-7F4291EB3D00}" presName="spaceRect" presStyleCnt="0"/>
      <dgm:spPr/>
    </dgm:pt>
    <dgm:pt modelId="{06BE9B38-B465-468D-92C8-9A3353CA9842}" type="pres">
      <dgm:prSet presAssocID="{31FAC989-8178-4B6B-AC0B-7F4291EB3D00}" presName="parTx" presStyleLbl="revTx" presStyleIdx="1" presStyleCnt="4">
        <dgm:presLayoutVars>
          <dgm:chMax val="0"/>
          <dgm:chPref val="0"/>
        </dgm:presLayoutVars>
      </dgm:prSet>
      <dgm:spPr/>
    </dgm:pt>
    <dgm:pt modelId="{D893BC0F-E036-4751-B3AB-B3B335B20FAB}" type="pres">
      <dgm:prSet presAssocID="{ED1563D1-836E-44E8-8812-1386DDFF5AF7}" presName="sibTrans" presStyleCnt="0"/>
      <dgm:spPr/>
    </dgm:pt>
    <dgm:pt modelId="{B29A7DBD-E9E7-482B-B9A8-F9B1DCE91FC5}" type="pres">
      <dgm:prSet presAssocID="{E6BFB315-B9A6-45A1-8C98-2EF28E390AB5}" presName="compNode" presStyleCnt="0"/>
      <dgm:spPr/>
    </dgm:pt>
    <dgm:pt modelId="{FDC53064-BB5D-4DFE-B51A-D96992D26C8F}" type="pres">
      <dgm:prSet presAssocID="{E6BFB315-B9A6-45A1-8C98-2EF28E390AB5}" presName="bgRect" presStyleLbl="bgShp" presStyleIdx="2" presStyleCnt="4"/>
      <dgm:spPr/>
    </dgm:pt>
    <dgm:pt modelId="{220CDA93-A0E1-447D-863F-16BBC8B6B641}" type="pres">
      <dgm:prSet presAssocID="{E6BFB315-B9A6-45A1-8C98-2EF28E390AB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ør"/>
        </a:ext>
      </dgm:extLst>
    </dgm:pt>
    <dgm:pt modelId="{9DE0ACD8-8EA9-44B7-8693-FEFC51CECFEC}" type="pres">
      <dgm:prSet presAssocID="{E6BFB315-B9A6-45A1-8C98-2EF28E390AB5}" presName="spaceRect" presStyleCnt="0"/>
      <dgm:spPr/>
    </dgm:pt>
    <dgm:pt modelId="{D5C3E5DA-62E8-4BB6-AD88-A0A24BEE6124}" type="pres">
      <dgm:prSet presAssocID="{E6BFB315-B9A6-45A1-8C98-2EF28E390AB5}" presName="parTx" presStyleLbl="revTx" presStyleIdx="2" presStyleCnt="4">
        <dgm:presLayoutVars>
          <dgm:chMax val="0"/>
          <dgm:chPref val="0"/>
        </dgm:presLayoutVars>
      </dgm:prSet>
      <dgm:spPr/>
    </dgm:pt>
    <dgm:pt modelId="{9D3AACA2-579A-4CBC-B4DD-15742908F547}" type="pres">
      <dgm:prSet presAssocID="{DA54FA3F-2424-47DC-A769-8C0912A6BB54}" presName="sibTrans" presStyleCnt="0"/>
      <dgm:spPr/>
    </dgm:pt>
    <dgm:pt modelId="{FD935A16-D0D9-4264-A885-CFC9E59CDD84}" type="pres">
      <dgm:prSet presAssocID="{71884A78-57E7-49A4-BF18-3690CA885A55}" presName="compNode" presStyleCnt="0"/>
      <dgm:spPr/>
    </dgm:pt>
    <dgm:pt modelId="{DEBEF8D8-DF68-4CA9-8DD7-605FABC319AA}" type="pres">
      <dgm:prSet presAssocID="{71884A78-57E7-49A4-BF18-3690CA885A55}" presName="bgRect" presStyleLbl="bgShp" presStyleIdx="3" presStyleCnt="4"/>
      <dgm:spPr/>
    </dgm:pt>
    <dgm:pt modelId="{6AD37D41-71E8-4645-A147-717A8A8F0918}" type="pres">
      <dgm:prSet presAssocID="{71884A78-57E7-49A4-BF18-3690CA885A5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tte"/>
        </a:ext>
      </dgm:extLst>
    </dgm:pt>
    <dgm:pt modelId="{EA83E234-1754-4BB3-940E-54917A67C173}" type="pres">
      <dgm:prSet presAssocID="{71884A78-57E7-49A4-BF18-3690CA885A55}" presName="spaceRect" presStyleCnt="0"/>
      <dgm:spPr/>
    </dgm:pt>
    <dgm:pt modelId="{5DB3EFA3-7A7D-42F5-9D02-8ADC559F9039}" type="pres">
      <dgm:prSet presAssocID="{71884A78-57E7-49A4-BF18-3690CA885A55}" presName="parTx" presStyleLbl="revTx" presStyleIdx="3" presStyleCnt="4">
        <dgm:presLayoutVars>
          <dgm:chMax val="0"/>
          <dgm:chPref val="0"/>
        </dgm:presLayoutVars>
      </dgm:prSet>
      <dgm:spPr/>
    </dgm:pt>
  </dgm:ptLst>
  <dgm:cxnLst>
    <dgm:cxn modelId="{2BD9D901-40DA-4CA5-AB03-9BED74F8295A}" srcId="{3BD69A91-4795-49C0-A7C3-550285BE8B51}" destId="{31FAC989-8178-4B6B-AC0B-7F4291EB3D00}" srcOrd="1" destOrd="0" parTransId="{2F05F14A-E0FA-4F0C-A7C2-DF1D64DD89D9}" sibTransId="{ED1563D1-836E-44E8-8812-1386DDFF5AF7}"/>
    <dgm:cxn modelId="{C87C6404-0AE2-49FD-B1CD-267E9E153395}" type="presOf" srcId="{3BD69A91-4795-49C0-A7C3-550285BE8B51}" destId="{E113A0A1-17F7-482A-A9DD-3877B24B2AD7}" srcOrd="0" destOrd="0" presId="urn:microsoft.com/office/officeart/2018/2/layout/IconVerticalSolidList"/>
    <dgm:cxn modelId="{289F3A34-AA06-46C3-A8AA-C65D9B3F7BF7}" type="presOf" srcId="{71884A78-57E7-49A4-BF18-3690CA885A55}" destId="{5DB3EFA3-7A7D-42F5-9D02-8ADC559F9039}" srcOrd="0" destOrd="0" presId="urn:microsoft.com/office/officeart/2018/2/layout/IconVerticalSolidList"/>
    <dgm:cxn modelId="{13E07A37-80A9-4275-AC0E-3E3F975684C0}" type="presOf" srcId="{E6BFB315-B9A6-45A1-8C98-2EF28E390AB5}" destId="{D5C3E5DA-62E8-4BB6-AD88-A0A24BEE6124}" srcOrd="0" destOrd="0" presId="urn:microsoft.com/office/officeart/2018/2/layout/IconVerticalSolidList"/>
    <dgm:cxn modelId="{3D80CC4F-BC13-450E-8C33-9E32B19A4730}" srcId="{3BD69A91-4795-49C0-A7C3-550285BE8B51}" destId="{E6BFB315-B9A6-45A1-8C98-2EF28E390AB5}" srcOrd="2" destOrd="0" parTransId="{77A315F7-6CAE-4B35-BC3F-0CDF151EC6BF}" sibTransId="{DA54FA3F-2424-47DC-A769-8C0912A6BB54}"/>
    <dgm:cxn modelId="{85E14871-4F25-4BF3-BC96-2F5E5243FA7C}" type="presOf" srcId="{31FAC989-8178-4B6B-AC0B-7F4291EB3D00}" destId="{06BE9B38-B465-468D-92C8-9A3353CA9842}" srcOrd="0" destOrd="0" presId="urn:microsoft.com/office/officeart/2018/2/layout/IconVerticalSolidList"/>
    <dgm:cxn modelId="{932EB971-F034-4ACB-B2A8-29B4ED4E55AB}" srcId="{3BD69A91-4795-49C0-A7C3-550285BE8B51}" destId="{1DF80947-74A2-4ED3-957F-1DAC3111E3B1}" srcOrd="0" destOrd="0" parTransId="{59D87DE0-1DB9-4AC0-B402-0E21D82DFACA}" sibTransId="{EE55DBEB-2858-4984-8A6F-719802354BEB}"/>
    <dgm:cxn modelId="{58CB7E7A-68A4-4A2A-9A3D-F3520CD2223B}" srcId="{3BD69A91-4795-49C0-A7C3-550285BE8B51}" destId="{71884A78-57E7-49A4-BF18-3690CA885A55}" srcOrd="3" destOrd="0" parTransId="{E6006843-6E04-4346-BF31-35D4CCE474BE}" sibTransId="{7C8D0C6E-F4C5-49B6-A12B-CDAF33027390}"/>
    <dgm:cxn modelId="{5DC07DF1-CEC9-4570-8696-50E2FDF32F15}" type="presOf" srcId="{1DF80947-74A2-4ED3-957F-1DAC3111E3B1}" destId="{CF37EE0C-4E70-4831-8589-EACF06188786}" srcOrd="0" destOrd="0" presId="urn:microsoft.com/office/officeart/2018/2/layout/IconVerticalSolidList"/>
    <dgm:cxn modelId="{BE1897FF-3400-4438-813B-640500EB72B9}" type="presParOf" srcId="{E113A0A1-17F7-482A-A9DD-3877B24B2AD7}" destId="{F08F35BA-EBF2-4631-A11A-17D66D846728}" srcOrd="0" destOrd="0" presId="urn:microsoft.com/office/officeart/2018/2/layout/IconVerticalSolidList"/>
    <dgm:cxn modelId="{BFFB7C16-4AC2-4A70-8770-E3CA0451FE93}" type="presParOf" srcId="{F08F35BA-EBF2-4631-A11A-17D66D846728}" destId="{4CDDD264-AACE-4EF8-AC0B-68A4E7B80C05}" srcOrd="0" destOrd="0" presId="urn:microsoft.com/office/officeart/2018/2/layout/IconVerticalSolidList"/>
    <dgm:cxn modelId="{749388C0-2E6D-4023-8458-2EB8A2384D5E}" type="presParOf" srcId="{F08F35BA-EBF2-4631-A11A-17D66D846728}" destId="{619B225D-1BA2-4E2D-8909-485A3E15607C}" srcOrd="1" destOrd="0" presId="urn:microsoft.com/office/officeart/2018/2/layout/IconVerticalSolidList"/>
    <dgm:cxn modelId="{E58AC981-2C50-4968-9E32-6AA312E418BD}" type="presParOf" srcId="{F08F35BA-EBF2-4631-A11A-17D66D846728}" destId="{BF53BF15-FF57-4430-85F2-A55E03615C0A}" srcOrd="2" destOrd="0" presId="urn:microsoft.com/office/officeart/2018/2/layout/IconVerticalSolidList"/>
    <dgm:cxn modelId="{3FB5E830-229F-4098-BB9E-0866DFE0DA9F}" type="presParOf" srcId="{F08F35BA-EBF2-4631-A11A-17D66D846728}" destId="{CF37EE0C-4E70-4831-8589-EACF06188786}" srcOrd="3" destOrd="0" presId="urn:microsoft.com/office/officeart/2018/2/layout/IconVerticalSolidList"/>
    <dgm:cxn modelId="{BD33781A-56AB-40E1-AC11-79E0EEF05A73}" type="presParOf" srcId="{E113A0A1-17F7-482A-A9DD-3877B24B2AD7}" destId="{AE944F98-25E2-4018-BBD5-85F332B17953}" srcOrd="1" destOrd="0" presId="urn:microsoft.com/office/officeart/2018/2/layout/IconVerticalSolidList"/>
    <dgm:cxn modelId="{27B6DA20-1330-4AB2-9EFD-4DB4115CE157}" type="presParOf" srcId="{E113A0A1-17F7-482A-A9DD-3877B24B2AD7}" destId="{6890090A-BBC7-4A44-8B96-C2A18029B705}" srcOrd="2" destOrd="0" presId="urn:microsoft.com/office/officeart/2018/2/layout/IconVerticalSolidList"/>
    <dgm:cxn modelId="{0360CA2F-1114-41A4-A1F9-8D425BA0B7E3}" type="presParOf" srcId="{6890090A-BBC7-4A44-8B96-C2A18029B705}" destId="{5AAE64D9-99F0-4FC0-B41B-F3DBD1F30A07}" srcOrd="0" destOrd="0" presId="urn:microsoft.com/office/officeart/2018/2/layout/IconVerticalSolidList"/>
    <dgm:cxn modelId="{933292B2-F4AB-42E9-BDD5-C5C84C01A1C0}" type="presParOf" srcId="{6890090A-BBC7-4A44-8B96-C2A18029B705}" destId="{F7993C2D-C9FE-4A3A-ACE7-5C6507DFAB99}" srcOrd="1" destOrd="0" presId="urn:microsoft.com/office/officeart/2018/2/layout/IconVerticalSolidList"/>
    <dgm:cxn modelId="{111A91DD-4660-463A-8FBD-4D850973BF60}" type="presParOf" srcId="{6890090A-BBC7-4A44-8B96-C2A18029B705}" destId="{718F4D29-453C-4C48-B038-1B9536374096}" srcOrd="2" destOrd="0" presId="urn:microsoft.com/office/officeart/2018/2/layout/IconVerticalSolidList"/>
    <dgm:cxn modelId="{200ED057-EA77-4BE6-BDE7-35076E640CA2}" type="presParOf" srcId="{6890090A-BBC7-4A44-8B96-C2A18029B705}" destId="{06BE9B38-B465-468D-92C8-9A3353CA9842}" srcOrd="3" destOrd="0" presId="urn:microsoft.com/office/officeart/2018/2/layout/IconVerticalSolidList"/>
    <dgm:cxn modelId="{6FBD6507-7796-432D-8B82-56CCB70269AF}" type="presParOf" srcId="{E113A0A1-17F7-482A-A9DD-3877B24B2AD7}" destId="{D893BC0F-E036-4751-B3AB-B3B335B20FAB}" srcOrd="3" destOrd="0" presId="urn:microsoft.com/office/officeart/2018/2/layout/IconVerticalSolidList"/>
    <dgm:cxn modelId="{176D4FEF-848B-4A58-A89A-872923E65E06}" type="presParOf" srcId="{E113A0A1-17F7-482A-A9DD-3877B24B2AD7}" destId="{B29A7DBD-E9E7-482B-B9A8-F9B1DCE91FC5}" srcOrd="4" destOrd="0" presId="urn:microsoft.com/office/officeart/2018/2/layout/IconVerticalSolidList"/>
    <dgm:cxn modelId="{7EA2585A-0E11-47EC-9BA0-657D67D0AEB6}" type="presParOf" srcId="{B29A7DBD-E9E7-482B-B9A8-F9B1DCE91FC5}" destId="{FDC53064-BB5D-4DFE-B51A-D96992D26C8F}" srcOrd="0" destOrd="0" presId="urn:microsoft.com/office/officeart/2018/2/layout/IconVerticalSolidList"/>
    <dgm:cxn modelId="{89467D0B-E001-435C-A120-C64087C7242D}" type="presParOf" srcId="{B29A7DBD-E9E7-482B-B9A8-F9B1DCE91FC5}" destId="{220CDA93-A0E1-447D-863F-16BBC8B6B641}" srcOrd="1" destOrd="0" presId="urn:microsoft.com/office/officeart/2018/2/layout/IconVerticalSolidList"/>
    <dgm:cxn modelId="{8D9AB6B4-C7F7-41B9-B654-97959C73D382}" type="presParOf" srcId="{B29A7DBD-E9E7-482B-B9A8-F9B1DCE91FC5}" destId="{9DE0ACD8-8EA9-44B7-8693-FEFC51CECFEC}" srcOrd="2" destOrd="0" presId="urn:microsoft.com/office/officeart/2018/2/layout/IconVerticalSolidList"/>
    <dgm:cxn modelId="{CC5571FE-EDDF-49BE-BB78-7508FF67F773}" type="presParOf" srcId="{B29A7DBD-E9E7-482B-B9A8-F9B1DCE91FC5}" destId="{D5C3E5DA-62E8-4BB6-AD88-A0A24BEE6124}" srcOrd="3" destOrd="0" presId="urn:microsoft.com/office/officeart/2018/2/layout/IconVerticalSolidList"/>
    <dgm:cxn modelId="{79EFAC8A-A464-4067-9C1A-D8BC2523CC07}" type="presParOf" srcId="{E113A0A1-17F7-482A-A9DD-3877B24B2AD7}" destId="{9D3AACA2-579A-4CBC-B4DD-15742908F547}" srcOrd="5" destOrd="0" presId="urn:microsoft.com/office/officeart/2018/2/layout/IconVerticalSolidList"/>
    <dgm:cxn modelId="{5F94A5B4-CD54-419E-9AAD-60021E964D3C}" type="presParOf" srcId="{E113A0A1-17F7-482A-A9DD-3877B24B2AD7}" destId="{FD935A16-D0D9-4264-A885-CFC9E59CDD84}" srcOrd="6" destOrd="0" presId="urn:microsoft.com/office/officeart/2018/2/layout/IconVerticalSolidList"/>
    <dgm:cxn modelId="{5907E1FD-D03A-49E4-BA0A-3799DA5E85EA}" type="presParOf" srcId="{FD935A16-D0D9-4264-A885-CFC9E59CDD84}" destId="{DEBEF8D8-DF68-4CA9-8DD7-605FABC319AA}" srcOrd="0" destOrd="0" presId="urn:microsoft.com/office/officeart/2018/2/layout/IconVerticalSolidList"/>
    <dgm:cxn modelId="{325184B9-7D5A-48EA-B7D6-53F7E21C458D}" type="presParOf" srcId="{FD935A16-D0D9-4264-A885-CFC9E59CDD84}" destId="{6AD37D41-71E8-4645-A147-717A8A8F0918}" srcOrd="1" destOrd="0" presId="urn:microsoft.com/office/officeart/2018/2/layout/IconVerticalSolidList"/>
    <dgm:cxn modelId="{D9A7F121-57FF-4146-AE2F-556333A8CBA6}" type="presParOf" srcId="{FD935A16-D0D9-4264-A885-CFC9E59CDD84}" destId="{EA83E234-1754-4BB3-940E-54917A67C173}" srcOrd="2" destOrd="0" presId="urn:microsoft.com/office/officeart/2018/2/layout/IconVerticalSolidList"/>
    <dgm:cxn modelId="{FEC7F88E-3BA9-4A59-B241-D962B2E3769E}" type="presParOf" srcId="{FD935A16-D0D9-4264-A885-CFC9E59CDD84}" destId="{5DB3EFA3-7A7D-42F5-9D02-8ADC559F903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769FBA-6994-41A7-9865-E07AA99B29F5}">
      <dsp:nvSpPr>
        <dsp:cNvPr id="0" name=""/>
        <dsp:cNvSpPr/>
      </dsp:nvSpPr>
      <dsp:spPr>
        <a:xfrm>
          <a:off x="3080" y="187182"/>
          <a:ext cx="2444055" cy="230743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err="1">
              <a:solidFill>
                <a:schemeClr val="tx1"/>
              </a:solidFill>
            </a:rPr>
            <a:t>Cyberangreb</a:t>
          </a:r>
          <a:r>
            <a:rPr lang="da-DK" sz="1200" b="1" kern="1200" dirty="0">
              <a:solidFill>
                <a:schemeClr val="tx1"/>
              </a:solidFill>
            </a:rPr>
            <a:t> og hacking</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Med stigende digitalisering bliver systemer og netværk mere udsatte for angreb. </a:t>
          </a:r>
          <a:endParaRPr lang="en-US" sz="1200" kern="1200" dirty="0">
            <a:solidFill>
              <a:schemeClr val="tx1"/>
            </a:solidFill>
          </a:endParaRPr>
        </a:p>
      </dsp:txBody>
      <dsp:txXfrm>
        <a:off x="3080" y="187182"/>
        <a:ext cx="2444055" cy="2307432"/>
      </dsp:txXfrm>
    </dsp:sp>
    <dsp:sp modelId="{A1C8276F-B73C-41DB-A5FA-FA1A4C3661EB}">
      <dsp:nvSpPr>
        <dsp:cNvPr id="0" name=""/>
        <dsp:cNvSpPr/>
      </dsp:nvSpPr>
      <dsp:spPr>
        <a:xfrm>
          <a:off x="2691541" y="174504"/>
          <a:ext cx="2444055" cy="2332787"/>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Databeskyttelse og privatliv</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Mængden af personlige og følsomme data, der behandles af IT-systemer, er steget markant. Dette gør beskyttelsen af denne data til en stor udfordring.</a:t>
          </a:r>
          <a:endParaRPr lang="en-US" sz="1200" kern="1200" dirty="0">
            <a:solidFill>
              <a:schemeClr val="tx1"/>
            </a:solidFill>
          </a:endParaRPr>
        </a:p>
      </dsp:txBody>
      <dsp:txXfrm>
        <a:off x="2691541" y="174504"/>
        <a:ext cx="2444055" cy="2332787"/>
      </dsp:txXfrm>
    </dsp:sp>
    <dsp:sp modelId="{A0DF9631-9B95-4504-B641-5FFA89D2FEE2}">
      <dsp:nvSpPr>
        <dsp:cNvPr id="0" name=""/>
        <dsp:cNvSpPr/>
      </dsp:nvSpPr>
      <dsp:spPr>
        <a:xfrm>
          <a:off x="5380002" y="154751"/>
          <a:ext cx="2444055" cy="237229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Social </a:t>
          </a:r>
          <a:r>
            <a:rPr lang="da-DK" sz="1200" b="1" kern="1200" dirty="0" err="1">
              <a:solidFill>
                <a:schemeClr val="tx1"/>
              </a:solidFill>
            </a:rPr>
            <a:t>engineering</a:t>
          </a:r>
          <a:r>
            <a:rPr lang="da-DK" sz="1200" b="1" kern="1200" dirty="0">
              <a:solidFill>
                <a:schemeClr val="tx1"/>
              </a:solidFill>
            </a:rPr>
            <a:t> og phishing</a:t>
          </a:r>
          <a:br>
            <a:rPr lang="da-DK" sz="1200" kern="1200" dirty="0">
              <a:solidFill>
                <a:schemeClr val="tx1"/>
              </a:solidFill>
            </a:rPr>
          </a:br>
          <a:r>
            <a:rPr lang="da-DK" sz="1200" kern="1200" dirty="0">
              <a:solidFill>
                <a:schemeClr val="tx1"/>
              </a:solidFill>
            </a:rPr>
            <a:t>Menneskelige fejl er ofte den svageste forbindelse i et IT-sikkerhedssystem. Phishing, hvor angriberen forsøger at få adgang til følsomme oplysninger ved at manipulere brugere, er en af de mest almindelige metoder. </a:t>
          </a:r>
          <a:endParaRPr lang="en-US" sz="1200" kern="1200" dirty="0">
            <a:solidFill>
              <a:schemeClr val="tx1"/>
            </a:solidFill>
          </a:endParaRPr>
        </a:p>
      </dsp:txBody>
      <dsp:txXfrm>
        <a:off x="5380002" y="154751"/>
        <a:ext cx="2444055" cy="2372293"/>
      </dsp:txXfrm>
    </dsp:sp>
    <dsp:sp modelId="{A779AEE8-71F4-4433-AC2A-437D0D44CFCD}">
      <dsp:nvSpPr>
        <dsp:cNvPr id="0" name=""/>
        <dsp:cNvSpPr/>
      </dsp:nvSpPr>
      <dsp:spPr>
        <a:xfrm>
          <a:off x="8068463" y="134991"/>
          <a:ext cx="2444055" cy="241181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Uautoriseret adgang og identitetstyveri</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Uautoriseret adgang til systemer, databaser eller applikationer kan føre til identitetstyveri, hvor angribere får adgang til personlige oplysninger og økonomiske data</a:t>
          </a:r>
          <a:endParaRPr lang="en-US" sz="1200" kern="1200" dirty="0">
            <a:solidFill>
              <a:schemeClr val="tx1"/>
            </a:solidFill>
          </a:endParaRPr>
        </a:p>
      </dsp:txBody>
      <dsp:txXfrm>
        <a:off x="8068463" y="134991"/>
        <a:ext cx="2444055" cy="2411813"/>
      </dsp:txXfrm>
    </dsp:sp>
    <dsp:sp modelId="{D89E24E7-E519-4520-8FFA-2A2FBFE7F29C}">
      <dsp:nvSpPr>
        <dsp:cNvPr id="0" name=""/>
        <dsp:cNvSpPr/>
      </dsp:nvSpPr>
      <dsp:spPr>
        <a:xfrm>
          <a:off x="1" y="2811902"/>
          <a:ext cx="2444055" cy="225345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Sårbarheder i software og hardware</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Mange IT-systemer er afhængige af tredjepartssoftware eller hardware, som kan indeholde sikkerhedshuller</a:t>
          </a:r>
          <a:r>
            <a:rPr lang="da-DK" sz="900" kern="1200" dirty="0">
              <a:solidFill>
                <a:schemeClr val="tx1"/>
              </a:solidFill>
            </a:rPr>
            <a:t>. </a:t>
          </a:r>
          <a:endParaRPr lang="en-US" sz="900" kern="1200" dirty="0">
            <a:solidFill>
              <a:schemeClr val="tx1"/>
            </a:solidFill>
          </a:endParaRPr>
        </a:p>
      </dsp:txBody>
      <dsp:txXfrm>
        <a:off x="1" y="2811902"/>
        <a:ext cx="2444055" cy="2253453"/>
      </dsp:txXfrm>
    </dsp:sp>
    <dsp:sp modelId="{FEB913A2-5B8A-4CF2-9C14-28DE57420A37}">
      <dsp:nvSpPr>
        <dsp:cNvPr id="0" name=""/>
        <dsp:cNvSpPr/>
      </dsp:nvSpPr>
      <dsp:spPr>
        <a:xfrm>
          <a:off x="2721848" y="2817452"/>
          <a:ext cx="2444055" cy="22352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Cloud-sikkerhed</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Brugen af cloud </a:t>
          </a:r>
          <a:r>
            <a:rPr lang="da-DK" sz="1200" kern="1200" dirty="0" err="1">
              <a:solidFill>
                <a:schemeClr val="tx1"/>
              </a:solidFill>
            </a:rPr>
            <a:t>computing</a:t>
          </a:r>
          <a:r>
            <a:rPr lang="da-DK" sz="1200" kern="1200" dirty="0">
              <a:solidFill>
                <a:schemeClr val="tx1"/>
              </a:solidFill>
            </a:rPr>
            <a:t> medfører nye sikkerhedsrisici, da data og applikationer ikke længere er under direkte kontrol af organisationen</a:t>
          </a:r>
          <a:r>
            <a:rPr lang="da-DK" sz="900" kern="1200" dirty="0">
              <a:solidFill>
                <a:schemeClr val="tx1"/>
              </a:solidFill>
            </a:rPr>
            <a:t>.</a:t>
          </a:r>
          <a:endParaRPr lang="en-US" sz="900" kern="1200" dirty="0">
            <a:solidFill>
              <a:schemeClr val="tx1"/>
            </a:solidFill>
          </a:endParaRPr>
        </a:p>
      </dsp:txBody>
      <dsp:txXfrm>
        <a:off x="2721848" y="2817452"/>
        <a:ext cx="2444055" cy="2235254"/>
      </dsp:txXfrm>
    </dsp:sp>
    <dsp:sp modelId="{12D30ED6-6D0D-4A3A-9DCC-76F2615ACE1B}">
      <dsp:nvSpPr>
        <dsp:cNvPr id="0" name=""/>
        <dsp:cNvSpPr/>
      </dsp:nvSpPr>
      <dsp:spPr>
        <a:xfrm>
          <a:off x="5418105" y="2779017"/>
          <a:ext cx="2444055" cy="221976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Intern trussel</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Trusler fra interne medarbejdere eller samarbejdspartnere udgør også en betydelig risiko. En medarbejder med adgang til kritiske systemer kan misbruge denne adgang til at stjæle data eller udføre skadelige handlinger. </a:t>
          </a:r>
          <a:endParaRPr lang="en-US" sz="1200" kern="1200" dirty="0">
            <a:solidFill>
              <a:schemeClr val="tx1"/>
            </a:solidFill>
          </a:endParaRPr>
        </a:p>
      </dsp:txBody>
      <dsp:txXfrm>
        <a:off x="5418105" y="2779017"/>
        <a:ext cx="2444055" cy="2219769"/>
      </dsp:txXfrm>
    </dsp:sp>
    <dsp:sp modelId="{D06A3A6D-7A01-40C5-B8A8-6C9BD5E6A0B2}">
      <dsp:nvSpPr>
        <dsp:cNvPr id="0" name=""/>
        <dsp:cNvSpPr/>
      </dsp:nvSpPr>
      <dsp:spPr>
        <a:xfrm>
          <a:off x="8071543" y="2765064"/>
          <a:ext cx="2444055" cy="218300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r>
            <a:rPr lang="da-DK" sz="1200" b="1" kern="1200" dirty="0">
              <a:solidFill>
                <a:schemeClr val="tx1"/>
              </a:solidFill>
            </a:rPr>
            <a:t>Supply chain-sikkerhed</a:t>
          </a:r>
        </a:p>
        <a:p>
          <a:pPr marL="0" lvl="0" indent="0" algn="ctr" defTabSz="533400">
            <a:lnSpc>
              <a:spcPct val="90000"/>
            </a:lnSpc>
            <a:spcBef>
              <a:spcPct val="0"/>
            </a:spcBef>
            <a:spcAft>
              <a:spcPct val="35000"/>
            </a:spcAft>
            <a:buNone/>
          </a:pPr>
          <a:br>
            <a:rPr lang="da-DK" sz="1200" kern="1200" dirty="0">
              <a:solidFill>
                <a:schemeClr val="tx1"/>
              </a:solidFill>
            </a:rPr>
          </a:br>
          <a:r>
            <a:rPr lang="da-DK" sz="1200" kern="1200" dirty="0">
              <a:solidFill>
                <a:schemeClr val="tx1"/>
              </a:solidFill>
            </a:rPr>
            <a:t>Sårbarheder i leverandørkæder kan føre til sikkerhedsbrud. Angreb, der sigter mod en leverandør af software eller hardware, kan påvirke virksomheden..</a:t>
          </a:r>
          <a:endParaRPr lang="en-US" sz="1200" kern="1200" dirty="0">
            <a:solidFill>
              <a:schemeClr val="tx1"/>
            </a:solidFill>
          </a:endParaRPr>
        </a:p>
      </dsp:txBody>
      <dsp:txXfrm>
        <a:off x="8071543" y="2765064"/>
        <a:ext cx="2444055" cy="21830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DDD264-AACE-4EF8-AC0B-68A4E7B80C05}">
      <dsp:nvSpPr>
        <dsp:cNvPr id="0" name=""/>
        <dsp:cNvSpPr/>
      </dsp:nvSpPr>
      <dsp:spPr>
        <a:xfrm>
          <a:off x="0" y="1861"/>
          <a:ext cx="10515600" cy="9436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9B225D-1BA2-4E2D-8909-485A3E15607C}">
      <dsp:nvSpPr>
        <dsp:cNvPr id="0" name=""/>
        <dsp:cNvSpPr/>
      </dsp:nvSpPr>
      <dsp:spPr>
        <a:xfrm>
          <a:off x="285461" y="214188"/>
          <a:ext cx="519021" cy="5190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37EE0C-4E70-4831-8589-EACF06188786}">
      <dsp:nvSpPr>
        <dsp:cNvPr id="0" name=""/>
        <dsp:cNvSpPr/>
      </dsp:nvSpPr>
      <dsp:spPr>
        <a:xfrm>
          <a:off x="1089945" y="1861"/>
          <a:ext cx="9425654" cy="9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72" tIns="99872" rIns="99872" bIns="99872" numCol="1" spcCol="1270" anchor="ctr" anchorCtr="0">
          <a:noAutofit/>
        </a:bodyPr>
        <a:lstStyle/>
        <a:p>
          <a:pPr marL="0" lvl="0" indent="0" algn="l" defTabSz="844550">
            <a:lnSpc>
              <a:spcPct val="90000"/>
            </a:lnSpc>
            <a:spcBef>
              <a:spcPct val="0"/>
            </a:spcBef>
            <a:spcAft>
              <a:spcPct val="35000"/>
            </a:spcAft>
            <a:buNone/>
          </a:pPr>
          <a:r>
            <a:rPr lang="da-DK" sz="1900" b="1" i="0" kern="1200" baseline="0" dirty="0"/>
            <a:t>Forstå angriberes adfærd</a:t>
          </a:r>
          <a:r>
            <a:rPr lang="da-DK" sz="1900" b="0" i="0" kern="1200" baseline="0" dirty="0"/>
            <a:t> – ikke kun værktøjerne, men de konkrete skridt angribere tager, f.eks. hvordan de skaffer adgang, eskalerer rettigheder osv.</a:t>
          </a:r>
          <a:endParaRPr lang="en-US" sz="1900" kern="1200" dirty="0"/>
        </a:p>
      </dsp:txBody>
      <dsp:txXfrm>
        <a:off x="1089945" y="1861"/>
        <a:ext cx="9425654" cy="943675"/>
      </dsp:txXfrm>
    </dsp:sp>
    <dsp:sp modelId="{5AAE64D9-99F0-4FC0-B41B-F3DBD1F30A07}">
      <dsp:nvSpPr>
        <dsp:cNvPr id="0" name=""/>
        <dsp:cNvSpPr/>
      </dsp:nvSpPr>
      <dsp:spPr>
        <a:xfrm>
          <a:off x="0" y="1181456"/>
          <a:ext cx="10515600" cy="9436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993C2D-C9FE-4A3A-ACE7-5C6507DFAB99}">
      <dsp:nvSpPr>
        <dsp:cNvPr id="0" name=""/>
        <dsp:cNvSpPr/>
      </dsp:nvSpPr>
      <dsp:spPr>
        <a:xfrm>
          <a:off x="285461" y="1393783"/>
          <a:ext cx="519021" cy="5190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BE9B38-B465-468D-92C8-9A3353CA9842}">
      <dsp:nvSpPr>
        <dsp:cNvPr id="0" name=""/>
        <dsp:cNvSpPr/>
      </dsp:nvSpPr>
      <dsp:spPr>
        <a:xfrm>
          <a:off x="1089945" y="1181456"/>
          <a:ext cx="9425654" cy="9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72" tIns="99872" rIns="99872" bIns="99872" numCol="1" spcCol="1270" anchor="ctr" anchorCtr="0">
          <a:noAutofit/>
        </a:bodyPr>
        <a:lstStyle/>
        <a:p>
          <a:pPr marL="0" lvl="0" indent="0" algn="l" defTabSz="844550">
            <a:lnSpc>
              <a:spcPct val="90000"/>
            </a:lnSpc>
            <a:spcBef>
              <a:spcPct val="0"/>
            </a:spcBef>
            <a:spcAft>
              <a:spcPct val="35000"/>
            </a:spcAft>
            <a:buNone/>
          </a:pPr>
          <a:r>
            <a:rPr lang="da-DK" sz="1900" b="1" i="0" kern="1200" baseline="0" dirty="0"/>
            <a:t>Opbygge forsvar</a:t>
          </a:r>
          <a:r>
            <a:rPr lang="da-DK" sz="1900" b="0" i="0" kern="1200" baseline="0" dirty="0"/>
            <a:t> – sikkerhedsteams kan kortlægge egne systemer og kontroller op mod MITRE ATT&amp;CK og se, hvor de er sårbare.</a:t>
          </a:r>
          <a:endParaRPr lang="en-US" sz="1900" kern="1200" dirty="0"/>
        </a:p>
      </dsp:txBody>
      <dsp:txXfrm>
        <a:off x="1089945" y="1181456"/>
        <a:ext cx="9425654" cy="943675"/>
      </dsp:txXfrm>
    </dsp:sp>
    <dsp:sp modelId="{FDC53064-BB5D-4DFE-B51A-D96992D26C8F}">
      <dsp:nvSpPr>
        <dsp:cNvPr id="0" name=""/>
        <dsp:cNvSpPr/>
      </dsp:nvSpPr>
      <dsp:spPr>
        <a:xfrm>
          <a:off x="0" y="2361050"/>
          <a:ext cx="10515600" cy="9436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0CDA93-A0E1-447D-863F-16BBC8B6B641}">
      <dsp:nvSpPr>
        <dsp:cNvPr id="0" name=""/>
        <dsp:cNvSpPr/>
      </dsp:nvSpPr>
      <dsp:spPr>
        <a:xfrm>
          <a:off x="285461" y="2573377"/>
          <a:ext cx="519021" cy="5190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C3E5DA-62E8-4BB6-AD88-A0A24BEE6124}">
      <dsp:nvSpPr>
        <dsp:cNvPr id="0" name=""/>
        <dsp:cNvSpPr/>
      </dsp:nvSpPr>
      <dsp:spPr>
        <a:xfrm>
          <a:off x="1089945" y="2361050"/>
          <a:ext cx="9425654" cy="9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72" tIns="99872" rIns="99872" bIns="99872" numCol="1" spcCol="1270" anchor="ctr" anchorCtr="0">
          <a:noAutofit/>
        </a:bodyPr>
        <a:lstStyle/>
        <a:p>
          <a:pPr marL="0" lvl="0" indent="0" algn="l" defTabSz="844550">
            <a:lnSpc>
              <a:spcPct val="90000"/>
            </a:lnSpc>
            <a:spcBef>
              <a:spcPct val="0"/>
            </a:spcBef>
            <a:spcAft>
              <a:spcPct val="35000"/>
            </a:spcAft>
            <a:buNone/>
          </a:pPr>
          <a:r>
            <a:rPr lang="da-DK" sz="1900" b="1" i="0" kern="1200" baseline="0" dirty="0" err="1"/>
            <a:t>Threat</a:t>
          </a:r>
          <a:r>
            <a:rPr lang="da-DK" sz="1900" b="1" i="0" kern="1200" baseline="0" dirty="0"/>
            <a:t> </a:t>
          </a:r>
          <a:r>
            <a:rPr lang="da-DK" sz="1900" b="1" i="0" kern="1200" baseline="0" dirty="0" err="1"/>
            <a:t>intelligence</a:t>
          </a:r>
          <a:r>
            <a:rPr lang="da-DK" sz="1900" b="0" i="0" kern="1200" baseline="0" dirty="0"/>
            <a:t> – kan bruge det som reference til at beskrive og sammenligne angreb.</a:t>
          </a:r>
        </a:p>
      </dsp:txBody>
      <dsp:txXfrm>
        <a:off x="1089945" y="2361050"/>
        <a:ext cx="9425654" cy="943675"/>
      </dsp:txXfrm>
    </dsp:sp>
    <dsp:sp modelId="{DEBEF8D8-DF68-4CA9-8DD7-605FABC319AA}">
      <dsp:nvSpPr>
        <dsp:cNvPr id="0" name=""/>
        <dsp:cNvSpPr/>
      </dsp:nvSpPr>
      <dsp:spPr>
        <a:xfrm>
          <a:off x="0" y="3540645"/>
          <a:ext cx="10515600" cy="9436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D37D41-71E8-4645-A147-717A8A8F0918}">
      <dsp:nvSpPr>
        <dsp:cNvPr id="0" name=""/>
        <dsp:cNvSpPr/>
      </dsp:nvSpPr>
      <dsp:spPr>
        <a:xfrm>
          <a:off x="285461" y="3752972"/>
          <a:ext cx="519021" cy="5190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B3EFA3-7A7D-42F5-9D02-8ADC559F9039}">
      <dsp:nvSpPr>
        <dsp:cNvPr id="0" name=""/>
        <dsp:cNvSpPr/>
      </dsp:nvSpPr>
      <dsp:spPr>
        <a:xfrm>
          <a:off x="1089945" y="3540645"/>
          <a:ext cx="9425654" cy="943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72" tIns="99872" rIns="99872" bIns="99872" numCol="1" spcCol="1270" anchor="ctr" anchorCtr="0">
          <a:noAutofit/>
        </a:bodyPr>
        <a:lstStyle/>
        <a:p>
          <a:pPr marL="0" lvl="0" indent="0" algn="l" defTabSz="844550">
            <a:lnSpc>
              <a:spcPct val="90000"/>
            </a:lnSpc>
            <a:spcBef>
              <a:spcPct val="0"/>
            </a:spcBef>
            <a:spcAft>
              <a:spcPct val="35000"/>
            </a:spcAft>
            <a:buNone/>
          </a:pPr>
          <a:r>
            <a:rPr lang="da-DK" sz="1900" b="1" i="0" kern="1200" baseline="0" dirty="0"/>
            <a:t>Red team / </a:t>
          </a:r>
          <a:r>
            <a:rPr lang="da-DK" sz="1900" b="1" i="0" kern="1200" baseline="0" dirty="0" err="1"/>
            <a:t>blue</a:t>
          </a:r>
          <a:r>
            <a:rPr lang="da-DK" sz="1900" b="1" i="0" kern="1200" baseline="0" dirty="0"/>
            <a:t> team øvelser</a:t>
          </a:r>
          <a:r>
            <a:rPr lang="da-DK" sz="1900" b="0" i="0" kern="1200" baseline="0" dirty="0"/>
            <a:t> – red team simulerer angreb, mens </a:t>
          </a:r>
          <a:r>
            <a:rPr lang="da-DK" sz="1900" b="0" i="0" kern="1200" baseline="0" dirty="0" err="1"/>
            <a:t>blue</a:t>
          </a:r>
          <a:r>
            <a:rPr lang="da-DK" sz="1900" b="0" i="0" kern="1200" baseline="0" dirty="0"/>
            <a:t> team tester deres evne til at opdage og reagere.</a:t>
          </a:r>
          <a:endParaRPr lang="en-US" sz="1900" kern="1200" dirty="0"/>
        </a:p>
      </dsp:txBody>
      <dsp:txXfrm>
        <a:off x="1089945" y="3540645"/>
        <a:ext cx="9425654" cy="9436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3T16:29:10.292"/>
    </inkml:context>
    <inkml:brush xml:id="br0">
      <inkml:brushProperty name="width" value="0.05" units="cm"/>
      <inkml:brushProperty name="height" value="0.05" units="cm"/>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3C032E-DD91-4D5A-94B1-10427D01C235}" type="datetimeFigureOut">
              <a:rPr lang="da-DK" smtClean="0"/>
              <a:t>05-11-2025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B74DF-2226-4D66-92E3-1688A5D1BD6A}" type="slidenum">
              <a:rPr lang="da-DK" smtClean="0"/>
              <a:t>‹#›</a:t>
            </a:fld>
            <a:endParaRPr lang="da-DK"/>
          </a:p>
        </p:txBody>
      </p:sp>
    </p:spTree>
    <p:extLst>
      <p:ext uri="{BB962C8B-B14F-4D97-AF65-F5344CB8AC3E}">
        <p14:creationId xmlns:p14="http://schemas.microsoft.com/office/powerpoint/2010/main" val="2240339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89552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7746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4808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2.svg"/><Relationship Id="rId18" Type="http://schemas.openxmlformats.org/officeDocument/2006/relationships/image" Target="../media/image2.pn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11.png"/><Relationship Id="rId17" Type="http://schemas.openxmlformats.org/officeDocument/2006/relationships/image" Target="../media/image24.svg"/><Relationship Id="rId2" Type="http://schemas.openxmlformats.org/officeDocument/2006/relationships/image" Target="../media/image15.png"/><Relationship Id="rId16"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10.svg"/><Relationship Id="rId5" Type="http://schemas.openxmlformats.org/officeDocument/2006/relationships/image" Target="../media/image18.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rside uden billede">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2C2DE219-33C6-A7E3-FE38-E2888694B88F}"/>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5" name="Ellipse 4">
            <a:extLst>
              <a:ext uri="{FF2B5EF4-FFF2-40B4-BE49-F238E27FC236}">
                <a16:creationId xmlns:a16="http://schemas.microsoft.com/office/drawing/2014/main" id="{816CB9C1-1168-DC60-F83C-216ED817092C}"/>
              </a:ext>
            </a:extLst>
          </p:cNvPr>
          <p:cNvSpPr>
            <a:spLocks noGrp="1" noRot="1" noMove="1" noResize="1" noEditPoints="1" noAdjustHandles="1" noChangeArrowheads="1" noChangeShapeType="1"/>
          </p:cNvSpPr>
          <p:nvPr/>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B0AA5BC8-B46B-F7D9-EDD5-81A153A984FC}"/>
              </a:ext>
            </a:extLst>
          </p:cNvPr>
          <p:cNvSpPr>
            <a:spLocks noGrp="1" noRot="1" noMove="1" noResize="1" noEditPoints="1" noAdjustHandles="1" noChangeArrowheads="1" noChangeShapeType="1"/>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F994D425-07AD-E7D7-9D72-D1DA625002E7}"/>
              </a:ext>
            </a:extLst>
          </p:cNvPr>
          <p:cNvSpPr>
            <a:spLocks noGrp="1" noRot="1" noMove="1" noResize="1" noEditPoints="1" noAdjustHandles="1" noChangeArrowheads="1" noChangeShapeType="1"/>
          </p:cNvSpPr>
          <p:nvPr/>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8" name="Billede 7">
            <a:extLst>
              <a:ext uri="{FF2B5EF4-FFF2-40B4-BE49-F238E27FC236}">
                <a16:creationId xmlns:a16="http://schemas.microsoft.com/office/drawing/2014/main" id="{1139334C-B5A2-ACD8-DA69-BE9378DC5F1E}"/>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sp>
        <p:nvSpPr>
          <p:cNvPr id="2" name="Ellipse 1">
            <a:extLst>
              <a:ext uri="{FF2B5EF4-FFF2-40B4-BE49-F238E27FC236}">
                <a16:creationId xmlns:a16="http://schemas.microsoft.com/office/drawing/2014/main" id="{02A9D9FC-5A48-9086-E672-9944971371E0}"/>
              </a:ext>
            </a:extLst>
          </p:cNvPr>
          <p:cNvSpPr/>
          <p:nvPr userDrawn="1"/>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1CAB28EC-5252-8B2F-0968-259EE52B3EC2}"/>
              </a:ext>
            </a:extLst>
          </p:cNvPr>
          <p:cNvSpPr/>
          <p:nvPr userDrawn="1"/>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1" name="Ellipse 10">
            <a:extLst>
              <a:ext uri="{FF2B5EF4-FFF2-40B4-BE49-F238E27FC236}">
                <a16:creationId xmlns:a16="http://schemas.microsoft.com/office/drawing/2014/main" id="{AB168CE0-7676-D809-12B9-30911BF62EE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2" name="Ellipse 11">
            <a:extLst>
              <a:ext uri="{FF2B5EF4-FFF2-40B4-BE49-F238E27FC236}">
                <a16:creationId xmlns:a16="http://schemas.microsoft.com/office/drawing/2014/main" id="{8CEBE64D-10DD-04E9-D948-570908CF2D32}"/>
              </a:ext>
            </a:extLst>
          </p:cNvPr>
          <p:cNvSpPr/>
          <p:nvPr userDrawn="1"/>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3" name="Billede 12">
            <a:extLst>
              <a:ext uri="{FF2B5EF4-FFF2-40B4-BE49-F238E27FC236}">
                <a16:creationId xmlns:a16="http://schemas.microsoft.com/office/drawing/2014/main" id="{FB896D1B-2BE4-E515-94F3-8C2E98DAEB3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cxnSp>
        <p:nvCxnSpPr>
          <p:cNvPr id="14" name="Lige forbindelse 13">
            <a:extLst>
              <a:ext uri="{FF2B5EF4-FFF2-40B4-BE49-F238E27FC236}">
                <a16:creationId xmlns:a16="http://schemas.microsoft.com/office/drawing/2014/main" id="{FB41A2C8-6C86-FB4A-AAB3-929835579E0D}"/>
              </a:ext>
            </a:extLst>
          </p:cNvPr>
          <p:cNvCxnSpPr>
            <a:cxnSpLocks/>
          </p:cNvCxnSpPr>
          <p:nvPr userDrawn="1"/>
        </p:nvCxnSpPr>
        <p:spPr>
          <a:xfrm>
            <a:off x="924269" y="6104054"/>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Pladsholder til tekst 15">
            <a:extLst>
              <a:ext uri="{FF2B5EF4-FFF2-40B4-BE49-F238E27FC236}">
                <a16:creationId xmlns:a16="http://schemas.microsoft.com/office/drawing/2014/main" id="{4E33EE05-8F95-4893-238B-F149EB10ED33}"/>
              </a:ext>
            </a:extLst>
          </p:cNvPr>
          <p:cNvSpPr>
            <a:spLocks noGrp="1"/>
          </p:cNvSpPr>
          <p:nvPr>
            <p:ph type="body" sz="quarter" idx="10"/>
          </p:nvPr>
        </p:nvSpPr>
        <p:spPr>
          <a:xfrm>
            <a:off x="810241" y="5281159"/>
            <a:ext cx="9982200" cy="908391"/>
          </a:xfrm>
          <a:prstGeom prst="rect">
            <a:avLst/>
          </a:prstGeom>
        </p:spPr>
        <p:txBody>
          <a:bodyPr anchor="ctr"/>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4111175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
    <p:bg>
      <p:bgPr>
        <a:solidFill>
          <a:schemeClr val="accent6"/>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14398"/>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0" name="Ellipse 19">
            <a:extLst>
              <a:ext uri="{FF2B5EF4-FFF2-40B4-BE49-F238E27FC236}">
                <a16:creationId xmlns:a16="http://schemas.microsoft.com/office/drawing/2014/main" id="{4861457B-7A00-BE74-BFA9-F4B6924A8CC6}"/>
              </a:ext>
            </a:extLst>
          </p:cNvPr>
          <p:cNvSpPr>
            <a:spLocks noGrp="1" noRot="1" noMove="1" noResize="1" noEditPoints="1" noAdjustHandles="1" noChangeArrowheads="1" noChangeShapeType="1"/>
          </p:cNvSpPr>
          <p:nvPr/>
        </p:nvSpPr>
        <p:spPr>
          <a:xfrm>
            <a:off x="-1098877" y="436141"/>
            <a:ext cx="6209653" cy="6209653"/>
          </a:xfrm>
          <a:prstGeom prst="ellipse">
            <a:avLst/>
          </a:prstGeom>
          <a:noFill/>
          <a:ln w="31750" cap="rnd" cmpd="sng">
            <a:solidFill>
              <a:schemeClr val="accent1">
                <a:lumMod val="50000"/>
              </a:schemeClr>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7" y="436140"/>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0" name="Billede 9">
            <a:extLst>
              <a:ext uri="{FF2B5EF4-FFF2-40B4-BE49-F238E27FC236}">
                <a16:creationId xmlns:a16="http://schemas.microsoft.com/office/drawing/2014/main" id="{E74A03EC-E5FA-79D1-2E92-7E2B69B497F3}"/>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998016" y="194962"/>
            <a:ext cx="1931436" cy="726963"/>
          </a:xfrm>
          <a:prstGeom prst="rect">
            <a:avLst/>
          </a:prstGeom>
        </p:spPr>
      </p:pic>
      <p:sp>
        <p:nvSpPr>
          <p:cNvPr id="7" name="Pladsholder til tekst 15">
            <a:extLst>
              <a:ext uri="{FF2B5EF4-FFF2-40B4-BE49-F238E27FC236}">
                <a16:creationId xmlns:a16="http://schemas.microsoft.com/office/drawing/2014/main" id="{BEEA16E3-A5E2-0855-4482-279792F9CCDA}"/>
              </a:ext>
            </a:extLst>
          </p:cNvPr>
          <p:cNvSpPr>
            <a:spLocks noGrp="1"/>
          </p:cNvSpPr>
          <p:nvPr>
            <p:ph type="body" sz="quarter" idx="13"/>
          </p:nvPr>
        </p:nvSpPr>
        <p:spPr>
          <a:xfrm>
            <a:off x="6096000" y="4763320"/>
            <a:ext cx="5400000" cy="908391"/>
          </a:xfrm>
          <a:prstGeom prst="rect">
            <a:avLst/>
          </a:prstGeom>
        </p:spPr>
        <p:txBody>
          <a:bodyPr anchor="b"/>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6D44003B-7C03-F9A5-2DE0-1A2B7E8AF092}"/>
              </a:ext>
            </a:extLst>
          </p:cNvPr>
          <p:cNvSpPr>
            <a:spLocks noGrp="1"/>
          </p:cNvSpPr>
          <p:nvPr>
            <p:ph type="body" sz="quarter" idx="14"/>
          </p:nvPr>
        </p:nvSpPr>
        <p:spPr>
          <a:xfrm>
            <a:off x="6096000" y="5712606"/>
            <a:ext cx="5400000" cy="456380"/>
          </a:xfrm>
          <a:prstGeom prst="rect">
            <a:avLst/>
          </a:prstGeom>
        </p:spPr>
        <p:txBody>
          <a:bodyPr anchor="ctr"/>
          <a:lstStyle>
            <a:lvl1pPr marL="0" indent="0">
              <a:buNone/>
              <a:defRPr lang="da-DK" sz="1800" i="1"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133808031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ed billede gul">
    <p:bg>
      <p:bgPr>
        <a:solidFill>
          <a:schemeClr val="accent3"/>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61290"/>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6"/>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8" y="499137"/>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Pladsholder til tekst 15">
            <a:extLst>
              <a:ext uri="{FF2B5EF4-FFF2-40B4-BE49-F238E27FC236}">
                <a16:creationId xmlns:a16="http://schemas.microsoft.com/office/drawing/2014/main" id="{5E1AE425-F6EA-D79E-69C6-E4C409373874}"/>
              </a:ext>
            </a:extLst>
          </p:cNvPr>
          <p:cNvSpPr>
            <a:spLocks noGrp="1"/>
          </p:cNvSpPr>
          <p:nvPr>
            <p:ph type="body" sz="quarter" idx="13"/>
          </p:nvPr>
        </p:nvSpPr>
        <p:spPr>
          <a:xfrm>
            <a:off x="6096000" y="4757560"/>
            <a:ext cx="5400000" cy="908391"/>
          </a:xfrm>
          <a:prstGeom prst="rect">
            <a:avLst/>
          </a:prstGeom>
        </p:spPr>
        <p:txBody>
          <a:bodyPr anchor="b"/>
          <a:lstStyle>
            <a:lvl1pPr marL="0" indent="0">
              <a:buNone/>
              <a:defRPr lang="da-DK" sz="3200" kern="1200" dirty="0">
                <a:solidFill>
                  <a:schemeClr val="accent6"/>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977B62BB-5B11-B355-4A4B-5040B7376E63}"/>
              </a:ext>
            </a:extLst>
          </p:cNvPr>
          <p:cNvSpPr>
            <a:spLocks noGrp="1"/>
          </p:cNvSpPr>
          <p:nvPr>
            <p:ph type="body" sz="quarter" idx="14"/>
          </p:nvPr>
        </p:nvSpPr>
        <p:spPr>
          <a:xfrm>
            <a:off x="6096000" y="5734843"/>
            <a:ext cx="5400000" cy="456380"/>
          </a:xfrm>
          <a:prstGeom prst="rect">
            <a:avLst/>
          </a:prstGeom>
        </p:spPr>
        <p:txBody>
          <a:bodyPr anchor="ctr"/>
          <a:lstStyle>
            <a:lvl1pPr marL="0" indent="0">
              <a:buNone/>
              <a:defRPr lang="da-DK" sz="1800" i="1" kern="1200" dirty="0">
                <a:solidFill>
                  <a:schemeClr val="accent6"/>
                </a:solidFill>
                <a:latin typeface="+mj-lt"/>
                <a:ea typeface="+mj-ea"/>
                <a:cs typeface="+mj-cs"/>
              </a:defRPr>
            </a:lvl1pPr>
          </a:lstStyle>
          <a:p>
            <a:pPr lvl="0"/>
            <a:r>
              <a:rPr lang="da-DK"/>
              <a:t>Klik for at redigere teksttypografierne i masteren</a:t>
            </a:r>
          </a:p>
        </p:txBody>
      </p:sp>
      <p:pic>
        <p:nvPicPr>
          <p:cNvPr id="9" name="Billede 10" descr="Et billede, der indeholder sort, mørke&#10;&#10;Automatisk genereret beskrivelse">
            <a:extLst>
              <a:ext uri="{FF2B5EF4-FFF2-40B4-BE49-F238E27FC236}">
                <a16:creationId xmlns:a16="http://schemas.microsoft.com/office/drawing/2014/main" id="{BE259AE5-57BD-A35A-2212-5B85B5B0F5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96690508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vid baggrund tekstfel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36323"/>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35494"/>
            <a:ext cx="10515600" cy="448618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6322C49-B95F-04A8-524B-8BD871BECF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74334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slide med bobl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p:nvPr/>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68232"/>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91478"/>
            <a:ext cx="10515600" cy="4398291"/>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3" name="Ellipse 2">
            <a:extLst>
              <a:ext uri="{FF2B5EF4-FFF2-40B4-BE49-F238E27FC236}">
                <a16:creationId xmlns:a16="http://schemas.microsoft.com/office/drawing/2014/main" id="{CA7105EB-7427-7071-AD31-64EFAB69908E}"/>
              </a:ext>
            </a:extLst>
          </p:cNvPr>
          <p:cNvSpPr/>
          <p:nvPr userDrawn="1"/>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8AF1C85A-20F7-C79F-0633-B74EE8556810}"/>
              </a:ext>
            </a:extLst>
          </p:cNvPr>
          <p:cNvSpPr/>
          <p:nvPr userDrawn="1"/>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dirty="0"/>
          </a:p>
        </p:txBody>
      </p:sp>
      <p:pic>
        <p:nvPicPr>
          <p:cNvPr id="8" name="Billede 10" descr="Et billede, der indeholder sort, mørke&#10;&#10;Automatisk genereret beskrivelse">
            <a:extLst>
              <a:ext uri="{FF2B5EF4-FFF2-40B4-BE49-F238E27FC236}">
                <a16:creationId xmlns:a16="http://schemas.microsoft.com/office/drawing/2014/main" id="{D68DDE10-B68E-3872-E02C-F6BFCDF373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715226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 3 med billede">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3F68F84E-343A-0D24-928A-76EF485DA79C}"/>
              </a:ext>
            </a:extLst>
          </p:cNvPr>
          <p:cNvSpPr/>
          <p:nvPr userDrawn="1"/>
        </p:nvSpPr>
        <p:spPr>
          <a:xfrm>
            <a:off x="-30013" y="0"/>
            <a:ext cx="708855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7" name="Ellipse 96">
            <a:extLst>
              <a:ext uri="{FF2B5EF4-FFF2-40B4-BE49-F238E27FC236}">
                <a16:creationId xmlns:a16="http://schemas.microsoft.com/office/drawing/2014/main" id="{CBC73A91-F422-56B4-8BF2-C115360EC45A}"/>
              </a:ext>
            </a:extLst>
          </p:cNvPr>
          <p:cNvSpPr/>
          <p:nvPr/>
        </p:nvSpPr>
        <p:spPr>
          <a:xfrm>
            <a:off x="5336465" y="3879060"/>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99" name="Ellipse 98">
            <a:extLst>
              <a:ext uri="{FF2B5EF4-FFF2-40B4-BE49-F238E27FC236}">
                <a16:creationId xmlns:a16="http://schemas.microsoft.com/office/drawing/2014/main" id="{D4686CAD-586C-0B47-28FE-939B5CA0458F}"/>
              </a:ext>
            </a:extLst>
          </p:cNvPr>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5" name="Grafik 4" descr="Badge 1 med massiv udfyldning">
            <a:extLst>
              <a:ext uri="{FF2B5EF4-FFF2-40B4-BE49-F238E27FC236}">
                <a16:creationId xmlns:a16="http://schemas.microsoft.com/office/drawing/2014/main" id="{8B18C807-D2A6-7364-F01B-35F44492C5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4290" y="2639129"/>
            <a:ext cx="520839" cy="520839"/>
          </a:xfrm>
          <a:prstGeom prst="rect">
            <a:avLst/>
          </a:prstGeom>
        </p:spPr>
      </p:pic>
      <p:pic>
        <p:nvPicPr>
          <p:cNvPr id="10" name="Grafik 9" descr="Badge med massiv udfyldning">
            <a:extLst>
              <a:ext uri="{FF2B5EF4-FFF2-40B4-BE49-F238E27FC236}">
                <a16:creationId xmlns:a16="http://schemas.microsoft.com/office/drawing/2014/main" id="{034F8E1F-1FB0-41AB-FFDE-0A00A2A4A2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46418" y="3722704"/>
            <a:ext cx="478711" cy="478711"/>
          </a:xfrm>
          <a:prstGeom prst="rect">
            <a:avLst/>
          </a:prstGeom>
        </p:spPr>
      </p:pic>
      <p:pic>
        <p:nvPicPr>
          <p:cNvPr id="11" name="Grafik 10" descr="Badge 3 med massiv udfyldning">
            <a:extLst>
              <a:ext uri="{FF2B5EF4-FFF2-40B4-BE49-F238E27FC236}">
                <a16:creationId xmlns:a16="http://schemas.microsoft.com/office/drawing/2014/main" id="{B7D2B729-7602-78ED-2289-4FCD89D97A8B}"/>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5353" y="4824842"/>
            <a:ext cx="478711" cy="478711"/>
          </a:xfrm>
          <a:prstGeom prst="rect">
            <a:avLst/>
          </a:prstGeom>
        </p:spPr>
      </p:pic>
      <p:sp>
        <p:nvSpPr>
          <p:cNvPr id="16" name="Ellipse 15">
            <a:extLst>
              <a:ext uri="{FF2B5EF4-FFF2-40B4-BE49-F238E27FC236}">
                <a16:creationId xmlns:a16="http://schemas.microsoft.com/office/drawing/2014/main" id="{07F417A0-0653-37F9-7AA3-2FFBBD8A2C1C}"/>
              </a:ext>
            </a:extLst>
          </p:cNvPr>
          <p:cNvSpPr/>
          <p:nvPr userDrawn="1"/>
        </p:nvSpPr>
        <p:spPr>
          <a:xfrm>
            <a:off x="5336465" y="3877977"/>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7" name="Ellipse 16">
            <a:extLst>
              <a:ext uri="{FF2B5EF4-FFF2-40B4-BE49-F238E27FC236}">
                <a16:creationId xmlns:a16="http://schemas.microsoft.com/office/drawing/2014/main" id="{82156752-11BD-B98A-96A8-D5C234E6F9C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hasCustomPrompt="1"/>
          </p:nvPr>
        </p:nvSpPr>
        <p:spPr>
          <a:xfrm>
            <a:off x="842864" y="8024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0" name="Pladsholder til tekst 19">
            <a:extLst>
              <a:ext uri="{FF2B5EF4-FFF2-40B4-BE49-F238E27FC236}">
                <a16:creationId xmlns:a16="http://schemas.microsoft.com/office/drawing/2014/main" id="{8E8B5261-1EBE-29C9-1A7E-3A469D70D7A6}"/>
              </a:ext>
            </a:extLst>
          </p:cNvPr>
          <p:cNvSpPr>
            <a:spLocks noGrp="1"/>
          </p:cNvSpPr>
          <p:nvPr>
            <p:ph type="body" sz="quarter" idx="32"/>
          </p:nvPr>
        </p:nvSpPr>
        <p:spPr>
          <a:xfrm>
            <a:off x="8473422" y="2693786"/>
            <a:ext cx="2725737"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2" name="Pladsholder til tekst 19">
            <a:extLst>
              <a:ext uri="{FF2B5EF4-FFF2-40B4-BE49-F238E27FC236}">
                <a16:creationId xmlns:a16="http://schemas.microsoft.com/office/drawing/2014/main" id="{DCDAA490-B6B2-EEFD-C949-B9DCAA1D40D1}"/>
              </a:ext>
            </a:extLst>
          </p:cNvPr>
          <p:cNvSpPr>
            <a:spLocks noGrp="1"/>
          </p:cNvSpPr>
          <p:nvPr>
            <p:ph type="body" sz="quarter" idx="34"/>
          </p:nvPr>
        </p:nvSpPr>
        <p:spPr>
          <a:xfrm>
            <a:off x="8473422" y="3776321"/>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4" name="Pladsholder til tekst 19">
            <a:extLst>
              <a:ext uri="{FF2B5EF4-FFF2-40B4-BE49-F238E27FC236}">
                <a16:creationId xmlns:a16="http://schemas.microsoft.com/office/drawing/2014/main" id="{6B40C985-CC51-BCD9-4E13-500306D05EC3}"/>
              </a:ext>
            </a:extLst>
          </p:cNvPr>
          <p:cNvSpPr>
            <a:spLocks noGrp="1"/>
          </p:cNvSpPr>
          <p:nvPr>
            <p:ph type="body" sz="quarter" idx="36"/>
          </p:nvPr>
        </p:nvSpPr>
        <p:spPr>
          <a:xfrm>
            <a:off x="8473423" y="4824842"/>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 name="Pladsholder til tekst 11">
            <a:extLst>
              <a:ext uri="{FF2B5EF4-FFF2-40B4-BE49-F238E27FC236}">
                <a16:creationId xmlns:a16="http://schemas.microsoft.com/office/drawing/2014/main" id="{657DA793-19BA-DE30-1DEE-8263D37E468D}"/>
              </a:ext>
            </a:extLst>
          </p:cNvPr>
          <p:cNvSpPr>
            <a:spLocks noGrp="1"/>
          </p:cNvSpPr>
          <p:nvPr>
            <p:ph type="body" sz="quarter" idx="11"/>
          </p:nvPr>
        </p:nvSpPr>
        <p:spPr>
          <a:xfrm>
            <a:off x="7359847" y="1258303"/>
            <a:ext cx="4446954" cy="769410"/>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pic>
        <p:nvPicPr>
          <p:cNvPr id="4" name="Billede 10" descr="Et billede, der indeholder sort, mørke&#10;&#10;Automatisk genereret beskrivelse">
            <a:extLst>
              <a:ext uri="{FF2B5EF4-FFF2-40B4-BE49-F238E27FC236}">
                <a16:creationId xmlns:a16="http://schemas.microsoft.com/office/drawing/2014/main" id="{1CA0DC3F-623B-554F-BB96-24EA5435AD0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64139034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med billede højre">
    <p:bg>
      <p:bgPr>
        <a:solidFill>
          <a:schemeClr val="accent6">
            <a:alpha val="77000"/>
          </a:schemeClr>
        </a:solidFill>
        <a:effectLst/>
      </p:bgPr>
    </p:bg>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1A97AF12-67B3-F2F9-6E32-DA0AF88A36E0}"/>
              </a:ext>
            </a:extLst>
          </p:cNvPr>
          <p:cNvSpPr/>
          <p:nvPr userDrawn="1"/>
        </p:nvSpPr>
        <p:spPr>
          <a:xfrm>
            <a:off x="1150188" y="1026544"/>
            <a:ext cx="9891624" cy="4804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6096000" y="1026543"/>
            <a:ext cx="4945812" cy="4804913"/>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2" name="Pladsholder til tekst 11">
            <a:extLst>
              <a:ext uri="{FF2B5EF4-FFF2-40B4-BE49-F238E27FC236}">
                <a16:creationId xmlns:a16="http://schemas.microsoft.com/office/drawing/2014/main" id="{E745A75A-C20F-A2B1-1E37-A7AEF37DC413}"/>
              </a:ext>
            </a:extLst>
          </p:cNvPr>
          <p:cNvSpPr>
            <a:spLocks noGrp="1"/>
          </p:cNvSpPr>
          <p:nvPr>
            <p:ph type="body" sz="quarter" idx="11"/>
          </p:nvPr>
        </p:nvSpPr>
        <p:spPr>
          <a:xfrm>
            <a:off x="1509623" y="1276686"/>
            <a:ext cx="4266487"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14" name="Pladsholder til tekst 13">
            <a:extLst>
              <a:ext uri="{FF2B5EF4-FFF2-40B4-BE49-F238E27FC236}">
                <a16:creationId xmlns:a16="http://schemas.microsoft.com/office/drawing/2014/main" id="{D5C8A285-7944-082F-EF17-266C02B40607}"/>
              </a:ext>
            </a:extLst>
          </p:cNvPr>
          <p:cNvSpPr>
            <a:spLocks noGrp="1"/>
          </p:cNvSpPr>
          <p:nvPr>
            <p:ph type="body" sz="quarter" idx="12"/>
          </p:nvPr>
        </p:nvSpPr>
        <p:spPr>
          <a:xfrm>
            <a:off x="1509623" y="2320506"/>
            <a:ext cx="4265702" cy="3260808"/>
          </a:xfrm>
          <a:prstGeom prst="rect">
            <a:avLst/>
          </a:prstGeom>
        </p:spPr>
        <p:txBody>
          <a:bodyPr/>
          <a:lstStyle>
            <a:lvl1pPr marL="0" indent="0">
              <a:buNone/>
              <a:defRPr lang="da-DK" sz="1800" kern="1200" smtClean="0">
                <a:solidFill>
                  <a:schemeClr val="accent6"/>
                </a:solidFill>
                <a:latin typeface="+mn-lt"/>
                <a:ea typeface="+mj-ea"/>
                <a:cs typeface="+mj-cs"/>
              </a:defRPr>
            </a:lvl1pPr>
          </a:lstStyle>
          <a:p>
            <a:pPr lvl="0"/>
            <a:r>
              <a:rPr lang="da-DK"/>
              <a:t>Klik for at redigere teksttypografierne i masteren</a:t>
            </a:r>
          </a:p>
        </p:txBody>
      </p:sp>
      <p:pic>
        <p:nvPicPr>
          <p:cNvPr id="4" name="Billede 12">
            <a:extLst>
              <a:ext uri="{FF2B5EF4-FFF2-40B4-BE49-F238E27FC236}">
                <a16:creationId xmlns:a16="http://schemas.microsoft.com/office/drawing/2014/main" id="{ADF37EF3-7D3F-BEED-9E3D-F9CFE7BE59B9}"/>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2246680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d billede venstre">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a:off x="0" y="0"/>
            <a:ext cx="350831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809553" y="1117831"/>
            <a:ext cx="5125421" cy="4622338"/>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3" name="Pladsholder til tekst 11">
            <a:extLst>
              <a:ext uri="{FF2B5EF4-FFF2-40B4-BE49-F238E27FC236}">
                <a16:creationId xmlns:a16="http://schemas.microsoft.com/office/drawing/2014/main" id="{59EDE253-6EC0-93C7-A55D-015A8F6A5654}"/>
              </a:ext>
            </a:extLst>
          </p:cNvPr>
          <p:cNvSpPr>
            <a:spLocks noGrp="1"/>
          </p:cNvSpPr>
          <p:nvPr>
            <p:ph type="body" sz="quarter" idx="11"/>
          </p:nvPr>
        </p:nvSpPr>
        <p:spPr>
          <a:xfrm>
            <a:off x="6452558" y="1117831"/>
            <a:ext cx="4929889"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7" name="Pladsholder til tekst 11">
            <a:extLst>
              <a:ext uri="{FF2B5EF4-FFF2-40B4-BE49-F238E27FC236}">
                <a16:creationId xmlns:a16="http://schemas.microsoft.com/office/drawing/2014/main" id="{B940A7E6-444D-0C88-B493-63C4B7DE8AEE}"/>
              </a:ext>
            </a:extLst>
          </p:cNvPr>
          <p:cNvSpPr>
            <a:spLocks noGrp="1"/>
          </p:cNvSpPr>
          <p:nvPr>
            <p:ph type="body" sz="quarter" idx="12"/>
          </p:nvPr>
        </p:nvSpPr>
        <p:spPr>
          <a:xfrm>
            <a:off x="6452558" y="2090057"/>
            <a:ext cx="4929889" cy="3650112"/>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7EE718E-9FFA-7D6E-17C3-E19E415AD3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619656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9" name="Pladsholder til billede 18">
            <a:extLst>
              <a:ext uri="{FF2B5EF4-FFF2-40B4-BE49-F238E27FC236}">
                <a16:creationId xmlns:a16="http://schemas.microsoft.com/office/drawing/2014/main" id="{FC2A6DCB-B944-BADD-4C2B-2AEE97014483}"/>
              </a:ext>
            </a:extLst>
          </p:cNvPr>
          <p:cNvSpPr>
            <a:spLocks noGrp="1"/>
          </p:cNvSpPr>
          <p:nvPr>
            <p:ph type="pic" sz="quarter" idx="13"/>
          </p:nvPr>
        </p:nvSpPr>
        <p:spPr>
          <a:xfrm>
            <a:off x="6086669" y="3432220"/>
            <a:ext cx="6183086" cy="3451270"/>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hasCustomPrompt="1"/>
          </p:nvPr>
        </p:nvSpPr>
        <p:spPr>
          <a:xfrm>
            <a:off x="6096000" y="-2"/>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8" name="Pladsholder til billede 18">
            <a:extLst>
              <a:ext uri="{FF2B5EF4-FFF2-40B4-BE49-F238E27FC236}">
                <a16:creationId xmlns:a16="http://schemas.microsoft.com/office/drawing/2014/main" id="{01B1B245-1870-6F63-E15B-5A42484D1456}"/>
              </a:ext>
            </a:extLst>
          </p:cNvPr>
          <p:cNvSpPr>
            <a:spLocks noGrp="1"/>
          </p:cNvSpPr>
          <p:nvPr>
            <p:ph type="pic" sz="quarter" idx="12"/>
          </p:nvPr>
        </p:nvSpPr>
        <p:spPr>
          <a:xfrm>
            <a:off x="-9525" y="3441746"/>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28000BE1-CFA9-0B2C-3A46-EFDA07107F07}"/>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3250590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p:nvPr>
        </p:nvSpPr>
        <p:spPr>
          <a:xfrm>
            <a:off x="6096000" y="-2"/>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F6ACCFA8-6CE0-E37B-E68E-C1BA6D4C797D}"/>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29571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t stort billede">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12192001" cy="6858001"/>
          </a:xfrm>
          <a:prstGeom prst="rect">
            <a:avLst/>
          </a:prstGeom>
        </p:spPr>
        <p:txBody>
          <a:bodyPr wrap="square" anchor="ctr">
            <a:noAutofit/>
          </a:bodyPr>
          <a:lstStyle>
            <a:lvl1pPr marL="0" indent="0" algn="ctr">
              <a:buNone/>
              <a:defRPr sz="2000">
                <a:solidFill>
                  <a:schemeClr val="accent4"/>
                </a:solidFill>
              </a:defRPr>
            </a:lvl1pPr>
          </a:lstStyle>
          <a:p>
            <a:r>
              <a:rPr lang="da-DK" dirty="0"/>
              <a:t>Indsæt billede ved at trykke på ikonet</a:t>
            </a:r>
          </a:p>
          <a:p>
            <a:endParaRPr lang="da-DK" dirty="0"/>
          </a:p>
          <a:p>
            <a:endParaRPr lang="da-DK" dirty="0"/>
          </a:p>
        </p:txBody>
      </p:sp>
      <p:sp>
        <p:nvSpPr>
          <p:cNvPr id="7" name="Pladsholder til tekst 11">
            <a:extLst>
              <a:ext uri="{FF2B5EF4-FFF2-40B4-BE49-F238E27FC236}">
                <a16:creationId xmlns:a16="http://schemas.microsoft.com/office/drawing/2014/main" id="{7CA7DEF1-BA6C-75EA-6002-D05B8D7A6F12}"/>
              </a:ext>
            </a:extLst>
          </p:cNvPr>
          <p:cNvSpPr>
            <a:spLocks noGrp="1"/>
          </p:cNvSpPr>
          <p:nvPr>
            <p:ph type="body" sz="quarter" idx="12"/>
          </p:nvPr>
        </p:nvSpPr>
        <p:spPr>
          <a:xfrm>
            <a:off x="7340882" y="5561045"/>
            <a:ext cx="4501978" cy="883297"/>
          </a:xfrm>
          <a:prstGeom prst="rect">
            <a:avLst/>
          </a:prstGeom>
          <a:solidFill>
            <a:schemeClr val="accent3"/>
          </a:solidFill>
        </p:spPr>
        <p:txBody>
          <a:bodyPr anchor="ctr"/>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762980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lvsidet billede med tekst">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4" name="Tekstfelt 3">
            <a:extLst>
              <a:ext uri="{FF2B5EF4-FFF2-40B4-BE49-F238E27FC236}">
                <a16:creationId xmlns:a16="http://schemas.microsoft.com/office/drawing/2014/main" id="{D2C1BF60-06FB-3B24-3D1A-CA1C190B4B3C}"/>
              </a:ext>
            </a:extLst>
          </p:cNvPr>
          <p:cNvSpPr txBox="1"/>
          <p:nvPr userDrawn="1"/>
        </p:nvSpPr>
        <p:spPr>
          <a:xfrm>
            <a:off x="7063273" y="793102"/>
            <a:ext cx="184731" cy="369332"/>
          </a:xfrm>
          <a:prstGeom prst="rect">
            <a:avLst/>
          </a:prstGeom>
          <a:noFill/>
        </p:spPr>
        <p:txBody>
          <a:bodyPr wrap="none" rtlCol="0">
            <a:spAutoFit/>
          </a:bodyPr>
          <a:lstStyle/>
          <a:p>
            <a:endParaRPr lang="da-DK" dirty="0"/>
          </a:p>
        </p:txBody>
      </p:sp>
      <p:sp>
        <p:nvSpPr>
          <p:cNvPr id="2" name="Pladsholder til tekst 11">
            <a:extLst>
              <a:ext uri="{FF2B5EF4-FFF2-40B4-BE49-F238E27FC236}">
                <a16:creationId xmlns:a16="http://schemas.microsoft.com/office/drawing/2014/main" id="{5D8DD052-F369-4F26-95C3-50DB8686190B}"/>
              </a:ext>
            </a:extLst>
          </p:cNvPr>
          <p:cNvSpPr>
            <a:spLocks noGrp="1"/>
          </p:cNvSpPr>
          <p:nvPr>
            <p:ph type="body" sz="quarter" idx="11"/>
          </p:nvPr>
        </p:nvSpPr>
        <p:spPr>
          <a:xfrm>
            <a:off x="6591015" y="919789"/>
            <a:ext cx="5042785"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3" name="Pladsholder til tekst 11">
            <a:extLst>
              <a:ext uri="{FF2B5EF4-FFF2-40B4-BE49-F238E27FC236}">
                <a16:creationId xmlns:a16="http://schemas.microsoft.com/office/drawing/2014/main" id="{2516B1A4-9943-D09D-4408-5F3C1AAB9C49}"/>
              </a:ext>
            </a:extLst>
          </p:cNvPr>
          <p:cNvSpPr>
            <a:spLocks noGrp="1"/>
          </p:cNvSpPr>
          <p:nvPr>
            <p:ph type="body" sz="quarter" idx="12"/>
          </p:nvPr>
        </p:nvSpPr>
        <p:spPr>
          <a:xfrm>
            <a:off x="6591015" y="2038525"/>
            <a:ext cx="5042786" cy="4157001"/>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07F60D2C-D6EF-28B6-82FF-F1E6C4625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594395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ndt billede med top 3">
    <p:spTree>
      <p:nvGrpSpPr>
        <p:cNvPr id="1" name=""/>
        <p:cNvGrpSpPr/>
        <p:nvPr/>
      </p:nvGrpSpPr>
      <p:grpSpPr>
        <a:xfrm>
          <a:off x="0" y="0"/>
          <a:ext cx="0" cy="0"/>
          <a:chOff x="0" y="0"/>
          <a:chExt cx="0" cy="0"/>
        </a:xfrm>
      </p:grpSpPr>
      <p:cxnSp>
        <p:nvCxnSpPr>
          <p:cNvPr id="7" name="Lige forbindelse 6">
            <a:extLst>
              <a:ext uri="{FF2B5EF4-FFF2-40B4-BE49-F238E27FC236}">
                <a16:creationId xmlns:a16="http://schemas.microsoft.com/office/drawing/2014/main" id="{3CC9FCDF-2FC8-45F8-FF96-6A4025D574F0}"/>
              </a:ext>
            </a:extLst>
          </p:cNvPr>
          <p:cNvCxnSpPr>
            <a:cxnSpLocks/>
          </p:cNvCxnSpPr>
          <p:nvPr/>
        </p:nvCxnSpPr>
        <p:spPr>
          <a:xfrm>
            <a:off x="905608" y="6309320"/>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p:nvPr>
        </p:nvSpPr>
        <p:spPr>
          <a:xfrm>
            <a:off x="1018784" y="8326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t">
            <a:noAutofit/>
          </a:bodyPr>
          <a:lstStyle>
            <a:lvl1pPr marL="0" indent="0" algn="ctr">
              <a:buNone/>
              <a:defRPr sz="1800">
                <a:solidFill>
                  <a:schemeClr val="accent4"/>
                </a:solidFill>
              </a:defRPr>
            </a:lvl1pPr>
          </a:lstStyle>
          <a:p>
            <a:r>
              <a:rPr lang="da-DK"/>
              <a:t>Klik på ikonet for at tilføje et billede</a:t>
            </a:r>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21" name="Grafik 20" descr="Badge 1 med massiv udfyldning">
            <a:extLst>
              <a:ext uri="{FF2B5EF4-FFF2-40B4-BE49-F238E27FC236}">
                <a16:creationId xmlns:a16="http://schemas.microsoft.com/office/drawing/2014/main" id="{414CB1FD-2F7F-568D-87A3-AA5F2E43A5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6037" y="1724082"/>
            <a:ext cx="718913" cy="718913"/>
          </a:xfrm>
          <a:prstGeom prst="rect">
            <a:avLst/>
          </a:prstGeom>
        </p:spPr>
      </p:pic>
      <p:pic>
        <p:nvPicPr>
          <p:cNvPr id="22" name="Grafik 21" descr="Badge med massiv udfyldning">
            <a:extLst>
              <a:ext uri="{FF2B5EF4-FFF2-40B4-BE49-F238E27FC236}">
                <a16:creationId xmlns:a16="http://schemas.microsoft.com/office/drawing/2014/main" id="{256D1EF6-5D08-9A88-3344-6BFE564851C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76037" y="3099743"/>
            <a:ext cx="718913" cy="718913"/>
          </a:xfrm>
          <a:prstGeom prst="rect">
            <a:avLst/>
          </a:prstGeom>
        </p:spPr>
      </p:pic>
      <p:pic>
        <p:nvPicPr>
          <p:cNvPr id="23" name="Grafik 22" descr="Badge 3 med massiv udfyldning">
            <a:extLst>
              <a:ext uri="{FF2B5EF4-FFF2-40B4-BE49-F238E27FC236}">
                <a16:creationId xmlns:a16="http://schemas.microsoft.com/office/drawing/2014/main" id="{17E4907E-C0D4-6E55-FB1C-714ED9C17C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6037" y="4508922"/>
            <a:ext cx="718913" cy="718913"/>
          </a:xfrm>
          <a:prstGeom prst="rect">
            <a:avLst/>
          </a:prstGeom>
        </p:spPr>
      </p:pic>
      <p:sp>
        <p:nvSpPr>
          <p:cNvPr id="28" name="Pladsholder til tekst 19">
            <a:extLst>
              <a:ext uri="{FF2B5EF4-FFF2-40B4-BE49-F238E27FC236}">
                <a16:creationId xmlns:a16="http://schemas.microsoft.com/office/drawing/2014/main" id="{D9D10D8D-2441-FA2C-C1B8-1D95FC55F6DC}"/>
              </a:ext>
            </a:extLst>
          </p:cNvPr>
          <p:cNvSpPr>
            <a:spLocks noGrp="1"/>
          </p:cNvSpPr>
          <p:nvPr>
            <p:ph type="body" sz="quarter" idx="32"/>
          </p:nvPr>
        </p:nvSpPr>
        <p:spPr>
          <a:xfrm>
            <a:off x="8078822" y="1881737"/>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0" name="Pladsholder til tekst 19">
            <a:extLst>
              <a:ext uri="{FF2B5EF4-FFF2-40B4-BE49-F238E27FC236}">
                <a16:creationId xmlns:a16="http://schemas.microsoft.com/office/drawing/2014/main" id="{E42AE478-112D-AB0E-133D-472906C1B76E}"/>
              </a:ext>
            </a:extLst>
          </p:cNvPr>
          <p:cNvSpPr>
            <a:spLocks noGrp="1"/>
          </p:cNvSpPr>
          <p:nvPr>
            <p:ph type="body" sz="quarter" idx="34"/>
          </p:nvPr>
        </p:nvSpPr>
        <p:spPr>
          <a:xfrm>
            <a:off x="8078822" y="3273463"/>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2" name="Pladsholder til tekst 19">
            <a:extLst>
              <a:ext uri="{FF2B5EF4-FFF2-40B4-BE49-F238E27FC236}">
                <a16:creationId xmlns:a16="http://schemas.microsoft.com/office/drawing/2014/main" id="{46B1035F-A721-8566-C570-5BF6CD54FD7A}"/>
              </a:ext>
            </a:extLst>
          </p:cNvPr>
          <p:cNvSpPr>
            <a:spLocks noGrp="1"/>
          </p:cNvSpPr>
          <p:nvPr>
            <p:ph type="body" sz="quarter" idx="36"/>
          </p:nvPr>
        </p:nvSpPr>
        <p:spPr>
          <a:xfrm>
            <a:off x="8078822" y="4682642"/>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4E97CA4-2FEB-E952-701A-94AC3A176EF1}"/>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954428080"/>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 og to objekt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a:spLocks noGrp="1" noRot="1" noMove="1" noResize="1" noEditPoints="1" noAdjustHandles="1" noChangeArrowheads="1" noChangeShapeType="1"/>
          </p:cNvSpPr>
          <p:nvPr/>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Pladsholder til indhold 3">
            <a:extLst>
              <a:ext uri="{FF2B5EF4-FFF2-40B4-BE49-F238E27FC236}">
                <a16:creationId xmlns:a16="http://schemas.microsoft.com/office/drawing/2014/main" id="{063FB2A0-E2A8-7639-5821-EA30510BAD75}"/>
              </a:ext>
            </a:extLst>
          </p:cNvPr>
          <p:cNvSpPr>
            <a:spLocks noGrp="1"/>
          </p:cNvSpPr>
          <p:nvPr>
            <p:ph sz="quarter" idx="11"/>
          </p:nvPr>
        </p:nvSpPr>
        <p:spPr>
          <a:xfrm>
            <a:off x="6200775"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93538"/>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199"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7" name="Ellipse 6">
            <a:extLst>
              <a:ext uri="{FF2B5EF4-FFF2-40B4-BE49-F238E27FC236}">
                <a16:creationId xmlns:a16="http://schemas.microsoft.com/office/drawing/2014/main" id="{46DA7DDE-63A6-5E98-0EC4-738E3F603C9A}"/>
              </a:ext>
            </a:extLst>
          </p:cNvPr>
          <p:cNvSpPr/>
          <p:nvPr userDrawn="1"/>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8" name="Ellipse 7">
            <a:extLst>
              <a:ext uri="{FF2B5EF4-FFF2-40B4-BE49-F238E27FC236}">
                <a16:creationId xmlns:a16="http://schemas.microsoft.com/office/drawing/2014/main" id="{154ABB45-9D02-C95E-4427-18F343D6D612}"/>
              </a:ext>
            </a:extLst>
          </p:cNvPr>
          <p:cNvSpPr/>
          <p:nvPr userDrawn="1"/>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9" name="Billede 10" descr="Et billede, der indeholder sort, mørke&#10;&#10;Automatisk genereret beskrivelse">
            <a:extLst>
              <a:ext uri="{FF2B5EF4-FFF2-40B4-BE49-F238E27FC236}">
                <a16:creationId xmlns:a16="http://schemas.microsoft.com/office/drawing/2014/main" id="{A7871B6C-23E6-0643-2DDB-7CE708093E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746456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ort rundt billede gul">
    <p:bg>
      <p:bgPr>
        <a:solidFill>
          <a:schemeClr val="accent3"/>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6"/>
                </a:solidFill>
              </a:defRPr>
            </a:lvl1pPr>
          </a:lstStyle>
          <a:p>
            <a:r>
              <a:rPr lang="da-DK"/>
              <a:t>Klik på ikonet for at tilføje et billede</a:t>
            </a:r>
            <a:endParaRPr lang="da-DK" dirty="0"/>
          </a:p>
        </p:txBody>
      </p:sp>
      <p:pic>
        <p:nvPicPr>
          <p:cNvPr id="2" name="Billede 10" descr="Et billede, der indeholder sort, mørke&#10;&#10;Automatisk genereret beskrivelse">
            <a:extLst>
              <a:ext uri="{FF2B5EF4-FFF2-40B4-BE49-F238E27FC236}">
                <a16:creationId xmlns:a16="http://schemas.microsoft.com/office/drawing/2014/main" id="{42442907-9607-FBD5-41BE-6F012CFF89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728654596"/>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ort rundt billede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5"/>
                </a:solidFill>
              </a:defRPr>
            </a:lvl1pPr>
          </a:lstStyle>
          <a:p>
            <a:r>
              <a:rPr lang="da-DK"/>
              <a:t>Klik på ikonet for at tilføje et billede</a:t>
            </a:r>
            <a:endParaRPr lang="da-DK" dirty="0"/>
          </a:p>
        </p:txBody>
      </p:sp>
      <p:pic>
        <p:nvPicPr>
          <p:cNvPr id="2" name="Billede 12">
            <a:extLst>
              <a:ext uri="{FF2B5EF4-FFF2-40B4-BE49-F238E27FC236}">
                <a16:creationId xmlns:a16="http://schemas.microsoft.com/office/drawing/2014/main" id="{921CC2E2-C216-1654-6436-4F23FF6174D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66146017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èn overskrift, tre objekter">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46885"/>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10056"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838200"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7981912"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77517C1-57BE-3C06-76C5-125A76A57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2719697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e overskrifter, tre objekter">
    <p:bg>
      <p:bgPr>
        <a:solidFill>
          <a:schemeClr val="bg1"/>
        </a:solidFill>
        <a:effectLst/>
      </p:bgPr>
    </p:bg>
    <p:spTree>
      <p:nvGrpSpPr>
        <p:cNvPr id="1" name=""/>
        <p:cNvGrpSpPr/>
        <p:nvPr/>
      </p:nvGrpSpPr>
      <p:grpSpPr>
        <a:xfrm>
          <a:off x="0" y="0"/>
          <a:ext cx="0" cy="0"/>
          <a:chOff x="0" y="0"/>
          <a:chExt cx="0" cy="0"/>
        </a:xfrm>
      </p:grpSpPr>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22713"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8039878"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776317"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4" name="Pladsholder til tekst 3">
            <a:extLst>
              <a:ext uri="{FF2B5EF4-FFF2-40B4-BE49-F238E27FC236}">
                <a16:creationId xmlns:a16="http://schemas.microsoft.com/office/drawing/2014/main" id="{C15F7AD4-F672-5698-2F38-608B2E0C66BD}"/>
              </a:ext>
            </a:extLst>
          </p:cNvPr>
          <p:cNvSpPr>
            <a:spLocks noGrp="1"/>
          </p:cNvSpPr>
          <p:nvPr>
            <p:ph type="body" sz="quarter" idx="14"/>
          </p:nvPr>
        </p:nvSpPr>
        <p:spPr>
          <a:xfrm>
            <a:off x="4422713"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5" name="Pladsholder til tekst 3">
            <a:extLst>
              <a:ext uri="{FF2B5EF4-FFF2-40B4-BE49-F238E27FC236}">
                <a16:creationId xmlns:a16="http://schemas.microsoft.com/office/drawing/2014/main" id="{F85ABD62-253C-7D26-2060-90103E5CA1EA}"/>
              </a:ext>
            </a:extLst>
          </p:cNvPr>
          <p:cNvSpPr>
            <a:spLocks noGrp="1"/>
          </p:cNvSpPr>
          <p:nvPr>
            <p:ph type="body" sz="quarter" idx="15"/>
          </p:nvPr>
        </p:nvSpPr>
        <p:spPr>
          <a:xfrm>
            <a:off x="775567"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6" name="Pladsholder til tekst 3">
            <a:extLst>
              <a:ext uri="{FF2B5EF4-FFF2-40B4-BE49-F238E27FC236}">
                <a16:creationId xmlns:a16="http://schemas.microsoft.com/office/drawing/2014/main" id="{4662DEC7-4912-95D4-725F-9DBD13CDE0D6}"/>
              </a:ext>
            </a:extLst>
          </p:cNvPr>
          <p:cNvSpPr>
            <a:spLocks noGrp="1"/>
          </p:cNvSpPr>
          <p:nvPr>
            <p:ph type="body" sz="quarter" idx="16"/>
          </p:nvPr>
        </p:nvSpPr>
        <p:spPr>
          <a:xfrm>
            <a:off x="8039878"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134E7724-DF42-9222-9ADB-53B0C0E366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5354329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 tekstspalter">
    <p:spTree>
      <p:nvGrpSpPr>
        <p:cNvPr id="1" name=""/>
        <p:cNvGrpSpPr/>
        <p:nvPr/>
      </p:nvGrpSpPr>
      <p:grpSpPr>
        <a:xfrm>
          <a:off x="0" y="0"/>
          <a:ext cx="0" cy="0"/>
          <a:chOff x="0" y="0"/>
          <a:chExt cx="0" cy="0"/>
        </a:xfrm>
      </p:grpSpPr>
      <p:sp>
        <p:nvSpPr>
          <p:cNvPr id="7" name="Pladsholder til tekst 21">
            <a:extLst>
              <a:ext uri="{FF2B5EF4-FFF2-40B4-BE49-F238E27FC236}">
                <a16:creationId xmlns:a16="http://schemas.microsoft.com/office/drawing/2014/main" id="{6AF7C5D9-4A61-9AFB-55B2-59864D54C686}"/>
              </a:ext>
            </a:extLst>
          </p:cNvPr>
          <p:cNvSpPr>
            <a:spLocks noGrp="1"/>
          </p:cNvSpPr>
          <p:nvPr>
            <p:ph type="body" sz="quarter" idx="13"/>
          </p:nvPr>
        </p:nvSpPr>
        <p:spPr>
          <a:xfrm>
            <a:off x="545970" y="1857765"/>
            <a:ext cx="5220347" cy="4300440"/>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8" name="Ellipse 7">
            <a:extLst>
              <a:ext uri="{FF2B5EF4-FFF2-40B4-BE49-F238E27FC236}">
                <a16:creationId xmlns:a16="http://schemas.microsoft.com/office/drawing/2014/main" id="{01F23421-9BB5-B66E-2915-7AC5D1C64931}"/>
              </a:ext>
            </a:extLst>
          </p:cNvPr>
          <p:cNvSpPr>
            <a:spLocks noGrp="1" noRot="1" noMove="1" noResize="1" noEditPoints="1" noAdjustHandles="1" noChangeArrowheads="1" noChangeShapeType="1"/>
          </p:cNvSpPr>
          <p:nvPr/>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Ellipse 8">
            <a:extLst>
              <a:ext uri="{FF2B5EF4-FFF2-40B4-BE49-F238E27FC236}">
                <a16:creationId xmlns:a16="http://schemas.microsoft.com/office/drawing/2014/main" id="{5D6ED4BE-01AC-F3C9-BEAE-18399B71C575}"/>
              </a:ext>
            </a:extLst>
          </p:cNvPr>
          <p:cNvSpPr>
            <a:spLocks noGrp="1" noRot="1" noMove="1" noResize="1" noEditPoints="1" noAdjustHandles="1" noChangeArrowheads="1" noChangeShapeType="1"/>
          </p:cNvSpPr>
          <p:nvPr/>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Pladsholder til indhold 2">
            <a:extLst>
              <a:ext uri="{FF2B5EF4-FFF2-40B4-BE49-F238E27FC236}">
                <a16:creationId xmlns:a16="http://schemas.microsoft.com/office/drawing/2014/main" id="{D28427B0-6F2A-9A36-BA01-8150978C2182}"/>
              </a:ext>
            </a:extLst>
          </p:cNvPr>
          <p:cNvSpPr>
            <a:spLocks noGrp="1"/>
          </p:cNvSpPr>
          <p:nvPr>
            <p:ph sz="quarter" idx="14"/>
          </p:nvPr>
        </p:nvSpPr>
        <p:spPr>
          <a:xfrm>
            <a:off x="5990254" y="837025"/>
            <a:ext cx="5655776" cy="5321180"/>
          </a:xfrm>
          <a:prstGeom prst="rect">
            <a:avLst/>
          </a:prstGeom>
        </p:spPr>
        <p:txBody>
          <a:bodyPr/>
          <a:lstStyle>
            <a:lvl1pPr marL="0" indent="0">
              <a:buNone/>
              <a:defRPr sz="1800"/>
            </a:lvl1pPr>
          </a:lstStyle>
          <a:p>
            <a:pPr lvl="0"/>
            <a:r>
              <a:rPr lang="da-DK"/>
              <a:t>Klik for at redigere teksttypografierne i masteren</a:t>
            </a:r>
          </a:p>
        </p:txBody>
      </p:sp>
      <p:sp>
        <p:nvSpPr>
          <p:cNvPr id="2" name="Ellipse 1">
            <a:extLst>
              <a:ext uri="{FF2B5EF4-FFF2-40B4-BE49-F238E27FC236}">
                <a16:creationId xmlns:a16="http://schemas.microsoft.com/office/drawing/2014/main" id="{C1117402-4D1F-2B99-74B2-57532C00E0E0}"/>
              </a:ext>
            </a:extLst>
          </p:cNvPr>
          <p:cNvSpPr/>
          <p:nvPr userDrawn="1"/>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Ellipse 3">
            <a:extLst>
              <a:ext uri="{FF2B5EF4-FFF2-40B4-BE49-F238E27FC236}">
                <a16:creationId xmlns:a16="http://schemas.microsoft.com/office/drawing/2014/main" id="{AD89150D-33F7-C7EA-4565-830E42B119EF}"/>
              </a:ext>
            </a:extLst>
          </p:cNvPr>
          <p:cNvSpPr/>
          <p:nvPr userDrawn="1"/>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Pladsholder til tekst 3">
            <a:extLst>
              <a:ext uri="{FF2B5EF4-FFF2-40B4-BE49-F238E27FC236}">
                <a16:creationId xmlns:a16="http://schemas.microsoft.com/office/drawing/2014/main" id="{956E59B5-69E2-3426-86B0-660FF5B7C7D1}"/>
              </a:ext>
            </a:extLst>
          </p:cNvPr>
          <p:cNvSpPr>
            <a:spLocks noGrp="1"/>
          </p:cNvSpPr>
          <p:nvPr>
            <p:ph type="body" sz="quarter" idx="15"/>
          </p:nvPr>
        </p:nvSpPr>
        <p:spPr>
          <a:xfrm>
            <a:off x="545971" y="837025"/>
            <a:ext cx="5220346"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5" name="Billede 10" descr="Et billede, der indeholder sort, mørke&#10;&#10;Automatisk genereret beskrivelse">
            <a:extLst>
              <a:ext uri="{FF2B5EF4-FFF2-40B4-BE49-F238E27FC236}">
                <a16:creationId xmlns:a16="http://schemas.microsoft.com/office/drawing/2014/main" id="{340D9666-406B-DB5B-73C6-16F9D88927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84402465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 runde billeder + tekst">
    <p:spTree>
      <p:nvGrpSpPr>
        <p:cNvPr id="1" name=""/>
        <p:cNvGrpSpPr/>
        <p:nvPr/>
      </p:nvGrpSpPr>
      <p:grpSpPr>
        <a:xfrm>
          <a:off x="0" y="0"/>
          <a:ext cx="0" cy="0"/>
          <a:chOff x="0" y="0"/>
          <a:chExt cx="0" cy="0"/>
        </a:xfrm>
      </p:grpSpPr>
      <p:sp>
        <p:nvSpPr>
          <p:cNvPr id="3" name="Pladsholder til billede 2">
            <a:extLst>
              <a:ext uri="{FF2B5EF4-FFF2-40B4-BE49-F238E27FC236}">
                <a16:creationId xmlns:a16="http://schemas.microsoft.com/office/drawing/2014/main" id="{BCD6D3C6-2CAC-6C9A-A3DF-9BFDD74C8BE2}"/>
              </a:ext>
            </a:extLst>
          </p:cNvPr>
          <p:cNvSpPr>
            <a:spLocks noGrp="1"/>
          </p:cNvSpPr>
          <p:nvPr>
            <p:ph type="pic" sz="quarter" idx="10" hasCustomPrompt="1"/>
          </p:nvPr>
        </p:nvSpPr>
        <p:spPr>
          <a:xfrm>
            <a:off x="6522030" y="785132"/>
            <a:ext cx="4357398" cy="4357397"/>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dirty="0"/>
              <a:t>Indsæt billede ved at trykke på ikonet</a:t>
            </a:r>
          </a:p>
          <a:p>
            <a:endParaRPr lang="da-DK" dirty="0"/>
          </a:p>
          <a:p>
            <a:endParaRPr lang="da-DK" dirty="0"/>
          </a:p>
        </p:txBody>
      </p:sp>
      <p:sp>
        <p:nvSpPr>
          <p:cNvPr id="4" name="Pladsholder til billede 3">
            <a:extLst>
              <a:ext uri="{FF2B5EF4-FFF2-40B4-BE49-F238E27FC236}">
                <a16:creationId xmlns:a16="http://schemas.microsoft.com/office/drawing/2014/main" id="{2EBF9CBC-4B0B-0256-FC20-008C5A7ADF11}"/>
              </a:ext>
            </a:extLst>
          </p:cNvPr>
          <p:cNvSpPr>
            <a:spLocks noGrp="1"/>
          </p:cNvSpPr>
          <p:nvPr>
            <p:ph type="pic" sz="quarter" idx="11"/>
          </p:nvPr>
        </p:nvSpPr>
        <p:spPr>
          <a:xfrm>
            <a:off x="9120543" y="3547382"/>
            <a:ext cx="2525486" cy="2525486"/>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a:t>Klik på ikonet for at tilføje et billede</a:t>
            </a:r>
            <a:endParaRPr lang="da-DK" dirty="0"/>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852246"/>
            <a:ext cx="4949760" cy="4220622"/>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18" name="Ellipse 17">
            <a:extLst>
              <a:ext uri="{FF2B5EF4-FFF2-40B4-BE49-F238E27FC236}">
                <a16:creationId xmlns:a16="http://schemas.microsoft.com/office/drawing/2014/main" id="{69FB30B0-C3B1-8663-0D9A-EC5CF4927F14}"/>
              </a:ext>
            </a:extLst>
          </p:cNvPr>
          <p:cNvSpPr/>
          <p:nvPr/>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097722E6-54DB-46BE-D13E-34D050586DE2}"/>
              </a:ext>
            </a:extLst>
          </p:cNvPr>
          <p:cNvSpPr/>
          <p:nvPr userDrawn="1"/>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tekst 3">
            <a:extLst>
              <a:ext uri="{FF2B5EF4-FFF2-40B4-BE49-F238E27FC236}">
                <a16:creationId xmlns:a16="http://schemas.microsoft.com/office/drawing/2014/main" id="{3C32BFDE-1C03-812C-A5E3-30680D7D0EBB}"/>
              </a:ext>
            </a:extLst>
          </p:cNvPr>
          <p:cNvSpPr>
            <a:spLocks noGrp="1"/>
          </p:cNvSpPr>
          <p:nvPr>
            <p:ph type="body" sz="quarter" idx="15"/>
          </p:nvPr>
        </p:nvSpPr>
        <p:spPr>
          <a:xfrm>
            <a:off x="545971" y="782152"/>
            <a:ext cx="4949760"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444DACAA-D3A2-06DC-1F35-F2B4216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93773440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boks med farvet bund">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rot="5400000">
            <a:off x="5050971" y="-283028"/>
            <a:ext cx="2090057" cy="1219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5CB5A48A-2E4C-AD56-8DE6-E60836641FA2}"/>
              </a:ext>
            </a:extLst>
          </p:cNvPr>
          <p:cNvSpPr txBox="1">
            <a:spLocks/>
          </p:cNvSpPr>
          <p:nvPr userDrawn="1"/>
        </p:nvSpPr>
        <p:spPr>
          <a:xfrm>
            <a:off x="1500554" y="2166972"/>
            <a:ext cx="9206523" cy="3589674"/>
          </a:xfrm>
          <a:prstGeom prst="rect">
            <a:avLst/>
          </a:prstGeom>
          <a:solidFill>
            <a:schemeClr val="bg1"/>
          </a:solidFill>
          <a:ln>
            <a:solidFill>
              <a:schemeClr val="accent3"/>
            </a:solidFill>
          </a:ln>
        </p:spPr>
        <p:txBody>
          <a:bodyPr anchor="t"/>
          <a:lstStyle>
            <a:lvl1pPr algn="ctr" defTabSz="914400" rtl="0" eaLnBrk="1" latinLnBrk="0" hangingPunct="1">
              <a:lnSpc>
                <a:spcPct val="90000"/>
              </a:lnSpc>
              <a:spcBef>
                <a:spcPct val="0"/>
              </a:spcBef>
              <a:buNone/>
              <a:defRPr sz="2800" kern="1200">
                <a:solidFill>
                  <a:schemeClr val="accent4"/>
                </a:solidFill>
                <a:latin typeface="+mj-lt"/>
                <a:ea typeface="+mj-ea"/>
                <a:cs typeface="+mj-cs"/>
              </a:defRPr>
            </a:lvl1pPr>
          </a:lstStyle>
          <a:p>
            <a:pPr algn="l"/>
            <a:endParaRPr lang="da-DK" sz="1800" dirty="0">
              <a:ln w="76200">
                <a:solidFill>
                  <a:schemeClr val="tx1"/>
                </a:solidFill>
              </a:ln>
              <a:solidFill>
                <a:schemeClr val="tx1"/>
              </a:solidFill>
              <a:latin typeface="+mn-lt"/>
            </a:endParaRPr>
          </a:p>
        </p:txBody>
      </p:sp>
      <p:sp>
        <p:nvSpPr>
          <p:cNvPr id="5" name="Pladsholder til tekst 3">
            <a:extLst>
              <a:ext uri="{FF2B5EF4-FFF2-40B4-BE49-F238E27FC236}">
                <a16:creationId xmlns:a16="http://schemas.microsoft.com/office/drawing/2014/main" id="{E788242D-E2F8-8F7B-3491-A61E1FA5EC2B}"/>
              </a:ext>
            </a:extLst>
          </p:cNvPr>
          <p:cNvSpPr>
            <a:spLocks noGrp="1"/>
          </p:cNvSpPr>
          <p:nvPr>
            <p:ph type="body" sz="quarter" idx="15"/>
          </p:nvPr>
        </p:nvSpPr>
        <p:spPr>
          <a:xfrm>
            <a:off x="1500553" y="1057680"/>
            <a:ext cx="9206523" cy="920750"/>
          </a:xfrm>
          <a:prstGeom prst="rect">
            <a:avLst/>
          </a:prstGeom>
        </p:spPr>
        <p:txBody>
          <a:bodyPr anchor="ctr"/>
          <a:lstStyle>
            <a:lvl1pPr marL="0" indent="0" algn="ctr">
              <a:buNone/>
              <a:defRPr sz="3200">
                <a:solidFill>
                  <a:schemeClr val="accent6"/>
                </a:solidFill>
                <a:latin typeface="+mj-lt"/>
              </a:defRPr>
            </a:lvl1pPr>
          </a:lstStyle>
          <a:p>
            <a:pPr lvl="0"/>
            <a:r>
              <a:rPr lang="da-DK"/>
              <a:t>Klik for at redigere teksttypografierne i masteren</a:t>
            </a:r>
          </a:p>
        </p:txBody>
      </p:sp>
      <p:sp>
        <p:nvSpPr>
          <p:cNvPr id="10" name="Pladsholder til tekst 8">
            <a:extLst>
              <a:ext uri="{FF2B5EF4-FFF2-40B4-BE49-F238E27FC236}">
                <a16:creationId xmlns:a16="http://schemas.microsoft.com/office/drawing/2014/main" id="{851A094B-990F-8F94-975B-7B7DD748BDC2}"/>
              </a:ext>
            </a:extLst>
          </p:cNvPr>
          <p:cNvSpPr>
            <a:spLocks noGrp="1"/>
          </p:cNvSpPr>
          <p:nvPr>
            <p:ph type="body" sz="quarter" idx="17"/>
          </p:nvPr>
        </p:nvSpPr>
        <p:spPr>
          <a:xfrm>
            <a:off x="1510090" y="2176510"/>
            <a:ext cx="9206523" cy="3589338"/>
          </a:xfrm>
          <a:prstGeom prst="rect">
            <a:avLst/>
          </a:prstGeom>
        </p:spPr>
        <p:txBody>
          <a:bodyPr/>
          <a:lstStyle>
            <a:lvl1pPr marL="0" indent="0">
              <a:buNone/>
              <a:defRPr sz="1800">
                <a:solidFill>
                  <a:schemeClr val="accent6"/>
                </a:solidFill>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8BA79972-1283-3664-EEBF-DEE63E4043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849008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re tekstbokse">
    <p:spTree>
      <p:nvGrpSpPr>
        <p:cNvPr id="1" name=""/>
        <p:cNvGrpSpPr/>
        <p:nvPr/>
      </p:nvGrpSpPr>
      <p:grpSpPr>
        <a:xfrm>
          <a:off x="0" y="0"/>
          <a:ext cx="0" cy="0"/>
          <a:chOff x="0" y="0"/>
          <a:chExt cx="0" cy="0"/>
        </a:xfrm>
      </p:grpSpPr>
      <p:sp>
        <p:nvSpPr>
          <p:cNvPr id="29" name="Rektangel 28">
            <a:extLst>
              <a:ext uri="{FF2B5EF4-FFF2-40B4-BE49-F238E27FC236}">
                <a16:creationId xmlns:a16="http://schemas.microsoft.com/office/drawing/2014/main" id="{472C92E0-91EE-E45C-70DA-61B42DD33B61}"/>
              </a:ext>
            </a:extLst>
          </p:cNvPr>
          <p:cNvSpPr/>
          <p:nvPr/>
        </p:nvSpPr>
        <p:spPr>
          <a:xfrm>
            <a:off x="0" y="0"/>
            <a:ext cx="47301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0" name="Pladsholder til tekst 21">
            <a:extLst>
              <a:ext uri="{FF2B5EF4-FFF2-40B4-BE49-F238E27FC236}">
                <a16:creationId xmlns:a16="http://schemas.microsoft.com/office/drawing/2014/main" id="{F897E297-5976-19F9-D84E-BB274E6A374E}"/>
              </a:ext>
            </a:extLst>
          </p:cNvPr>
          <p:cNvSpPr>
            <a:spLocks noGrp="1"/>
          </p:cNvSpPr>
          <p:nvPr>
            <p:ph type="body" sz="quarter" idx="12" hasCustomPrompt="1"/>
          </p:nvPr>
        </p:nvSpPr>
        <p:spPr>
          <a:xfrm>
            <a:off x="545971" y="522515"/>
            <a:ext cx="3801742" cy="1007234"/>
          </a:xfrm>
          <a:prstGeom prst="rect">
            <a:avLst/>
          </a:prstGeom>
        </p:spPr>
        <p:txBody>
          <a:bodyPr/>
          <a:lstStyle>
            <a:lvl1pPr marL="0" indent="0">
              <a:buFontTx/>
              <a:buNone/>
              <a:defRPr sz="2800">
                <a:solidFill>
                  <a:schemeClr val="bg1"/>
                </a:solidFill>
                <a:latin typeface="+mj-lt"/>
              </a:defRPr>
            </a:lvl1pPr>
          </a:lstStyle>
          <a:p>
            <a:pPr lvl="0"/>
            <a:r>
              <a:rPr lang="da-DK" dirty="0"/>
              <a:t>Klik for at tilføje en titel</a:t>
            </a:r>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687314"/>
            <a:ext cx="3801742" cy="4648172"/>
          </a:xfrm>
          <a:prstGeom prst="rect">
            <a:avLst/>
          </a:prstGeom>
        </p:spPr>
        <p:txBody>
          <a:bodyPr/>
          <a:lstStyle>
            <a:lvl1pPr marL="0" indent="0">
              <a:spcBef>
                <a:spcPts val="1200"/>
              </a:spcBef>
              <a:buFontTx/>
              <a:buNone/>
              <a:defRPr sz="1800" b="0">
                <a:solidFill>
                  <a:schemeClr val="bg1"/>
                </a:solidFill>
                <a:latin typeface="Lucida Sans" panose="020B0602030504020204" pitchFamily="34" charset="0"/>
              </a:defRPr>
            </a:lvl1pPr>
          </a:lstStyle>
          <a:p>
            <a:pPr lvl="0"/>
            <a:r>
              <a:rPr lang="da-DK"/>
              <a:t>Klik for at redigere teksttypografierne i masteren</a:t>
            </a:r>
          </a:p>
        </p:txBody>
      </p:sp>
      <p:sp>
        <p:nvSpPr>
          <p:cNvPr id="12" name="Rektangel 11">
            <a:extLst>
              <a:ext uri="{FF2B5EF4-FFF2-40B4-BE49-F238E27FC236}">
                <a16:creationId xmlns:a16="http://schemas.microsoft.com/office/drawing/2014/main" id="{A6945550-0D7D-5522-9B2D-2D5A0193F894}"/>
              </a:ext>
            </a:extLst>
          </p:cNvPr>
          <p:cNvSpPr/>
          <p:nvPr/>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Pladsholder til tekst 18">
            <a:extLst>
              <a:ext uri="{FF2B5EF4-FFF2-40B4-BE49-F238E27FC236}">
                <a16:creationId xmlns:a16="http://schemas.microsoft.com/office/drawing/2014/main" id="{D99D8A3C-5CA7-A723-C3E7-A5307D49B4D1}"/>
              </a:ext>
            </a:extLst>
          </p:cNvPr>
          <p:cNvSpPr>
            <a:spLocks noGrp="1"/>
          </p:cNvSpPr>
          <p:nvPr>
            <p:ph type="body" sz="quarter" idx="14"/>
          </p:nvPr>
        </p:nvSpPr>
        <p:spPr>
          <a:xfrm>
            <a:off x="5469253"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0" name="Pladsholder til tekst 18">
            <a:extLst>
              <a:ext uri="{FF2B5EF4-FFF2-40B4-BE49-F238E27FC236}">
                <a16:creationId xmlns:a16="http://schemas.microsoft.com/office/drawing/2014/main" id="{5729EC31-1F8B-12C8-FE4F-0673D0B2FC08}"/>
              </a:ext>
            </a:extLst>
          </p:cNvPr>
          <p:cNvSpPr>
            <a:spLocks noGrp="1"/>
          </p:cNvSpPr>
          <p:nvPr>
            <p:ph type="body" sz="quarter" idx="15"/>
          </p:nvPr>
        </p:nvSpPr>
        <p:spPr>
          <a:xfrm>
            <a:off x="5479371" y="1703691"/>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22" name="Grafik 21" descr="Badge 1 med massiv udfyldning">
            <a:extLst>
              <a:ext uri="{FF2B5EF4-FFF2-40B4-BE49-F238E27FC236}">
                <a16:creationId xmlns:a16="http://schemas.microsoft.com/office/drawing/2014/main" id="{067809C9-7D6D-59FB-4EA7-7DF783D263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6075" y="1101136"/>
            <a:ext cx="552091" cy="552091"/>
          </a:xfrm>
          <a:prstGeom prst="rect">
            <a:avLst/>
          </a:prstGeom>
        </p:spPr>
      </p:pic>
      <p:pic>
        <p:nvPicPr>
          <p:cNvPr id="24" name="Grafik 23" descr="Badge med massiv udfyldning">
            <a:extLst>
              <a:ext uri="{FF2B5EF4-FFF2-40B4-BE49-F238E27FC236}">
                <a16:creationId xmlns:a16="http://schemas.microsoft.com/office/drawing/2014/main" id="{7950BEEE-DC43-48EE-1F84-DF17B5CA30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25590" y="1104833"/>
            <a:ext cx="552091" cy="552091"/>
          </a:xfrm>
          <a:prstGeom prst="rect">
            <a:avLst/>
          </a:prstGeom>
        </p:spPr>
      </p:pic>
      <p:pic>
        <p:nvPicPr>
          <p:cNvPr id="26" name="Grafik 25" descr="Badge 3 med massiv udfyldning">
            <a:extLst>
              <a:ext uri="{FF2B5EF4-FFF2-40B4-BE49-F238E27FC236}">
                <a16:creationId xmlns:a16="http://schemas.microsoft.com/office/drawing/2014/main" id="{15E142B3-F1CC-B292-5B23-E7DCC6A736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6074" y="3805721"/>
            <a:ext cx="552091" cy="552091"/>
          </a:xfrm>
          <a:prstGeom prst="rect">
            <a:avLst/>
          </a:prstGeom>
        </p:spPr>
      </p:pic>
      <p:pic>
        <p:nvPicPr>
          <p:cNvPr id="28" name="Grafik 27" descr="Badge 4 med massiv udfyldning">
            <a:extLst>
              <a:ext uri="{FF2B5EF4-FFF2-40B4-BE49-F238E27FC236}">
                <a16:creationId xmlns:a16="http://schemas.microsoft.com/office/drawing/2014/main" id="{958C1D6D-1D06-04B1-BC27-64577E7096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25590" y="3805721"/>
            <a:ext cx="552091" cy="552091"/>
          </a:xfrm>
          <a:prstGeom prst="rect">
            <a:avLst/>
          </a:prstGeom>
        </p:spPr>
      </p:pic>
      <p:sp>
        <p:nvSpPr>
          <p:cNvPr id="30" name="Rektangel 29">
            <a:extLst>
              <a:ext uri="{FF2B5EF4-FFF2-40B4-BE49-F238E27FC236}">
                <a16:creationId xmlns:a16="http://schemas.microsoft.com/office/drawing/2014/main" id="{8415F059-5524-D9B4-D9CE-F5C98ACE4440}"/>
              </a:ext>
            </a:extLst>
          </p:cNvPr>
          <p:cNvSpPr/>
          <p:nvPr/>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1" name="Pladsholder til tekst 18">
            <a:extLst>
              <a:ext uri="{FF2B5EF4-FFF2-40B4-BE49-F238E27FC236}">
                <a16:creationId xmlns:a16="http://schemas.microsoft.com/office/drawing/2014/main" id="{72CBC415-531C-287A-06ED-478D6D3D7287}"/>
              </a:ext>
            </a:extLst>
          </p:cNvPr>
          <p:cNvSpPr>
            <a:spLocks noGrp="1"/>
          </p:cNvSpPr>
          <p:nvPr>
            <p:ph type="body" sz="quarter" idx="16"/>
          </p:nvPr>
        </p:nvSpPr>
        <p:spPr>
          <a:xfrm>
            <a:off x="8738768"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4" name="Rektangel 33">
            <a:extLst>
              <a:ext uri="{FF2B5EF4-FFF2-40B4-BE49-F238E27FC236}">
                <a16:creationId xmlns:a16="http://schemas.microsoft.com/office/drawing/2014/main" id="{1D637F53-0961-D753-9CCA-826C05F25348}"/>
              </a:ext>
            </a:extLst>
          </p:cNvPr>
          <p:cNvSpPr/>
          <p:nvPr/>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5" name="Pladsholder til tekst 18">
            <a:extLst>
              <a:ext uri="{FF2B5EF4-FFF2-40B4-BE49-F238E27FC236}">
                <a16:creationId xmlns:a16="http://schemas.microsoft.com/office/drawing/2014/main" id="{38A62022-F2CA-406B-233C-54B43978AE19}"/>
              </a:ext>
            </a:extLst>
          </p:cNvPr>
          <p:cNvSpPr>
            <a:spLocks noGrp="1"/>
          </p:cNvSpPr>
          <p:nvPr>
            <p:ph type="body" sz="quarter" idx="18"/>
          </p:nvPr>
        </p:nvSpPr>
        <p:spPr>
          <a:xfrm>
            <a:off x="5479371"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8" name="Rektangel 37">
            <a:extLst>
              <a:ext uri="{FF2B5EF4-FFF2-40B4-BE49-F238E27FC236}">
                <a16:creationId xmlns:a16="http://schemas.microsoft.com/office/drawing/2014/main" id="{A04C7AC0-B565-151A-9F3A-FF359335AF24}"/>
              </a:ext>
            </a:extLst>
          </p:cNvPr>
          <p:cNvSpPr/>
          <p:nvPr/>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9" name="Pladsholder til tekst 18">
            <a:extLst>
              <a:ext uri="{FF2B5EF4-FFF2-40B4-BE49-F238E27FC236}">
                <a16:creationId xmlns:a16="http://schemas.microsoft.com/office/drawing/2014/main" id="{987A51DE-FE2B-C476-509E-7E9DBBAE71F5}"/>
              </a:ext>
            </a:extLst>
          </p:cNvPr>
          <p:cNvSpPr>
            <a:spLocks noGrp="1"/>
          </p:cNvSpPr>
          <p:nvPr>
            <p:ph type="body" sz="quarter" idx="20"/>
          </p:nvPr>
        </p:nvSpPr>
        <p:spPr>
          <a:xfrm>
            <a:off x="8738768"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 name="Rektangel 1">
            <a:extLst>
              <a:ext uri="{FF2B5EF4-FFF2-40B4-BE49-F238E27FC236}">
                <a16:creationId xmlns:a16="http://schemas.microsoft.com/office/drawing/2014/main" id="{8CB54D9B-DC92-DA1A-226B-CD2C8BA86DA7}"/>
              </a:ext>
            </a:extLst>
          </p:cNvPr>
          <p:cNvSpPr/>
          <p:nvPr userDrawn="1"/>
        </p:nvSpPr>
        <p:spPr>
          <a:xfrm>
            <a:off x="0" y="0"/>
            <a:ext cx="473015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9B506AB1-D825-4EB6-CF40-C3480ED520B7}"/>
              </a:ext>
            </a:extLst>
          </p:cNvPr>
          <p:cNvSpPr/>
          <p:nvPr userDrawn="1"/>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 name="Grafik 3" descr="Badge 1 med massiv udfyldning">
            <a:extLst>
              <a:ext uri="{FF2B5EF4-FFF2-40B4-BE49-F238E27FC236}">
                <a16:creationId xmlns:a16="http://schemas.microsoft.com/office/drawing/2014/main" id="{4ED77CCF-5526-0410-E4FD-E7E859138F2A}"/>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56075" y="1101136"/>
            <a:ext cx="552091" cy="552091"/>
          </a:xfrm>
          <a:prstGeom prst="rect">
            <a:avLst/>
          </a:prstGeom>
        </p:spPr>
      </p:pic>
      <p:pic>
        <p:nvPicPr>
          <p:cNvPr id="5" name="Grafik 4" descr="Badge med massiv udfyldning">
            <a:extLst>
              <a:ext uri="{FF2B5EF4-FFF2-40B4-BE49-F238E27FC236}">
                <a16:creationId xmlns:a16="http://schemas.microsoft.com/office/drawing/2014/main" id="{FFACF88F-F1AB-4C4D-2E13-D9B9F1A38458}"/>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25590" y="1104833"/>
            <a:ext cx="552091" cy="552091"/>
          </a:xfrm>
          <a:prstGeom prst="rect">
            <a:avLst/>
          </a:prstGeom>
        </p:spPr>
      </p:pic>
      <p:pic>
        <p:nvPicPr>
          <p:cNvPr id="6" name="Grafik 5" descr="Badge 3 med massiv udfyldning">
            <a:extLst>
              <a:ext uri="{FF2B5EF4-FFF2-40B4-BE49-F238E27FC236}">
                <a16:creationId xmlns:a16="http://schemas.microsoft.com/office/drawing/2014/main" id="{8B358B7B-5E14-AE3F-D8AA-B729C070C4F1}"/>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56074" y="3805721"/>
            <a:ext cx="552091" cy="552091"/>
          </a:xfrm>
          <a:prstGeom prst="rect">
            <a:avLst/>
          </a:prstGeom>
        </p:spPr>
      </p:pic>
      <p:pic>
        <p:nvPicPr>
          <p:cNvPr id="7" name="Grafik 6" descr="Badge 4 med massiv udfyldning">
            <a:extLst>
              <a:ext uri="{FF2B5EF4-FFF2-40B4-BE49-F238E27FC236}">
                <a16:creationId xmlns:a16="http://schemas.microsoft.com/office/drawing/2014/main" id="{5D24D015-CF3E-99BD-A501-5E223E43BDAC}"/>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25590" y="3805721"/>
            <a:ext cx="552091" cy="552091"/>
          </a:xfrm>
          <a:prstGeom prst="rect">
            <a:avLst/>
          </a:prstGeom>
        </p:spPr>
      </p:pic>
      <p:sp>
        <p:nvSpPr>
          <p:cNvPr id="8" name="Rektangel 7">
            <a:extLst>
              <a:ext uri="{FF2B5EF4-FFF2-40B4-BE49-F238E27FC236}">
                <a16:creationId xmlns:a16="http://schemas.microsoft.com/office/drawing/2014/main" id="{89DB1CD2-83C8-EE75-BD73-D47E423A7480}"/>
              </a:ext>
            </a:extLst>
          </p:cNvPr>
          <p:cNvSpPr/>
          <p:nvPr userDrawn="1"/>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233ED9F8-307B-A01C-39DB-A29F79F7C8DD}"/>
              </a:ext>
            </a:extLst>
          </p:cNvPr>
          <p:cNvSpPr/>
          <p:nvPr userDrawn="1"/>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3" name="Rektangel 12">
            <a:extLst>
              <a:ext uri="{FF2B5EF4-FFF2-40B4-BE49-F238E27FC236}">
                <a16:creationId xmlns:a16="http://schemas.microsoft.com/office/drawing/2014/main" id="{618AACC1-26AA-FDA8-973D-5F3AAB621549}"/>
              </a:ext>
            </a:extLst>
          </p:cNvPr>
          <p:cNvSpPr/>
          <p:nvPr userDrawn="1"/>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Pladsholder til tekst 18">
            <a:extLst>
              <a:ext uri="{FF2B5EF4-FFF2-40B4-BE49-F238E27FC236}">
                <a16:creationId xmlns:a16="http://schemas.microsoft.com/office/drawing/2014/main" id="{A2387C31-BB0B-7872-3143-59931D057151}"/>
              </a:ext>
            </a:extLst>
          </p:cNvPr>
          <p:cNvSpPr>
            <a:spLocks noGrp="1"/>
          </p:cNvSpPr>
          <p:nvPr>
            <p:ph type="body" sz="quarter" idx="22"/>
          </p:nvPr>
        </p:nvSpPr>
        <p:spPr>
          <a:xfrm>
            <a:off x="8738768" y="1703690"/>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5" name="Pladsholder til tekst 18">
            <a:extLst>
              <a:ext uri="{FF2B5EF4-FFF2-40B4-BE49-F238E27FC236}">
                <a16:creationId xmlns:a16="http://schemas.microsoft.com/office/drawing/2014/main" id="{B5B4272F-2918-6F2A-E7A6-8F2B35213F52}"/>
              </a:ext>
            </a:extLst>
          </p:cNvPr>
          <p:cNvSpPr>
            <a:spLocks noGrp="1"/>
          </p:cNvSpPr>
          <p:nvPr>
            <p:ph type="body" sz="quarter" idx="23"/>
          </p:nvPr>
        </p:nvSpPr>
        <p:spPr>
          <a:xfrm>
            <a:off x="5467064"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6" name="Pladsholder til tekst 18">
            <a:extLst>
              <a:ext uri="{FF2B5EF4-FFF2-40B4-BE49-F238E27FC236}">
                <a16:creationId xmlns:a16="http://schemas.microsoft.com/office/drawing/2014/main" id="{68813193-889D-153B-1F8B-F898A14E6A87}"/>
              </a:ext>
            </a:extLst>
          </p:cNvPr>
          <p:cNvSpPr>
            <a:spLocks noGrp="1"/>
          </p:cNvSpPr>
          <p:nvPr>
            <p:ph type="body" sz="quarter" idx="24"/>
          </p:nvPr>
        </p:nvSpPr>
        <p:spPr>
          <a:xfrm>
            <a:off x="8738768"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17" name="Billede 10" descr="Et billede, der indeholder sort, mørke&#10;&#10;Automatisk genereret beskrivelse">
            <a:extLst>
              <a:ext uri="{FF2B5EF4-FFF2-40B4-BE49-F238E27FC236}">
                <a16:creationId xmlns:a16="http://schemas.microsoft.com/office/drawing/2014/main" id="{4994E521-DAAE-1BD3-9CA1-C6634778FE5F}"/>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79083830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e bobler med tekst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636" y="525544"/>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D3A1C5A1-CBFF-C01B-25C4-671C8913BC15}"/>
              </a:ext>
            </a:extLst>
          </p:cNvPr>
          <p:cNvSpPr/>
          <p:nvPr userDrawn="1"/>
        </p:nvSpPr>
        <p:spPr>
          <a:xfrm>
            <a:off x="7323317" y="1625499"/>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194319" y="3354628"/>
            <a:ext cx="2508405" cy="2203884"/>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3" name="Pladsholder til tekst 6">
            <a:extLst>
              <a:ext uri="{FF2B5EF4-FFF2-40B4-BE49-F238E27FC236}">
                <a16:creationId xmlns:a16="http://schemas.microsoft.com/office/drawing/2014/main" id="{2882F17C-00F2-A813-2186-4FE5B2FBF792}"/>
              </a:ext>
            </a:extLst>
          </p:cNvPr>
          <p:cNvSpPr>
            <a:spLocks noGrp="1"/>
          </p:cNvSpPr>
          <p:nvPr>
            <p:ph type="body" sz="quarter" idx="12"/>
          </p:nvPr>
        </p:nvSpPr>
        <p:spPr>
          <a:xfrm>
            <a:off x="8056787" y="2267340"/>
            <a:ext cx="2813375" cy="2898586"/>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4" name="Pladsholder til tekst 6">
            <a:extLst>
              <a:ext uri="{FF2B5EF4-FFF2-40B4-BE49-F238E27FC236}">
                <a16:creationId xmlns:a16="http://schemas.microsoft.com/office/drawing/2014/main" id="{0EA4F555-26FA-340F-7755-423F83BD09FE}"/>
              </a:ext>
            </a:extLst>
          </p:cNvPr>
          <p:cNvSpPr>
            <a:spLocks noGrp="1"/>
          </p:cNvSpPr>
          <p:nvPr>
            <p:ph type="body" sz="quarter" idx="13"/>
          </p:nvPr>
        </p:nvSpPr>
        <p:spPr>
          <a:xfrm>
            <a:off x="4567240" y="1063426"/>
            <a:ext cx="1948713" cy="1821338"/>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Tree>
    <p:extLst>
      <p:ext uri="{BB962C8B-B14F-4D97-AF65-F5344CB8AC3E}">
        <p14:creationId xmlns:p14="http://schemas.microsoft.com/office/powerpoint/2010/main" val="5363093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e bokse med tekst gul">
    <p:bg>
      <p:bgPr>
        <a:solidFill>
          <a:schemeClr val="accent3"/>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D3A1C5A1-CBFF-C01B-25C4-671C8913BC15}"/>
              </a:ext>
            </a:extLst>
          </p:cNvPr>
          <p:cNvSpPr/>
          <p:nvPr userDrawn="1"/>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24644" y="2631672"/>
            <a:ext cx="3707920" cy="370792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242534" y="3450566"/>
            <a:ext cx="2441528" cy="2107945"/>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7" name="Pladsholder til tekst 6">
            <a:extLst>
              <a:ext uri="{FF2B5EF4-FFF2-40B4-BE49-F238E27FC236}">
                <a16:creationId xmlns:a16="http://schemas.microsoft.com/office/drawing/2014/main" id="{16FD77BF-BF2C-21DC-4882-43FB0B4F4954}"/>
              </a:ext>
            </a:extLst>
          </p:cNvPr>
          <p:cNvSpPr>
            <a:spLocks noGrp="1"/>
          </p:cNvSpPr>
          <p:nvPr>
            <p:ph type="body" sz="quarter" idx="10"/>
          </p:nvPr>
        </p:nvSpPr>
        <p:spPr>
          <a:xfrm>
            <a:off x="4565724" y="1146853"/>
            <a:ext cx="1916112" cy="1654316"/>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12" name="Pladsholder til tekst 6">
            <a:extLst>
              <a:ext uri="{FF2B5EF4-FFF2-40B4-BE49-F238E27FC236}">
                <a16:creationId xmlns:a16="http://schemas.microsoft.com/office/drawing/2014/main" id="{963992AD-36AD-AA14-246B-14784DE66386}"/>
              </a:ext>
            </a:extLst>
          </p:cNvPr>
          <p:cNvSpPr>
            <a:spLocks noGrp="1"/>
          </p:cNvSpPr>
          <p:nvPr>
            <p:ph type="body" sz="quarter" idx="12"/>
          </p:nvPr>
        </p:nvSpPr>
        <p:spPr>
          <a:xfrm>
            <a:off x="8056788" y="2537696"/>
            <a:ext cx="2799770" cy="2417241"/>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Tree>
    <p:extLst>
      <p:ext uri="{BB962C8B-B14F-4D97-AF65-F5344CB8AC3E}">
        <p14:creationId xmlns:p14="http://schemas.microsoft.com/office/powerpoint/2010/main" val="188689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element stor blå">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bg1"/>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bg1"/>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99849183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5. element stor gul">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accent6"/>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accent6"/>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31750807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2014854945"/>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1407442652"/>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3904259021"/>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o indholdsobjekter">
    <p:spTree>
      <p:nvGrpSpPr>
        <p:cNvPr id="1" name=""/>
        <p:cNvGrpSpPr/>
        <p:nvPr/>
      </p:nvGrpSpPr>
      <p:grpSpPr>
        <a:xfrm>
          <a:off x="0" y="0"/>
          <a:ext cx="0" cy="0"/>
          <a:chOff x="0" y="0"/>
          <a:chExt cx="0" cy="0"/>
        </a:xfrm>
      </p:grpSpPr>
      <p:sp>
        <p:nvSpPr>
          <p:cNvPr id="8" name="Rektangel 7"/>
          <p:cNvSpPr/>
          <p:nvPr userDrawn="1"/>
        </p:nvSpPr>
        <p:spPr>
          <a:xfrm>
            <a:off x="-6443" y="5805264"/>
            <a:ext cx="12192000" cy="1080120"/>
          </a:xfrm>
          <a:prstGeom prst="rect">
            <a:avLst/>
          </a:prstGeom>
          <a:solidFill>
            <a:srgbClr val="FF700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nb-NO" sz="1800" dirty="0"/>
              <a:t>               </a:t>
            </a:r>
          </a:p>
        </p:txBody>
      </p:sp>
      <p:cxnSp>
        <p:nvCxnSpPr>
          <p:cNvPr id="17" name="Lige forbindelse 16"/>
          <p:cNvCxnSpPr/>
          <p:nvPr userDrawn="1"/>
        </p:nvCxnSpPr>
        <p:spPr>
          <a:xfrm>
            <a:off x="1295360" y="1448736"/>
            <a:ext cx="96012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el 1"/>
          <p:cNvSpPr>
            <a:spLocks noGrp="1"/>
          </p:cNvSpPr>
          <p:nvPr>
            <p:ph type="title"/>
          </p:nvPr>
        </p:nvSpPr>
        <p:spPr>
          <a:xfrm>
            <a:off x="1295360" y="548616"/>
            <a:ext cx="9601280" cy="900120"/>
          </a:xfrm>
          <a:prstGeom prst="rect">
            <a:avLst/>
          </a:prstGeom>
        </p:spPr>
        <p:txBody>
          <a:bodyPr>
            <a:normAutofit/>
          </a:bodyPr>
          <a:lstStyle>
            <a:lvl1pPr algn="l">
              <a:defRPr sz="2200"/>
            </a:lvl1pPr>
          </a:lstStyle>
          <a:p>
            <a:r>
              <a:rPr lang="da-DK" dirty="0"/>
              <a:t>Klik for at redigere i master</a:t>
            </a:r>
          </a:p>
        </p:txBody>
      </p:sp>
      <p:sp>
        <p:nvSpPr>
          <p:cNvPr id="14" name="Pladsholder til indhold 2"/>
          <p:cNvSpPr>
            <a:spLocks noGrp="1"/>
          </p:cNvSpPr>
          <p:nvPr>
            <p:ph sz="half" idx="1" hasCustomPrompt="1"/>
          </p:nvPr>
        </p:nvSpPr>
        <p:spPr>
          <a:xfrm>
            <a:off x="1295360" y="1718773"/>
            <a:ext cx="9601280" cy="3960528"/>
          </a:xfrm>
          <a:prstGeom prst="rect">
            <a:avLst/>
          </a:prstGeom>
        </p:spPr>
        <p:txBody>
          <a:bodyPr/>
          <a:lstStyle>
            <a:lvl1pPr marL="0" indent="0">
              <a:lnSpc>
                <a:spcPct val="150000"/>
              </a:lnSpc>
              <a:buNone/>
              <a:defRPr sz="1800"/>
            </a:lvl1pPr>
            <a:lvl2pPr marL="457200" indent="0">
              <a:lnSpc>
                <a:spcPct val="100000"/>
              </a:lnSpc>
              <a:buNone/>
              <a:defRPr sz="1800"/>
            </a:lvl2pPr>
            <a:lvl3pPr>
              <a:lnSpc>
                <a:spcPct val="100000"/>
              </a:lnSpc>
              <a:defRPr sz="1800"/>
            </a:lvl3pPr>
            <a:lvl4pPr>
              <a:lnSpc>
                <a:spcPct val="100000"/>
              </a:lnSpc>
              <a:defRPr sz="1400"/>
            </a:lvl4pPr>
            <a:lvl5pPr>
              <a:lnSpc>
                <a:spcPct val="100000"/>
              </a:lnSpc>
              <a:defRPr sz="1400"/>
            </a:lvl5pPr>
            <a:lvl6pPr>
              <a:defRPr sz="1800"/>
            </a:lvl6pPr>
            <a:lvl7pPr>
              <a:defRPr sz="1800"/>
            </a:lvl7pPr>
            <a:lvl8pPr>
              <a:defRPr sz="1800"/>
            </a:lvl8pPr>
            <a:lvl9pPr>
              <a:defRPr sz="1800"/>
            </a:lvl9pPr>
          </a:lstStyle>
          <a:p>
            <a:pPr lvl="0"/>
            <a:r>
              <a:rPr lang="da-DK" dirty="0"/>
              <a:t>Klik for at redigere i master</a:t>
            </a:r>
          </a:p>
        </p:txBody>
      </p:sp>
      <p:pic>
        <p:nvPicPr>
          <p:cNvPr id="9" name="Billede 8">
            <a:extLst>
              <a:ext uri="{FF2B5EF4-FFF2-40B4-BE49-F238E27FC236}">
                <a16:creationId xmlns:a16="http://schemas.microsoft.com/office/drawing/2014/main" id="{E6072851-7882-4178-8020-B91172F2D5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606468" y="5907978"/>
            <a:ext cx="2228093" cy="802811"/>
          </a:xfrm>
          <a:prstGeom prst="rect">
            <a:avLst/>
          </a:prstGeom>
        </p:spPr>
      </p:pic>
    </p:spTree>
    <p:extLst>
      <p:ext uri="{BB962C8B-B14F-4D97-AF65-F5344CB8AC3E}">
        <p14:creationId xmlns:p14="http://schemas.microsoft.com/office/powerpoint/2010/main" val="889885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ekst">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sp>
        <p:nvSpPr>
          <p:cNvPr id="13" name="Pladsholder til indhold"/>
          <p:cNvSpPr>
            <a:spLocks noGrp="1"/>
          </p:cNvSpPr>
          <p:nvPr>
            <p:ph sz="half" idx="1" hasCustomPrompt="1"/>
          </p:nvPr>
        </p:nvSpPr>
        <p:spPr>
          <a:xfrm>
            <a:off x="952407" y="1412876"/>
            <a:ext cx="10274300" cy="4032250"/>
          </a:xfrm>
          <a:prstGeom prst="rect">
            <a:avLst/>
          </a:prstGeom>
        </p:spPr>
        <p:txBody>
          <a:bodyPr/>
          <a:lstStyle>
            <a:lvl1pPr marL="342900" indent="-342900" defTabSz="447675">
              <a:lnSpc>
                <a:spcPct val="100000"/>
              </a:lnSpc>
              <a:buFont typeface="Arial" panose="020B0604020202020204" pitchFamily="34" charset="0"/>
              <a:buChar char="•"/>
              <a:defRPr sz="2000" b="0">
                <a:latin typeface="+mn-lt"/>
              </a:defRPr>
            </a:lvl1pPr>
            <a:lvl2pPr marL="800100" indent="-342900" defTabSz="447675">
              <a:lnSpc>
                <a:spcPct val="100000"/>
              </a:lnSpc>
              <a:buFont typeface="Arial" panose="020B0604020202020204" pitchFamily="34" charset="0"/>
              <a:buChar char="•"/>
              <a:defRPr lang="da-DK" sz="2000" b="0" kern="1200" dirty="0" smtClean="0">
                <a:solidFill>
                  <a:schemeClr val="tx1"/>
                </a:solidFill>
                <a:latin typeface="+mn-lt"/>
                <a:ea typeface="+mn-ea"/>
                <a:cs typeface="+mn-cs"/>
              </a:defRPr>
            </a:lvl2pPr>
            <a:lvl3pPr marL="12573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3pPr>
            <a:lvl4pPr marL="17145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4pPr>
            <a:lvl5pPr marL="21717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Skriv tekst</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2" name="Titel"/>
          <p:cNvSpPr>
            <a:spLocks noGrp="1"/>
          </p:cNvSpPr>
          <p:nvPr>
            <p:ph type="title" hasCustomPrompt="1"/>
          </p:nvPr>
        </p:nvSpPr>
        <p:spPr>
          <a:xfrm>
            <a:off x="958853" y="333376"/>
            <a:ext cx="10274299" cy="827088"/>
          </a:xfrm>
          <a:prstGeom prst="rect">
            <a:avLst/>
          </a:prstGeom>
        </p:spPr>
        <p:txBody>
          <a:bodyPr anchor="b"/>
          <a:lstStyle>
            <a:lvl1pPr>
              <a:lnSpc>
                <a:spcPct val="150000"/>
              </a:lnSpc>
              <a:defRPr sz="2400" b="0" cap="all" spc="120" baseline="0">
                <a:latin typeface="+mn-lt"/>
              </a:defRPr>
            </a:lvl1pPr>
          </a:lstStyle>
          <a:p>
            <a:r>
              <a:rPr lang="da-DK" noProof="0" dirty="0"/>
              <a:t>Skriv titel på slide</a:t>
            </a:r>
          </a:p>
        </p:txBody>
      </p:sp>
      <p:pic>
        <p:nvPicPr>
          <p:cNvPr id="8" name="Logo, EAAA">
            <a:extLst>
              <a:ext uri="{FF2B5EF4-FFF2-40B4-BE49-F238E27FC236}">
                <a16:creationId xmlns:a16="http://schemas.microsoft.com/office/drawing/2014/main" id="{1A6A771D-5E91-46B6-86A5-D8470EF2AE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80038" y="5865182"/>
            <a:ext cx="2322374" cy="876847"/>
          </a:xfrm>
          <a:prstGeom prst="rect">
            <a:avLst/>
          </a:prstGeom>
          <a:noFill/>
        </p:spPr>
      </p:pic>
    </p:spTree>
    <p:extLst>
      <p:ext uri="{BB962C8B-B14F-4D97-AF65-F5344CB8AC3E}">
        <p14:creationId xmlns:p14="http://schemas.microsoft.com/office/powerpoint/2010/main" val="1320476197"/>
      </p:ext>
    </p:extLst>
  </p:cSld>
  <p:clrMapOvr>
    <a:masterClrMapping/>
  </p:clrMapOvr>
  <p:hf hdr="0"/>
  <p:extLst>
    <p:ext uri="{DCECCB84-F9BA-43D5-87BE-67443E8EF086}">
      <p15:sldGuideLst xmlns:p15="http://schemas.microsoft.com/office/powerpoint/2012/main">
        <p15:guide id="1" pos="604">
          <p15:clr>
            <a:srgbClr val="A4A3A4"/>
          </p15:clr>
        </p15:guide>
        <p15:guide id="2" pos="7076">
          <p15:clr>
            <a:srgbClr val="A4A3A4"/>
          </p15:clr>
        </p15:guide>
        <p15:guide id="3" orient="horz" pos="890">
          <p15:clr>
            <a:srgbClr val="A4A3A4"/>
          </p15:clr>
        </p15:guide>
        <p15:guide id="5" orient="horz" pos="3430">
          <p15:clr>
            <a:srgbClr val="A4A3A4"/>
          </p15:clr>
        </p15:guide>
        <p15:guide id="6" orient="horz" pos="731">
          <p15:clr>
            <a:srgbClr val="A4A3A4"/>
          </p15:clr>
        </p15:guide>
        <p15:guide id="7" orient="horz" pos="2160">
          <p15:clr>
            <a:srgbClr val="A4A3A4"/>
          </p15:clr>
        </p15:guide>
        <p15:guide id="8" pos="3840">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4982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5.xml"/><Relationship Id="rId5" Type="http://schemas.openxmlformats.org/officeDocument/2006/relationships/image" Target="../media/image900.png"/></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hyperlink" Target="https://www.sikkerdigital.dk/virksomhed/hvad-truer-din-virksomhed"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www.cfcs.dk/da/forebyggelse/"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2" Type="http://schemas.openxmlformats.org/officeDocument/2006/relationships/hyperlink" Target="https://attack.mitre.org/"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C868-8840-00BE-44D1-50C4459E5BC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4BD65A-EF5A-CCA9-4B60-36054381B819}"/>
              </a:ext>
            </a:extLst>
          </p:cNvPr>
          <p:cNvSpPr>
            <a:spLocks noGrp="1"/>
          </p:cNvSpPr>
          <p:nvPr>
            <p:ph type="body" sz="quarter" idx="10"/>
          </p:nvPr>
        </p:nvSpPr>
        <p:spPr>
          <a:xfrm>
            <a:off x="810241" y="5281159"/>
            <a:ext cx="9982200" cy="908391"/>
          </a:xfrm>
        </p:spPr>
        <p:txBody>
          <a:bodyPr anchor="ctr">
            <a:normAutofit/>
          </a:bodyPr>
          <a:lstStyle/>
          <a:p>
            <a:r>
              <a:rPr lang="da-DK" dirty="0"/>
              <a:t>Forretningsforståelse</a:t>
            </a:r>
          </a:p>
        </p:txBody>
      </p:sp>
      <p:sp>
        <p:nvSpPr>
          <p:cNvPr id="6" name="Tekstfelt 5">
            <a:extLst>
              <a:ext uri="{FF2B5EF4-FFF2-40B4-BE49-F238E27FC236}">
                <a16:creationId xmlns:a16="http://schemas.microsoft.com/office/drawing/2014/main" id="{01579E9E-7B55-83EA-25F7-9E10AAFCBA2A}"/>
              </a:ext>
            </a:extLst>
          </p:cNvPr>
          <p:cNvSpPr txBox="1"/>
          <p:nvPr/>
        </p:nvSpPr>
        <p:spPr>
          <a:xfrm>
            <a:off x="2980193" y="3037398"/>
            <a:ext cx="463620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800" b="0" i="0" u="none" strike="noStrike" kern="1200" cap="none" spc="0" normalizeH="0" baseline="0" noProof="0" dirty="0">
                <a:ln>
                  <a:noFill/>
                </a:ln>
                <a:solidFill>
                  <a:prstClr val="white"/>
                </a:solidFill>
                <a:effectLst/>
                <a:uLnTx/>
                <a:uFillTx/>
                <a:latin typeface="Montserrat"/>
                <a:ea typeface="+mn-ea"/>
                <a:cs typeface="+mn-cs"/>
              </a:rPr>
              <a:t>Modul 10 IT og sikkerhed</a:t>
            </a:r>
          </a:p>
        </p:txBody>
      </p:sp>
    </p:spTree>
    <p:extLst>
      <p:ext uri="{BB962C8B-B14F-4D97-AF65-F5344CB8AC3E}">
        <p14:creationId xmlns:p14="http://schemas.microsoft.com/office/powerpoint/2010/main" val="1928862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91E31-999D-7930-1D5B-5A3B416CF628}"/>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20FF287F-87E9-BF0E-3E9C-7F6668C23FB8}"/>
              </a:ext>
            </a:extLst>
          </p:cNvPr>
          <p:cNvSpPr>
            <a:spLocks noGrp="1"/>
          </p:cNvSpPr>
          <p:nvPr>
            <p:ph type="body" sz="quarter" idx="13"/>
          </p:nvPr>
        </p:nvSpPr>
        <p:spPr>
          <a:xfrm>
            <a:off x="6083300" y="4247809"/>
            <a:ext cx="5400000" cy="908391"/>
          </a:xfrm>
        </p:spPr>
        <p:txBody>
          <a:bodyPr/>
          <a:lstStyle/>
          <a:p>
            <a:endParaRPr lang="da-DK" dirty="0"/>
          </a:p>
          <a:p>
            <a:r>
              <a:rPr lang="da-DK" dirty="0"/>
              <a:t>Agenda for i dag.</a:t>
            </a:r>
          </a:p>
          <a:p>
            <a:pPr marL="514350" indent="-514350">
              <a:buFont typeface="+mj-lt"/>
              <a:buAutoNum type="arabicPeriod"/>
            </a:pPr>
            <a:r>
              <a:rPr lang="da-DK" sz="1800" dirty="0"/>
              <a:t>MC i Modenhed</a:t>
            </a:r>
          </a:p>
          <a:p>
            <a:pPr marL="514350" indent="-514350">
              <a:buFont typeface="+mj-lt"/>
              <a:buAutoNum type="arabicPeriod"/>
            </a:pPr>
            <a:r>
              <a:rPr lang="da-DK" sz="1800" dirty="0"/>
              <a:t>Opgave fra sidste lektion</a:t>
            </a:r>
          </a:p>
          <a:p>
            <a:pPr marL="514350" indent="-514350">
              <a:buFont typeface="+mj-lt"/>
              <a:buAutoNum type="arabicPeriod"/>
            </a:pPr>
            <a:r>
              <a:rPr lang="da-DK" sz="1800" dirty="0" err="1"/>
              <a:t>Kill</a:t>
            </a:r>
            <a:r>
              <a:rPr lang="da-DK" sz="1800" dirty="0"/>
              <a:t> Chain</a:t>
            </a:r>
          </a:p>
          <a:p>
            <a:pPr marL="514350" indent="-514350">
              <a:buFont typeface="+mj-lt"/>
              <a:buAutoNum type="arabicPeriod"/>
            </a:pPr>
            <a:r>
              <a:rPr lang="da-DK" sz="1800" dirty="0" err="1"/>
              <a:t>Mitre</a:t>
            </a:r>
            <a:r>
              <a:rPr lang="da-DK" sz="1800" dirty="0"/>
              <a:t> præsenteres af Paul</a:t>
            </a:r>
          </a:p>
          <a:p>
            <a:pPr marL="514350" indent="-514350">
              <a:buFont typeface="+mj-lt"/>
              <a:buAutoNum type="arabicPeriod"/>
            </a:pPr>
            <a:endParaRPr lang="da-DK" sz="1800" dirty="0"/>
          </a:p>
          <a:p>
            <a:endParaRPr lang="da-DK" sz="1800" dirty="0"/>
          </a:p>
          <a:p>
            <a:pPr marL="514350" indent="-514350">
              <a:buFont typeface="+mj-lt"/>
              <a:buAutoNum type="arabicPeriod"/>
            </a:pPr>
            <a:endParaRPr lang="da-DK" sz="1800" dirty="0"/>
          </a:p>
        </p:txBody>
      </p:sp>
      <p:sp>
        <p:nvSpPr>
          <p:cNvPr id="4" name="Pladsholder til tekst 3">
            <a:extLst>
              <a:ext uri="{FF2B5EF4-FFF2-40B4-BE49-F238E27FC236}">
                <a16:creationId xmlns:a16="http://schemas.microsoft.com/office/drawing/2014/main" id="{2644DF15-8DE8-9D9C-48B6-34BC778D6ABD}"/>
              </a:ext>
            </a:extLst>
          </p:cNvPr>
          <p:cNvSpPr>
            <a:spLocks noGrp="1"/>
          </p:cNvSpPr>
          <p:nvPr>
            <p:ph type="body" sz="quarter" idx="14"/>
          </p:nvPr>
        </p:nvSpPr>
        <p:spPr/>
        <p:txBody>
          <a:bodyPr/>
          <a:lstStyle/>
          <a:p>
            <a:endParaRPr lang="da-DK"/>
          </a:p>
        </p:txBody>
      </p:sp>
      <p:pic>
        <p:nvPicPr>
          <p:cNvPr id="5" name="Pladsholder til indhold 7">
            <a:extLst>
              <a:ext uri="{FF2B5EF4-FFF2-40B4-BE49-F238E27FC236}">
                <a16:creationId xmlns:a16="http://schemas.microsoft.com/office/drawing/2014/main" id="{17EF85CB-9473-6F02-E09F-B4D5C6E690C4}"/>
              </a:ext>
            </a:extLst>
          </p:cNvPr>
          <p:cNvPicPr>
            <a:picLocks noGrp="1" noChangeAspect="1"/>
          </p:cNvPicPr>
          <p:nvPr>
            <p:ph type="pic" sz="quarter" idx="10"/>
          </p:nvPr>
        </p:nvPicPr>
        <p:blipFill>
          <a:blip r:embed="rId2"/>
          <a:srcRect l="19533" r="19533"/>
          <a:stretch>
            <a:fillRect/>
          </a:stretch>
        </p:blipFill>
        <p:spPr>
          <a:xfrm>
            <a:off x="-863599" y="750119"/>
            <a:ext cx="5675296" cy="5549081"/>
          </a:xfrm>
        </p:spPr>
      </p:pic>
    </p:spTree>
    <p:extLst>
      <p:ext uri="{BB962C8B-B14F-4D97-AF65-F5344CB8AC3E}">
        <p14:creationId xmlns:p14="http://schemas.microsoft.com/office/powerpoint/2010/main" val="2346911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45E98-ED51-D1C4-6385-8A0E8FE873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C06E474-6B06-A580-D4E0-722A85F56EDD}"/>
              </a:ext>
            </a:extLst>
          </p:cNvPr>
          <p:cNvSpPr>
            <a:spLocks noGrp="1"/>
          </p:cNvSpPr>
          <p:nvPr>
            <p:ph type="title"/>
          </p:nvPr>
        </p:nvSpPr>
        <p:spPr/>
        <p:txBody>
          <a:bodyPr/>
          <a:lstStyle/>
          <a:p>
            <a:r>
              <a:rPr lang="da-DK" dirty="0"/>
              <a:t>Hjemmeopgave (gruppeopgave) - løsning</a:t>
            </a:r>
          </a:p>
        </p:txBody>
      </p:sp>
      <p:sp>
        <p:nvSpPr>
          <p:cNvPr id="3" name="Pladsholder til indhold 2">
            <a:extLst>
              <a:ext uri="{FF2B5EF4-FFF2-40B4-BE49-F238E27FC236}">
                <a16:creationId xmlns:a16="http://schemas.microsoft.com/office/drawing/2014/main" id="{F7FC6E00-AF9B-1271-D33D-037A623C771E}"/>
              </a:ext>
            </a:extLst>
          </p:cNvPr>
          <p:cNvSpPr>
            <a:spLocks noGrp="1"/>
          </p:cNvSpPr>
          <p:nvPr>
            <p:ph sz="quarter" idx="10"/>
          </p:nvPr>
        </p:nvSpPr>
        <p:spPr>
          <a:xfrm>
            <a:off x="838199" y="1229854"/>
            <a:ext cx="11196146" cy="4398291"/>
          </a:xfrm>
        </p:spPr>
        <p:txBody>
          <a:bodyPr/>
          <a:lstStyle/>
          <a:p>
            <a:endParaRPr lang="da-DK" dirty="0"/>
          </a:p>
          <a:p>
            <a:r>
              <a:rPr lang="da-DK" dirty="0"/>
              <a:t>Brug det vi har på tavlen (vurderingsområder/indsamlingsmetode), internettet, skabelon mm.</a:t>
            </a:r>
          </a:p>
          <a:p>
            <a:endParaRPr lang="da-DK" dirty="0"/>
          </a:p>
          <a:p>
            <a:r>
              <a:rPr lang="da-DK" dirty="0"/>
              <a:t>1 . Gurli skulle i casen, til at gennemgå modenheden i Hvedebro – hvad skal hun gøre nu?</a:t>
            </a:r>
          </a:p>
          <a:p>
            <a:pPr marL="285750" indent="-285750">
              <a:buFont typeface="Arial" panose="020B0604020202020204" pitchFamily="34" charset="0"/>
              <a:buChar char="•"/>
            </a:pPr>
            <a:r>
              <a:rPr lang="da-DK" dirty="0"/>
              <a:t>Baggrund/plan (gennemførelse) for opgaven ?</a:t>
            </a:r>
          </a:p>
          <a:p>
            <a:pPr marL="971550" lvl="1" indent="-285750"/>
            <a:r>
              <a:rPr lang="da-DK" dirty="0"/>
              <a:t>Hvorfor foretage modenhedsvurdering?</a:t>
            </a:r>
          </a:p>
          <a:p>
            <a:pPr marL="971550" lvl="1" indent="-285750"/>
            <a:r>
              <a:rPr lang="da-DK" dirty="0"/>
              <a:t>Metode/plan – beskriv kort?</a:t>
            </a:r>
          </a:p>
          <a:p>
            <a:pPr marL="971550" lvl="1" indent="-285750"/>
            <a:r>
              <a:rPr lang="da-DK" dirty="0"/>
              <a:t>Hvem skal involveres i opgaven (projektdeltagere/interview respondenter, konsulenter mm.)?</a:t>
            </a:r>
          </a:p>
          <a:p>
            <a:pPr marL="971550" lvl="1" indent="-285750"/>
            <a:r>
              <a:rPr lang="da-DK" dirty="0">
                <a:sym typeface="Wingdings" panose="05000000000000000000" pitchFamily="2" charset="2"/>
              </a:rPr>
              <a:t>Hvilke områder skal der vurderes på?</a:t>
            </a:r>
          </a:p>
          <a:p>
            <a:pPr marL="971550" lvl="1" indent="-285750"/>
            <a:r>
              <a:rPr lang="da-DK" dirty="0">
                <a:sym typeface="Wingdings" panose="05000000000000000000" pitchFamily="2" charset="2"/>
              </a:rPr>
              <a:t>Hvor er Hvedebro modenhedsmæssigt nu (1-5) efter jeres vurdering og hvorfor?</a:t>
            </a:r>
          </a:p>
          <a:p>
            <a:r>
              <a:rPr lang="da-DK" dirty="0">
                <a:solidFill>
                  <a:srgbClr val="FF0000"/>
                </a:solidFill>
                <a:sym typeface="Wingdings" panose="05000000000000000000" pitchFamily="2" charset="2"/>
              </a:rPr>
              <a:t>Lav  Gurlis præsentation med ovenstående indhold klar til mødet i Hvedebro.</a:t>
            </a:r>
          </a:p>
          <a:p>
            <a:endParaRPr lang="da-DK" dirty="0">
              <a:sym typeface="Wingdings" panose="05000000000000000000" pitchFamily="2" charset="2"/>
            </a:endParaRPr>
          </a:p>
          <a:p>
            <a:r>
              <a:rPr lang="da-DK" dirty="0">
                <a:sym typeface="Wingdings" panose="05000000000000000000" pitchFamily="2" charset="2"/>
              </a:rPr>
              <a:t>2. Analysen er nu gennemført- visualiser </a:t>
            </a:r>
            <a:r>
              <a:rPr lang="da-DK" dirty="0"/>
              <a:t>modenhedsvurdering (</a:t>
            </a:r>
            <a:r>
              <a:rPr lang="da-DK" dirty="0" err="1"/>
              <a:t>incl</a:t>
            </a:r>
            <a:r>
              <a:rPr lang="da-DK" dirty="0"/>
              <a:t>. anbefalet målniveau) af Hvedebro maskinfabrik. Begrund målniveau.</a:t>
            </a:r>
          </a:p>
          <a:p>
            <a:r>
              <a:rPr lang="da-DK" dirty="0">
                <a:solidFill>
                  <a:srgbClr val="FF0000"/>
                </a:solidFill>
                <a:sym typeface="Wingdings" panose="05000000000000000000" pitchFamily="2" charset="2"/>
              </a:rPr>
              <a:t>Lav Gurlis præsentation til et møde efter gennemførelse af analysen. </a:t>
            </a:r>
          </a:p>
          <a:p>
            <a:endParaRPr lang="da-DK" dirty="0">
              <a:sym typeface="Wingdings" panose="05000000000000000000" pitchFamily="2" charset="2"/>
            </a:endParaRPr>
          </a:p>
        </p:txBody>
      </p:sp>
      <mc:AlternateContent xmlns:mc="http://schemas.openxmlformats.org/markup-compatibility/2006" xmlns:p14="http://schemas.microsoft.com/office/powerpoint/2010/main">
        <mc:Choice Requires="p14">
          <p:contentPart p14:bwMode="auto" r:id="rId2">
            <p14:nvContentPartPr>
              <p14:cNvPr id="4" name="Håndskrift 3">
                <a:extLst>
                  <a:ext uri="{FF2B5EF4-FFF2-40B4-BE49-F238E27FC236}">
                    <a16:creationId xmlns:a16="http://schemas.microsoft.com/office/drawing/2014/main" id="{070CCCBE-2C1C-159D-8E63-F4F9A3881440}"/>
                  </a:ext>
                </a:extLst>
              </p14:cNvPr>
              <p14:cNvContentPartPr/>
              <p14:nvPr/>
            </p14:nvContentPartPr>
            <p14:xfrm>
              <a:off x="2725611" y="-1698206"/>
              <a:ext cx="360" cy="360"/>
            </p14:xfrm>
          </p:contentPart>
        </mc:Choice>
        <mc:Fallback xmlns="">
          <p:pic>
            <p:nvPicPr>
              <p:cNvPr id="4" name="Håndskrift 3">
                <a:extLst>
                  <a:ext uri="{FF2B5EF4-FFF2-40B4-BE49-F238E27FC236}">
                    <a16:creationId xmlns:a16="http://schemas.microsoft.com/office/drawing/2014/main" id="{4365476F-62AB-DF48-96E2-598F16E1F350}"/>
                  </a:ext>
                </a:extLst>
              </p:cNvPr>
              <p:cNvPicPr/>
              <p:nvPr/>
            </p:nvPicPr>
            <p:blipFill>
              <a:blip r:embed="rId5"/>
              <a:stretch>
                <a:fillRect/>
              </a:stretch>
            </p:blipFill>
            <p:spPr>
              <a:xfrm>
                <a:off x="2716611" y="-1706846"/>
                <a:ext cx="18000" cy="18000"/>
              </a:xfrm>
              <a:prstGeom prst="rect">
                <a:avLst/>
              </a:prstGeom>
            </p:spPr>
          </p:pic>
        </mc:Fallback>
      </mc:AlternateContent>
    </p:spTree>
    <p:extLst>
      <p:ext uri="{BB962C8B-B14F-4D97-AF65-F5344CB8AC3E}">
        <p14:creationId xmlns:p14="http://schemas.microsoft.com/office/powerpoint/2010/main" val="3528803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836FF37-DCA9-C509-AAF6-18770AEA1FE0}"/>
              </a:ext>
            </a:extLst>
          </p:cNvPr>
          <p:cNvSpPr>
            <a:spLocks noGrp="1"/>
          </p:cNvSpPr>
          <p:nvPr>
            <p:ph type="title"/>
          </p:nvPr>
        </p:nvSpPr>
        <p:spPr/>
        <p:txBody>
          <a:bodyPr/>
          <a:lstStyle/>
          <a:p>
            <a:r>
              <a:rPr lang="da-DK" dirty="0"/>
              <a:t>Hvad er vi oppe imod</a:t>
            </a:r>
          </a:p>
        </p:txBody>
      </p:sp>
      <p:pic>
        <p:nvPicPr>
          <p:cNvPr id="8" name="Pladsholder til indhold 7">
            <a:extLst>
              <a:ext uri="{FF2B5EF4-FFF2-40B4-BE49-F238E27FC236}">
                <a16:creationId xmlns:a16="http://schemas.microsoft.com/office/drawing/2014/main" id="{D53A6E07-7C04-8B11-91BF-6914E3806035}"/>
              </a:ext>
            </a:extLst>
          </p:cNvPr>
          <p:cNvPicPr>
            <a:picLocks noGrp="1" noChangeAspect="1"/>
          </p:cNvPicPr>
          <p:nvPr>
            <p:ph sz="quarter" idx="10"/>
          </p:nvPr>
        </p:nvPicPr>
        <p:blipFill>
          <a:blip r:embed="rId2"/>
          <a:stretch>
            <a:fillRect/>
          </a:stretch>
        </p:blipFill>
        <p:spPr>
          <a:xfrm>
            <a:off x="2108792" y="1588981"/>
            <a:ext cx="7778392" cy="4739633"/>
          </a:xfrm>
        </p:spPr>
      </p:pic>
    </p:spTree>
    <p:extLst>
      <p:ext uri="{BB962C8B-B14F-4D97-AF65-F5344CB8AC3E}">
        <p14:creationId xmlns:p14="http://schemas.microsoft.com/office/powerpoint/2010/main" val="199773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CC5BFA-D7FB-162E-24E2-81CB2D4CA175}"/>
              </a:ext>
            </a:extLst>
          </p:cNvPr>
          <p:cNvSpPr>
            <a:spLocks noGrp="1"/>
          </p:cNvSpPr>
          <p:nvPr>
            <p:ph type="title"/>
          </p:nvPr>
        </p:nvSpPr>
        <p:spPr/>
        <p:txBody>
          <a:bodyPr/>
          <a:lstStyle/>
          <a:p>
            <a:r>
              <a:rPr lang="da-DK" dirty="0"/>
              <a:t>Kendte store angreb</a:t>
            </a:r>
          </a:p>
        </p:txBody>
      </p:sp>
      <p:pic>
        <p:nvPicPr>
          <p:cNvPr id="6" name="Pladsholder til indhold 5">
            <a:extLst>
              <a:ext uri="{FF2B5EF4-FFF2-40B4-BE49-F238E27FC236}">
                <a16:creationId xmlns:a16="http://schemas.microsoft.com/office/drawing/2014/main" id="{F67D7BD9-FC50-FF29-54CF-2552F7612E24}"/>
              </a:ext>
            </a:extLst>
          </p:cNvPr>
          <p:cNvPicPr>
            <a:picLocks noGrp="1" noChangeAspect="1"/>
          </p:cNvPicPr>
          <p:nvPr>
            <p:ph sz="quarter" idx="10"/>
          </p:nvPr>
        </p:nvPicPr>
        <p:blipFill>
          <a:blip r:embed="rId2"/>
          <a:stretch>
            <a:fillRect/>
          </a:stretch>
        </p:blipFill>
        <p:spPr>
          <a:xfrm>
            <a:off x="838200" y="1390034"/>
            <a:ext cx="7935097" cy="2241395"/>
          </a:xfrm>
          <a:prstGeom prst="rect">
            <a:avLst/>
          </a:prstGeom>
        </p:spPr>
      </p:pic>
      <p:pic>
        <p:nvPicPr>
          <p:cNvPr id="8" name="Billede 7">
            <a:extLst>
              <a:ext uri="{FF2B5EF4-FFF2-40B4-BE49-F238E27FC236}">
                <a16:creationId xmlns:a16="http://schemas.microsoft.com/office/drawing/2014/main" id="{596C5F81-FC4E-A398-03D5-326D301F1864}"/>
              </a:ext>
            </a:extLst>
          </p:cNvPr>
          <p:cNvPicPr>
            <a:picLocks noChangeAspect="1"/>
          </p:cNvPicPr>
          <p:nvPr/>
        </p:nvPicPr>
        <p:blipFill>
          <a:blip r:embed="rId3"/>
          <a:stretch>
            <a:fillRect/>
          </a:stretch>
        </p:blipFill>
        <p:spPr>
          <a:xfrm>
            <a:off x="1365372" y="4058273"/>
            <a:ext cx="4578227" cy="2350866"/>
          </a:xfrm>
          <a:prstGeom prst="rect">
            <a:avLst/>
          </a:prstGeom>
        </p:spPr>
      </p:pic>
      <p:sp>
        <p:nvSpPr>
          <p:cNvPr id="10" name="AutoShape 6" descr="logo">
            <a:extLst>
              <a:ext uri="{FF2B5EF4-FFF2-40B4-BE49-F238E27FC236}">
                <a16:creationId xmlns:a16="http://schemas.microsoft.com/office/drawing/2014/main" id="{8253F236-AF49-DE29-B8CE-BF00A18A4FBF}"/>
              </a:ext>
            </a:extLst>
          </p:cNvPr>
          <p:cNvSpPr>
            <a:spLocks noChangeAspect="1" noChangeArrowheads="1"/>
          </p:cNvSpPr>
          <p:nvPr/>
        </p:nvSpPr>
        <p:spPr bwMode="auto">
          <a:xfrm>
            <a:off x="5943599" y="3276599"/>
            <a:ext cx="959005" cy="9590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a-DK"/>
          </a:p>
        </p:txBody>
      </p:sp>
      <p:sp>
        <p:nvSpPr>
          <p:cNvPr id="11" name="Tekstfelt 10">
            <a:extLst>
              <a:ext uri="{FF2B5EF4-FFF2-40B4-BE49-F238E27FC236}">
                <a16:creationId xmlns:a16="http://schemas.microsoft.com/office/drawing/2014/main" id="{680CC029-A1CE-95E4-4FD6-C7ED99CAF6F3}"/>
              </a:ext>
            </a:extLst>
          </p:cNvPr>
          <p:cNvSpPr txBox="1"/>
          <p:nvPr/>
        </p:nvSpPr>
        <p:spPr>
          <a:xfrm>
            <a:off x="838200" y="3422083"/>
            <a:ext cx="1699504" cy="276999"/>
          </a:xfrm>
          <a:prstGeom prst="rect">
            <a:avLst/>
          </a:prstGeom>
          <a:noFill/>
        </p:spPr>
        <p:txBody>
          <a:bodyPr wrap="none" rtlCol="0">
            <a:spAutoFit/>
          </a:bodyPr>
          <a:lstStyle/>
          <a:p>
            <a:r>
              <a:rPr lang="da-DK" sz="1200" dirty="0"/>
              <a:t>Kilde: Berlingske.dk</a:t>
            </a:r>
          </a:p>
        </p:txBody>
      </p:sp>
      <p:sp>
        <p:nvSpPr>
          <p:cNvPr id="12" name="Tekstfelt 11">
            <a:extLst>
              <a:ext uri="{FF2B5EF4-FFF2-40B4-BE49-F238E27FC236}">
                <a16:creationId xmlns:a16="http://schemas.microsoft.com/office/drawing/2014/main" id="{BEAB1903-E1E4-3882-4B3A-3FC97918DBA9}"/>
              </a:ext>
            </a:extLst>
          </p:cNvPr>
          <p:cNvSpPr txBox="1"/>
          <p:nvPr/>
        </p:nvSpPr>
        <p:spPr>
          <a:xfrm>
            <a:off x="2541680" y="6270639"/>
            <a:ext cx="1112805" cy="276999"/>
          </a:xfrm>
          <a:prstGeom prst="rect">
            <a:avLst/>
          </a:prstGeom>
          <a:noFill/>
        </p:spPr>
        <p:txBody>
          <a:bodyPr wrap="none" rtlCol="0">
            <a:spAutoFit/>
          </a:bodyPr>
          <a:lstStyle/>
          <a:p>
            <a:r>
              <a:rPr lang="da-DK" sz="1200" dirty="0"/>
              <a:t>Kilde: DR.dk</a:t>
            </a:r>
          </a:p>
        </p:txBody>
      </p:sp>
      <p:pic>
        <p:nvPicPr>
          <p:cNvPr id="14" name="Billede 13">
            <a:extLst>
              <a:ext uri="{FF2B5EF4-FFF2-40B4-BE49-F238E27FC236}">
                <a16:creationId xmlns:a16="http://schemas.microsoft.com/office/drawing/2014/main" id="{7B678889-2E67-58EA-0D0B-406B2C44016F}"/>
              </a:ext>
            </a:extLst>
          </p:cNvPr>
          <p:cNvPicPr>
            <a:picLocks noChangeAspect="1"/>
          </p:cNvPicPr>
          <p:nvPr/>
        </p:nvPicPr>
        <p:blipFill>
          <a:blip r:embed="rId4"/>
          <a:stretch>
            <a:fillRect/>
          </a:stretch>
        </p:blipFill>
        <p:spPr>
          <a:xfrm>
            <a:off x="6601521" y="3890999"/>
            <a:ext cx="5049110" cy="1639921"/>
          </a:xfrm>
          <a:prstGeom prst="rect">
            <a:avLst/>
          </a:prstGeom>
        </p:spPr>
      </p:pic>
      <p:sp>
        <p:nvSpPr>
          <p:cNvPr id="15" name="Tekstfelt 14">
            <a:extLst>
              <a:ext uri="{FF2B5EF4-FFF2-40B4-BE49-F238E27FC236}">
                <a16:creationId xmlns:a16="http://schemas.microsoft.com/office/drawing/2014/main" id="{A85A667B-405B-53D3-E84D-7E822DF6328E}"/>
              </a:ext>
            </a:extLst>
          </p:cNvPr>
          <p:cNvSpPr txBox="1"/>
          <p:nvPr/>
        </p:nvSpPr>
        <p:spPr>
          <a:xfrm>
            <a:off x="6510454" y="5513491"/>
            <a:ext cx="1159292" cy="276999"/>
          </a:xfrm>
          <a:prstGeom prst="rect">
            <a:avLst/>
          </a:prstGeom>
          <a:noFill/>
        </p:spPr>
        <p:txBody>
          <a:bodyPr wrap="none" rtlCol="0">
            <a:spAutoFit/>
          </a:bodyPr>
          <a:lstStyle/>
          <a:p>
            <a:r>
              <a:rPr lang="da-DK" sz="1200" dirty="0"/>
              <a:t>Kilde: TV2.dk</a:t>
            </a:r>
          </a:p>
        </p:txBody>
      </p:sp>
    </p:spTree>
    <p:extLst>
      <p:ext uri="{BB962C8B-B14F-4D97-AF65-F5344CB8AC3E}">
        <p14:creationId xmlns:p14="http://schemas.microsoft.com/office/powerpoint/2010/main" val="458370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indhold 3">
            <a:extLst>
              <a:ext uri="{FF2B5EF4-FFF2-40B4-BE49-F238E27FC236}">
                <a16:creationId xmlns:a16="http://schemas.microsoft.com/office/drawing/2014/main" id="{A1018DE5-3E08-FCD4-769D-B0F9E459A372}"/>
              </a:ext>
            </a:extLst>
          </p:cNvPr>
          <p:cNvSpPr>
            <a:spLocks noGrp="1"/>
          </p:cNvSpPr>
          <p:nvPr>
            <p:ph type="body" sz="quarter" idx="13"/>
          </p:nvPr>
        </p:nvSpPr>
        <p:spPr>
          <a:xfrm>
            <a:off x="545970" y="1857765"/>
            <a:ext cx="5220347" cy="4300440"/>
          </a:xfrm>
        </p:spPr>
        <p:txBody>
          <a:bodyPr>
            <a:normAutofit/>
          </a:bodyPr>
          <a:lstStyle/>
          <a:p>
            <a:pPr marL="0" marR="0" lvl="0" indent="0" defTabSz="914400" rtl="0" eaLnBrk="0" fontAlgn="base" latinLnBrk="0" hangingPunct="0">
              <a:spcBef>
                <a:spcPct val="0"/>
              </a:spcBef>
              <a:spcAft>
                <a:spcPct val="0"/>
              </a:spcAft>
              <a:buClrTx/>
              <a:buSzTx/>
              <a:tabLst/>
            </a:pPr>
            <a:r>
              <a:rPr kumimoji="0" lang="da-DK" altLang="da-DK" sz="2000" b="1" i="0" u="none" strike="noStrike" cap="none" normalizeH="0" baseline="0" dirty="0">
                <a:ln>
                  <a:noFill/>
                </a:ln>
                <a:effectLst/>
              </a:rPr>
              <a:t>Strategisk IT-anvendelse:</a:t>
            </a:r>
          </a:p>
          <a:p>
            <a:pPr marL="0" marR="0" lvl="0" indent="0" defTabSz="914400" rtl="0" eaLnBrk="0" fontAlgn="base" latinLnBrk="0" hangingPunct="0">
              <a:spcBef>
                <a:spcPct val="0"/>
              </a:spcBef>
              <a:spcAft>
                <a:spcPct val="0"/>
              </a:spcAft>
              <a:buClrTx/>
              <a:buSzTx/>
              <a:tabLst/>
            </a:pPr>
            <a:r>
              <a:rPr kumimoji="0" lang="da-DK" altLang="da-DK" sz="2000" b="0" i="0" u="none" strike="noStrike" cap="none" normalizeH="0" baseline="0" dirty="0">
                <a:ln>
                  <a:noFill/>
                </a:ln>
                <a:effectLst/>
              </a:rPr>
              <a:t> </a:t>
            </a:r>
          </a:p>
          <a:p>
            <a:pPr marL="0" marR="0" lvl="0" indent="0" defTabSz="914400" rtl="0" eaLnBrk="0" fontAlgn="base" latinLnBrk="0" hangingPunct="0">
              <a:spcBef>
                <a:spcPct val="0"/>
              </a:spcBef>
              <a:spcAft>
                <a:spcPct val="0"/>
              </a:spcAft>
              <a:buClrTx/>
              <a:buSzTx/>
              <a:tabLst/>
            </a:pPr>
            <a:r>
              <a:rPr kumimoji="0" lang="da-DK" altLang="da-DK" sz="2000" b="0" i="0" u="none" strike="noStrike" cap="none" normalizeH="0" baseline="0" dirty="0">
                <a:ln>
                  <a:noFill/>
                </a:ln>
                <a:effectLst/>
              </a:rPr>
              <a:t>IT understøtter virksomhedens mål og forretningsstrategi. Dette inkluderer at optimere processer, udvikle nye forretningssystemer og tilbyde innovativ service til kunderne. Men hvordan får vi sikkerhed ind tænkt ind i systemer fra vugge til grav</a:t>
            </a:r>
          </a:p>
          <a:p>
            <a:pPr marL="0" marR="0" lvl="0" indent="0" defTabSz="914400" rtl="0" eaLnBrk="0" fontAlgn="base" latinLnBrk="0" hangingPunct="0">
              <a:spcBef>
                <a:spcPct val="0"/>
              </a:spcBef>
              <a:spcAft>
                <a:spcPct val="0"/>
              </a:spcAft>
              <a:buClrTx/>
              <a:buSzTx/>
              <a:tabLst/>
            </a:pPr>
            <a:endParaRPr lang="da-DK" altLang="da-DK" sz="2000" dirty="0"/>
          </a:p>
          <a:p>
            <a:pPr marL="0" marR="0" lvl="0" indent="0" defTabSz="914400" rtl="0" eaLnBrk="0" fontAlgn="base" latinLnBrk="0" hangingPunct="0">
              <a:spcBef>
                <a:spcPct val="0"/>
              </a:spcBef>
              <a:spcAft>
                <a:spcPct val="0"/>
              </a:spcAft>
              <a:buClrTx/>
              <a:buSzTx/>
              <a:tabLst/>
            </a:pPr>
            <a:r>
              <a:rPr kumimoji="0" lang="da-DK" altLang="da-DK" sz="2000" b="0" i="0" u="none" strike="noStrike" cap="none" normalizeH="0" baseline="0" dirty="0">
                <a:ln>
                  <a:noFill/>
                </a:ln>
                <a:solidFill>
                  <a:srgbClr val="FF0000"/>
                </a:solidFill>
                <a:effectLst/>
              </a:rPr>
              <a:t>Hvor bruger Hvedebro IT ?</a:t>
            </a:r>
          </a:p>
          <a:p>
            <a:endParaRPr lang="da-DK" dirty="0"/>
          </a:p>
        </p:txBody>
      </p:sp>
      <p:sp>
        <p:nvSpPr>
          <p:cNvPr id="6" name="Rectangle 2">
            <a:extLst>
              <a:ext uri="{FF2B5EF4-FFF2-40B4-BE49-F238E27FC236}">
                <a16:creationId xmlns:a16="http://schemas.microsoft.com/office/drawing/2014/main" id="{65428F5B-9B4D-162C-0B93-90CCA75C34BD}"/>
              </a:ext>
            </a:extLst>
          </p:cNvPr>
          <p:cNvSpPr>
            <a:spLocks noGrp="1" noChangeArrowheads="1"/>
          </p:cNvSpPr>
          <p:nvPr>
            <p:ph sz="quarter" idx="14"/>
          </p:nvPr>
        </p:nvSpPr>
        <p:spPr bwMode="auto">
          <a:xfrm>
            <a:off x="6047873" y="952138"/>
            <a:ext cx="5655776" cy="532118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endParaRPr kumimoji="0" lang="da-DK" altLang="da-DK" sz="1500" b="1"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tabLst/>
            </a:pPr>
            <a:endParaRPr lang="da-DK" altLang="da-DK" sz="1500" b="1" dirty="0"/>
          </a:p>
          <a:p>
            <a:pPr marL="0" marR="0" lvl="0" indent="0" defTabSz="914400" rtl="0" eaLnBrk="0" fontAlgn="base" latinLnBrk="0" hangingPunct="0">
              <a:spcBef>
                <a:spcPct val="0"/>
              </a:spcBef>
              <a:spcAft>
                <a:spcPts val="600"/>
              </a:spcAft>
              <a:buClrTx/>
              <a:buSzTx/>
              <a:tabLst/>
            </a:pPr>
            <a:endParaRPr kumimoji="0" lang="da-DK" altLang="da-DK" sz="2000" b="1"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tabLst/>
            </a:pPr>
            <a:r>
              <a:rPr kumimoji="0" lang="da-DK" altLang="da-DK" sz="2000" b="1" i="0" u="none" strike="noStrike" cap="none" normalizeH="0" baseline="0" dirty="0">
                <a:ln>
                  <a:noFill/>
                </a:ln>
                <a:effectLst/>
              </a:rPr>
              <a:t>Eksempler på brug af IT i virksomheden:</a:t>
            </a:r>
            <a:endParaRPr kumimoji="0" lang="da-DK" altLang="da-DK" sz="1500" b="1"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endParaRPr kumimoji="0" lang="da-DK" altLang="da-DK" sz="1500" b="0" i="0" u="none" strike="noStrike" cap="none" normalizeH="0" baseline="0" dirty="0">
              <a:ln>
                <a:noFill/>
              </a:ln>
              <a:effectLst/>
            </a:endParaRPr>
          </a:p>
        </p:txBody>
      </p:sp>
      <p:sp>
        <p:nvSpPr>
          <p:cNvPr id="3" name="Titel 2">
            <a:extLst>
              <a:ext uri="{FF2B5EF4-FFF2-40B4-BE49-F238E27FC236}">
                <a16:creationId xmlns:a16="http://schemas.microsoft.com/office/drawing/2014/main" id="{CF212237-4139-0C3F-0B49-7B9C06D7DC62}"/>
              </a:ext>
            </a:extLst>
          </p:cNvPr>
          <p:cNvSpPr>
            <a:spLocks noGrp="1"/>
          </p:cNvSpPr>
          <p:nvPr>
            <p:ph type="body" sz="quarter" idx="15"/>
          </p:nvPr>
        </p:nvSpPr>
        <p:spPr>
          <a:xfrm>
            <a:off x="545971" y="837025"/>
            <a:ext cx="5051941" cy="920750"/>
          </a:xfrm>
        </p:spPr>
        <p:txBody>
          <a:bodyPr anchor="ctr">
            <a:normAutofit/>
          </a:bodyPr>
          <a:lstStyle/>
          <a:p>
            <a:r>
              <a:rPr lang="da-DK" dirty="0"/>
              <a:t>IT som strategisk redskab i virksomheden</a:t>
            </a:r>
          </a:p>
        </p:txBody>
      </p:sp>
      <p:sp>
        <p:nvSpPr>
          <p:cNvPr id="5" name="Tekstfelt 4">
            <a:extLst>
              <a:ext uri="{FF2B5EF4-FFF2-40B4-BE49-F238E27FC236}">
                <a16:creationId xmlns:a16="http://schemas.microsoft.com/office/drawing/2014/main" id="{03306C94-F6F9-E349-044B-A1A470F3CE1C}"/>
              </a:ext>
            </a:extLst>
          </p:cNvPr>
          <p:cNvSpPr txBox="1"/>
          <p:nvPr/>
        </p:nvSpPr>
        <p:spPr>
          <a:xfrm>
            <a:off x="6060707" y="2514382"/>
            <a:ext cx="6502400" cy="347787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Automatisering af forretningsprocesser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Automatisering af produktionsprocesser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Dataanalyse og beslutningstagning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Kommunikation og samarbejde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E-handel og digital markedsføring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Innovation og produktudvikling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Supply Chain Management og logistik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Human Resource Management (HRM)</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Kundebetjening og support</a:t>
            </a:r>
            <a:endParaRPr kumimoji="0" lang="da-DK" sz="2000" b="0" i="0" u="none" strike="noStrike" kern="1200" cap="none" spc="0" normalizeH="0" baseline="0" noProof="0" dirty="0">
              <a:ln>
                <a:noFill/>
              </a:ln>
              <a:solidFill>
                <a:prstClr val="black"/>
              </a:solidFill>
              <a:effectLst/>
              <a:uLnTx/>
              <a:uFillTx/>
              <a:latin typeface="Montserra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Cloud Computing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Mobilteknologi og apps</a:t>
            </a:r>
          </a:p>
        </p:txBody>
      </p:sp>
    </p:spTree>
    <p:extLst>
      <p:ext uri="{BB962C8B-B14F-4D97-AF65-F5344CB8AC3E}">
        <p14:creationId xmlns:p14="http://schemas.microsoft.com/office/powerpoint/2010/main" val="3767725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074A39-CC51-CE39-DBD6-9C8A8238DCF8}"/>
              </a:ext>
            </a:extLst>
          </p:cNvPr>
          <p:cNvSpPr>
            <a:spLocks noGrp="1"/>
          </p:cNvSpPr>
          <p:nvPr>
            <p:ph type="title"/>
          </p:nvPr>
        </p:nvSpPr>
        <p:spPr/>
        <p:txBody>
          <a:bodyPr/>
          <a:lstStyle/>
          <a:p>
            <a:r>
              <a:rPr lang="da-DK" dirty="0" err="1"/>
              <a:t>Cybersikkerhed</a:t>
            </a:r>
            <a:r>
              <a:rPr lang="da-DK" dirty="0"/>
              <a:t> kræver opmærksomhed på mange forskellige områder </a:t>
            </a:r>
          </a:p>
        </p:txBody>
      </p:sp>
      <p:sp>
        <p:nvSpPr>
          <p:cNvPr id="6" name="Pladsholder til indhold 5">
            <a:extLst>
              <a:ext uri="{FF2B5EF4-FFF2-40B4-BE49-F238E27FC236}">
                <a16:creationId xmlns:a16="http://schemas.microsoft.com/office/drawing/2014/main" id="{2EF6D36D-AEB8-82ED-4D86-BD064ED9358A}"/>
              </a:ext>
            </a:extLst>
          </p:cNvPr>
          <p:cNvSpPr>
            <a:spLocks noGrp="1"/>
          </p:cNvSpPr>
          <p:nvPr>
            <p:ph sz="quarter" idx="10"/>
          </p:nvPr>
        </p:nvSpPr>
        <p:spPr>
          <a:xfrm>
            <a:off x="838200" y="1735494"/>
            <a:ext cx="5074920" cy="4486183"/>
          </a:xfrm>
        </p:spPr>
        <p:txBody>
          <a:bodyPr/>
          <a:lstStyle/>
          <a:p>
            <a:r>
              <a:rPr lang="da-DK" b="1" dirty="0"/>
              <a:t>Der er mange områder der kræver attention sikkerhedsmæssigt. </a:t>
            </a:r>
          </a:p>
          <a:p>
            <a:endParaRPr lang="da-DK" b="1" dirty="0"/>
          </a:p>
          <a:p>
            <a:r>
              <a:rPr lang="da-DK" b="1" dirty="0"/>
              <a:t>De tekniske fag vil hjælpe jer til en dybere forståelse af teknikkerne, og hvordan man sikrer virksomheden bedst muligt.</a:t>
            </a:r>
          </a:p>
          <a:p>
            <a:endParaRPr lang="da-DK" b="1" dirty="0"/>
          </a:p>
          <a:p>
            <a:endParaRPr lang="da-DK" dirty="0"/>
          </a:p>
          <a:p>
            <a:endParaRPr lang="da-DK" dirty="0"/>
          </a:p>
          <a:p>
            <a:endParaRPr lang="da-DK" dirty="0"/>
          </a:p>
        </p:txBody>
      </p:sp>
      <p:pic>
        <p:nvPicPr>
          <p:cNvPr id="7" name="Billede 6">
            <a:extLst>
              <a:ext uri="{FF2B5EF4-FFF2-40B4-BE49-F238E27FC236}">
                <a16:creationId xmlns:a16="http://schemas.microsoft.com/office/drawing/2014/main" id="{6DD07654-8CFF-DFFC-0D21-6B7870C1E461}"/>
              </a:ext>
            </a:extLst>
          </p:cNvPr>
          <p:cNvPicPr>
            <a:picLocks noChangeAspect="1"/>
          </p:cNvPicPr>
          <p:nvPr/>
        </p:nvPicPr>
        <p:blipFill>
          <a:blip r:embed="rId2"/>
          <a:stretch>
            <a:fillRect/>
          </a:stretch>
        </p:blipFill>
        <p:spPr>
          <a:xfrm>
            <a:off x="6278882" y="1580188"/>
            <a:ext cx="4773582" cy="4621169"/>
          </a:xfrm>
          <a:prstGeom prst="rect">
            <a:avLst/>
          </a:prstGeom>
        </p:spPr>
      </p:pic>
    </p:spTree>
    <p:extLst>
      <p:ext uri="{BB962C8B-B14F-4D97-AF65-F5344CB8AC3E}">
        <p14:creationId xmlns:p14="http://schemas.microsoft.com/office/powerpoint/2010/main" val="2500042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817CD-2E24-E976-1876-B2A6FC8264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9EB63DE-DB9E-187C-E614-A11038597245}"/>
              </a:ext>
            </a:extLst>
          </p:cNvPr>
          <p:cNvSpPr>
            <a:spLocks noGrp="1"/>
          </p:cNvSpPr>
          <p:nvPr>
            <p:ph type="title"/>
          </p:nvPr>
        </p:nvSpPr>
        <p:spPr/>
        <p:txBody>
          <a:bodyPr/>
          <a:lstStyle/>
          <a:p>
            <a:r>
              <a:rPr lang="da-DK" dirty="0"/>
              <a:t>Grundbegreber: Trusler, sårbarheder, risici og </a:t>
            </a:r>
            <a:r>
              <a:rPr lang="da-DK" dirty="0" err="1"/>
              <a:t>impact</a:t>
            </a:r>
            <a:endParaRPr lang="da-DK" dirty="0"/>
          </a:p>
        </p:txBody>
      </p:sp>
      <p:sp>
        <p:nvSpPr>
          <p:cNvPr id="3" name="Pladsholder til indhold 2">
            <a:extLst>
              <a:ext uri="{FF2B5EF4-FFF2-40B4-BE49-F238E27FC236}">
                <a16:creationId xmlns:a16="http://schemas.microsoft.com/office/drawing/2014/main" id="{32A6EF57-9922-FF5F-D3F4-CB66756D81BF}"/>
              </a:ext>
            </a:extLst>
          </p:cNvPr>
          <p:cNvSpPr>
            <a:spLocks noGrp="1"/>
          </p:cNvSpPr>
          <p:nvPr>
            <p:ph sz="quarter" idx="10"/>
          </p:nvPr>
        </p:nvSpPr>
        <p:spPr/>
        <p:txBody>
          <a:bodyPr/>
          <a:lstStyle/>
          <a:p>
            <a:pPr marL="285750" indent="-285750">
              <a:buFont typeface="Arial" panose="020B0604020202020204" pitchFamily="34" charset="0"/>
              <a:buChar char="•"/>
            </a:pPr>
            <a:r>
              <a:rPr lang="da-DK" dirty="0"/>
              <a:t>Trussel: En mulig påvirkning af et ”asset” – potentiel incident</a:t>
            </a:r>
          </a:p>
          <a:p>
            <a:pPr marL="285750" indent="-285750">
              <a:buFont typeface="Arial" panose="020B0604020202020204" pitchFamily="34" charset="0"/>
              <a:buChar char="•"/>
            </a:pPr>
            <a:r>
              <a:rPr lang="da-DK" dirty="0"/>
              <a:t>Sårbarhed: en svaghed ved en ”asset”</a:t>
            </a:r>
          </a:p>
          <a:p>
            <a:pPr marL="285750" indent="-285750">
              <a:buFont typeface="Arial" panose="020B0604020202020204" pitchFamily="34" charset="0"/>
              <a:buChar char="•"/>
            </a:pPr>
            <a:r>
              <a:rPr lang="da-DK" dirty="0"/>
              <a:t>Risiko: Den mulige effekt på ”asset”</a:t>
            </a:r>
          </a:p>
          <a:p>
            <a:pPr marL="285750" indent="-285750">
              <a:buFont typeface="Arial" panose="020B0604020202020204" pitchFamily="34" charset="0"/>
              <a:buChar char="•"/>
            </a:pPr>
            <a:r>
              <a:rPr lang="da-DK" dirty="0" err="1"/>
              <a:t>Impact</a:t>
            </a:r>
            <a:r>
              <a:rPr lang="da-DK" dirty="0"/>
              <a:t>/konsekvens: Konsekvens af en hændelse</a:t>
            </a:r>
          </a:p>
          <a:p>
            <a:pPr marL="285750" indent="-285750">
              <a:buFont typeface="Arial" panose="020B0604020202020204" pitchFamily="34" charset="0"/>
              <a:buChar char="•"/>
            </a:pPr>
            <a:endParaRPr lang="da-DK" dirty="0"/>
          </a:p>
          <a:p>
            <a:endParaRPr lang="da-DK" dirty="0"/>
          </a:p>
        </p:txBody>
      </p:sp>
      <p:pic>
        <p:nvPicPr>
          <p:cNvPr id="6" name="Billede 5">
            <a:extLst>
              <a:ext uri="{FF2B5EF4-FFF2-40B4-BE49-F238E27FC236}">
                <a16:creationId xmlns:a16="http://schemas.microsoft.com/office/drawing/2014/main" id="{91D8175B-688E-5CE5-51A3-70BAC42B4EE0}"/>
              </a:ext>
            </a:extLst>
          </p:cNvPr>
          <p:cNvPicPr>
            <a:picLocks noChangeAspect="1"/>
          </p:cNvPicPr>
          <p:nvPr/>
        </p:nvPicPr>
        <p:blipFill>
          <a:blip r:embed="rId2"/>
          <a:stretch>
            <a:fillRect/>
          </a:stretch>
        </p:blipFill>
        <p:spPr>
          <a:xfrm>
            <a:off x="1044785" y="3429000"/>
            <a:ext cx="9850544" cy="1375678"/>
          </a:xfrm>
          <a:prstGeom prst="rect">
            <a:avLst/>
          </a:prstGeom>
        </p:spPr>
      </p:pic>
      <p:sp>
        <p:nvSpPr>
          <p:cNvPr id="5" name="Tekstfelt 4">
            <a:extLst>
              <a:ext uri="{FF2B5EF4-FFF2-40B4-BE49-F238E27FC236}">
                <a16:creationId xmlns:a16="http://schemas.microsoft.com/office/drawing/2014/main" id="{58320FB4-E58F-FE25-EB94-617BAE4309AA}"/>
              </a:ext>
            </a:extLst>
          </p:cNvPr>
          <p:cNvSpPr txBox="1"/>
          <p:nvPr/>
        </p:nvSpPr>
        <p:spPr>
          <a:xfrm>
            <a:off x="1119188" y="4804678"/>
            <a:ext cx="10234612" cy="1785104"/>
          </a:xfrm>
          <a:prstGeom prst="rect">
            <a:avLst/>
          </a:prstGeom>
          <a:noFill/>
        </p:spPr>
        <p:txBody>
          <a:bodyPr wrap="square">
            <a:spAutoFit/>
          </a:bodyPr>
          <a:lstStyle/>
          <a:p>
            <a:pPr marL="0" marR="0" lvl="0" indent="0" defTabSz="914400" rtl="0" eaLnBrk="0" fontAlgn="base" latinLnBrk="0" hangingPunct="0">
              <a:spcBef>
                <a:spcPct val="0"/>
              </a:spcBef>
              <a:spcAft>
                <a:spcPts val="600"/>
              </a:spcAft>
              <a:buClrTx/>
              <a:buSzTx/>
              <a:tabLst/>
            </a:pPr>
            <a:r>
              <a:rPr lang="da-DK" altLang="da-DK" b="1" dirty="0"/>
              <a:t>Huskeregel: 3 M skal være tilstede for et succesfuldt angreb:</a:t>
            </a:r>
          </a:p>
          <a:p>
            <a:pPr marL="0" marR="0" lvl="0" indent="0" defTabSz="914400" rtl="0" eaLnBrk="0" fontAlgn="base" latinLnBrk="0" hangingPunct="0">
              <a:spcBef>
                <a:spcPct val="0"/>
              </a:spcBef>
              <a:spcAft>
                <a:spcPts val="600"/>
              </a:spcAft>
              <a:buClrTx/>
              <a:buSzTx/>
              <a:tabLst/>
            </a:pPr>
            <a:r>
              <a:rPr lang="da-DK" altLang="da-DK" b="1" dirty="0">
                <a:solidFill>
                  <a:srgbClr val="FF0000"/>
                </a:solidFill>
              </a:rPr>
              <a:t>- Motiv</a:t>
            </a:r>
          </a:p>
          <a:p>
            <a:pPr marL="0" marR="0" lvl="0" indent="0" defTabSz="914400" rtl="0" eaLnBrk="0" fontAlgn="base" latinLnBrk="0" hangingPunct="0">
              <a:spcBef>
                <a:spcPct val="0"/>
              </a:spcBef>
              <a:spcAft>
                <a:spcPts val="600"/>
              </a:spcAft>
              <a:buClrTx/>
              <a:buSzTx/>
              <a:tabLst/>
            </a:pPr>
            <a:r>
              <a:rPr lang="da-DK" altLang="da-DK" b="1" dirty="0">
                <a:solidFill>
                  <a:srgbClr val="FF0000"/>
                </a:solidFill>
              </a:rPr>
              <a:t>- Metode</a:t>
            </a:r>
          </a:p>
          <a:p>
            <a:pPr marR="0" lvl="0" defTabSz="914400" rtl="0" eaLnBrk="0" fontAlgn="base" latinLnBrk="0" hangingPunct="0">
              <a:spcBef>
                <a:spcPct val="0"/>
              </a:spcBef>
              <a:spcAft>
                <a:spcPts val="600"/>
              </a:spcAft>
              <a:buClrTx/>
              <a:buSzTx/>
              <a:tabLst/>
            </a:pPr>
            <a:r>
              <a:rPr lang="da-DK" altLang="da-DK" b="1" dirty="0">
                <a:solidFill>
                  <a:srgbClr val="FF0000"/>
                </a:solidFill>
              </a:rPr>
              <a:t>- Mulighed</a:t>
            </a:r>
          </a:p>
          <a:p>
            <a:pPr marL="285750" marR="0" lvl="0" indent="-285750" defTabSz="914400" rtl="0" eaLnBrk="0" fontAlgn="base" latinLnBrk="0" hangingPunct="0">
              <a:spcBef>
                <a:spcPct val="0"/>
              </a:spcBef>
              <a:spcAft>
                <a:spcPts val="600"/>
              </a:spcAft>
              <a:buClrTx/>
              <a:buSzTx/>
              <a:buFontTx/>
              <a:buChar char="-"/>
              <a:tabLst/>
            </a:pPr>
            <a:endParaRPr lang="da-DK" altLang="da-DK" dirty="0"/>
          </a:p>
        </p:txBody>
      </p:sp>
    </p:spTree>
    <p:extLst>
      <p:ext uri="{BB962C8B-B14F-4D97-AF65-F5344CB8AC3E}">
        <p14:creationId xmlns:p14="http://schemas.microsoft.com/office/powerpoint/2010/main" val="2047166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135C01-E80C-D78A-D826-E79338E27C49}"/>
              </a:ext>
            </a:extLst>
          </p:cNvPr>
          <p:cNvSpPr>
            <a:spLocks noGrp="1"/>
          </p:cNvSpPr>
          <p:nvPr>
            <p:ph type="title"/>
          </p:nvPr>
        </p:nvSpPr>
        <p:spPr/>
        <p:txBody>
          <a:bodyPr/>
          <a:lstStyle/>
          <a:p>
            <a:r>
              <a:rPr lang="da-DK" dirty="0"/>
              <a:t>Hvorfor er forståelse for trusselsvektorer vigtige?</a:t>
            </a:r>
          </a:p>
        </p:txBody>
      </p:sp>
      <p:sp>
        <p:nvSpPr>
          <p:cNvPr id="3" name="Pladsholder til indhold 2">
            <a:extLst>
              <a:ext uri="{FF2B5EF4-FFF2-40B4-BE49-F238E27FC236}">
                <a16:creationId xmlns:a16="http://schemas.microsoft.com/office/drawing/2014/main" id="{C3881701-0D00-DE45-8D9B-2AE369DEC27E}"/>
              </a:ext>
            </a:extLst>
          </p:cNvPr>
          <p:cNvSpPr>
            <a:spLocks noGrp="1"/>
          </p:cNvSpPr>
          <p:nvPr>
            <p:ph sz="quarter" idx="10"/>
          </p:nvPr>
        </p:nvSpPr>
        <p:spPr/>
        <p:txBody>
          <a:bodyPr/>
          <a:lstStyle/>
          <a:p>
            <a:r>
              <a:rPr lang="da-DK" b="1" dirty="0"/>
              <a:t>Forståelse af angrebsmetoder:</a:t>
            </a:r>
            <a:r>
              <a:rPr lang="da-DK" dirty="0"/>
              <a:t> At kende til trusselsvektorer hjælper med at forstå, </a:t>
            </a:r>
            <a:r>
              <a:rPr lang="da-DK" dirty="0">
                <a:solidFill>
                  <a:srgbClr val="FF0000"/>
                </a:solidFill>
              </a:rPr>
              <a:t>hvordan angribere opererer</a:t>
            </a:r>
            <a:r>
              <a:rPr lang="da-DK" dirty="0"/>
              <a:t>, og hvilke metoder de bruger til at kompromittere systemer.</a:t>
            </a:r>
          </a:p>
          <a:p>
            <a:r>
              <a:rPr lang="da-DK" b="1" dirty="0"/>
              <a:t>Sikkerhedsforanstaltninger:</a:t>
            </a:r>
            <a:r>
              <a:rPr lang="da-DK" dirty="0"/>
              <a:t> De giver indsigt i </a:t>
            </a:r>
            <a:r>
              <a:rPr lang="da-DK" dirty="0">
                <a:solidFill>
                  <a:srgbClr val="FF0000"/>
                </a:solidFill>
              </a:rPr>
              <a:t>hvilke sikkerhedsforanstaltninger</a:t>
            </a:r>
            <a:r>
              <a:rPr lang="da-DK" dirty="0"/>
              <a:t>, der skal implementeres, for at beskytte mod specifikke angrebsmetoder.</a:t>
            </a:r>
          </a:p>
          <a:p>
            <a:r>
              <a:rPr lang="da-DK" b="1" dirty="0"/>
              <a:t>Risikohåndtering:</a:t>
            </a:r>
            <a:r>
              <a:rPr lang="da-DK" dirty="0"/>
              <a:t> Ved at identificere og forstå trusselsvektorer, kan organisationer bedre </a:t>
            </a:r>
            <a:r>
              <a:rPr lang="da-DK" dirty="0">
                <a:solidFill>
                  <a:srgbClr val="FF0000"/>
                </a:solidFill>
              </a:rPr>
              <a:t>vurdere og håndtere risikoen </a:t>
            </a:r>
            <a:r>
              <a:rPr lang="da-DK" dirty="0"/>
              <a:t>for sikkerhedsbrud.</a:t>
            </a:r>
          </a:p>
          <a:p>
            <a:r>
              <a:rPr lang="da-DK" b="1" dirty="0"/>
              <a:t>Opdatering af Sikkerhedspolitikker:</a:t>
            </a:r>
            <a:r>
              <a:rPr lang="da-DK" dirty="0"/>
              <a:t> De hjælper med at </a:t>
            </a:r>
            <a:r>
              <a:rPr lang="da-DK" dirty="0">
                <a:solidFill>
                  <a:srgbClr val="FF0000"/>
                </a:solidFill>
              </a:rPr>
              <a:t>holde sikkerhedspolitikker og standarder ajour </a:t>
            </a:r>
            <a:r>
              <a:rPr lang="da-DK" dirty="0"/>
              <a:t>med de nyeste trusler og angrebsmetoder.</a:t>
            </a:r>
          </a:p>
          <a:p>
            <a:endParaRPr lang="da-DK" b="1" dirty="0"/>
          </a:p>
          <a:p>
            <a:r>
              <a:rPr lang="da-DK" b="1" dirty="0"/>
              <a:t>Udarbejdelse af trusselsvurderinger lærer I om i næste semester. Vi holder os inden for virksomheden i FF </a:t>
            </a:r>
            <a:r>
              <a:rPr lang="da-DK" b="1" dirty="0">
                <a:sym typeface="Wingdings" panose="05000000000000000000" pitchFamily="2" charset="2"/>
              </a:rPr>
              <a:t>.</a:t>
            </a:r>
            <a:endParaRPr lang="da-DK" b="1" dirty="0"/>
          </a:p>
        </p:txBody>
      </p:sp>
    </p:spTree>
    <p:extLst>
      <p:ext uri="{BB962C8B-B14F-4D97-AF65-F5344CB8AC3E}">
        <p14:creationId xmlns:p14="http://schemas.microsoft.com/office/powerpoint/2010/main" val="1502339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F57E7B-4878-A84D-D786-B2E643F4AFCB}"/>
              </a:ext>
            </a:extLst>
          </p:cNvPr>
          <p:cNvSpPr>
            <a:spLocks noGrp="1"/>
          </p:cNvSpPr>
          <p:nvPr>
            <p:ph type="title"/>
          </p:nvPr>
        </p:nvSpPr>
        <p:spPr/>
        <p:txBody>
          <a:bodyPr/>
          <a:lstStyle/>
          <a:p>
            <a:r>
              <a:rPr lang="da-DK" dirty="0"/>
              <a:t>Hvordan arbejder man med dem?</a:t>
            </a:r>
          </a:p>
        </p:txBody>
      </p:sp>
      <p:sp>
        <p:nvSpPr>
          <p:cNvPr id="3" name="Pladsholder til indhold 2">
            <a:extLst>
              <a:ext uri="{FF2B5EF4-FFF2-40B4-BE49-F238E27FC236}">
                <a16:creationId xmlns:a16="http://schemas.microsoft.com/office/drawing/2014/main" id="{4BAB171D-D790-0FC6-A255-CF4F8CF5424D}"/>
              </a:ext>
            </a:extLst>
          </p:cNvPr>
          <p:cNvSpPr>
            <a:spLocks noGrp="1"/>
          </p:cNvSpPr>
          <p:nvPr>
            <p:ph sz="quarter" idx="10"/>
          </p:nvPr>
        </p:nvSpPr>
        <p:spPr/>
        <p:txBody>
          <a:bodyPr/>
          <a:lstStyle/>
          <a:p>
            <a:pPr marL="342900" indent="-342900">
              <a:buFont typeface="+mj-lt"/>
              <a:buAutoNum type="arabicPeriod"/>
            </a:pPr>
            <a:r>
              <a:rPr lang="da-DK" b="1" dirty="0"/>
              <a:t>Identificer </a:t>
            </a:r>
            <a:r>
              <a:rPr lang="da-DK" dirty="0"/>
              <a:t>potentielle trusselsvektorer mod din virksomhed</a:t>
            </a:r>
          </a:p>
          <a:p>
            <a:pPr marL="342900" indent="-342900">
              <a:buFont typeface="+mj-lt"/>
              <a:buAutoNum type="arabicPeriod"/>
            </a:pPr>
            <a:r>
              <a:rPr lang="da-DK" b="1" dirty="0"/>
              <a:t>Analyser og identificer </a:t>
            </a:r>
            <a:r>
              <a:rPr lang="da-DK" dirty="0"/>
              <a:t>sårbarheder</a:t>
            </a:r>
          </a:p>
          <a:p>
            <a:pPr marL="342900" indent="-342900">
              <a:buFont typeface="+mj-lt"/>
              <a:buAutoNum type="arabicPeriod"/>
            </a:pPr>
            <a:r>
              <a:rPr lang="da-DK" b="1" dirty="0"/>
              <a:t>Vurder risici </a:t>
            </a:r>
            <a:r>
              <a:rPr lang="da-DK" dirty="0"/>
              <a:t>ved hver trusselsvektor. Prioriteret efter vurdering af konsekvens ved potentiel incident.  (næste modul)</a:t>
            </a:r>
          </a:p>
          <a:p>
            <a:pPr marL="342900" indent="-342900">
              <a:buFont typeface="+mj-lt"/>
              <a:buAutoNum type="arabicPeriod"/>
            </a:pPr>
            <a:r>
              <a:rPr lang="da-DK" b="1" dirty="0"/>
              <a:t>Implementer sikkerhedsforanstaltninger </a:t>
            </a:r>
            <a:r>
              <a:rPr lang="da-DK" dirty="0"/>
              <a:t>(mitiger) efter gennemførelse af risikoanalyse</a:t>
            </a:r>
            <a:r>
              <a:rPr lang="da-DK"/>
              <a:t>. </a:t>
            </a:r>
          </a:p>
          <a:p>
            <a:pPr marL="342900" indent="-342900">
              <a:buFont typeface="+mj-lt"/>
              <a:buAutoNum type="arabicPeriod"/>
            </a:pPr>
            <a:r>
              <a:rPr lang="da-DK" b="1"/>
              <a:t>Uddan </a:t>
            </a:r>
            <a:r>
              <a:rPr lang="da-DK" b="1" dirty="0"/>
              <a:t>og træn </a:t>
            </a:r>
            <a:r>
              <a:rPr lang="da-DK" dirty="0"/>
              <a:t>relevante medarbejdere</a:t>
            </a:r>
          </a:p>
          <a:p>
            <a:pPr marL="342900" indent="-342900">
              <a:buFont typeface="+mj-lt"/>
              <a:buAutoNum type="arabicPeriod"/>
            </a:pPr>
            <a:r>
              <a:rPr lang="da-DK" b="1" dirty="0"/>
              <a:t>Test og overvåg </a:t>
            </a:r>
            <a:r>
              <a:rPr lang="da-DK" dirty="0"/>
              <a:t>(modstandskraft og sikkerhedsbrud)  </a:t>
            </a:r>
          </a:p>
          <a:p>
            <a:pPr marL="342900" indent="-342900">
              <a:buFont typeface="+mj-lt"/>
              <a:buAutoNum type="arabicPeriod"/>
            </a:pPr>
            <a:r>
              <a:rPr lang="da-DK" b="1" dirty="0"/>
              <a:t>Vedligehold og opdater </a:t>
            </a:r>
            <a:r>
              <a:rPr lang="da-DK" dirty="0"/>
              <a:t>(PDCA)</a:t>
            </a:r>
          </a:p>
          <a:p>
            <a:endParaRPr lang="da-DK" dirty="0"/>
          </a:p>
        </p:txBody>
      </p:sp>
    </p:spTree>
    <p:extLst>
      <p:ext uri="{BB962C8B-B14F-4D97-AF65-F5344CB8AC3E}">
        <p14:creationId xmlns:p14="http://schemas.microsoft.com/office/powerpoint/2010/main" val="2643970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1945C5-E95B-F70B-6ABD-310766951254}"/>
              </a:ext>
            </a:extLst>
          </p:cNvPr>
          <p:cNvSpPr>
            <a:spLocks noGrp="1"/>
          </p:cNvSpPr>
          <p:nvPr>
            <p:ph type="title"/>
          </p:nvPr>
        </p:nvSpPr>
        <p:spPr/>
        <p:txBody>
          <a:bodyPr/>
          <a:lstStyle/>
          <a:p>
            <a:r>
              <a:rPr lang="da-DK" dirty="0"/>
              <a:t>The </a:t>
            </a:r>
            <a:r>
              <a:rPr lang="da-DK" dirty="0" err="1"/>
              <a:t>Kill</a:t>
            </a:r>
            <a:r>
              <a:rPr lang="da-DK" dirty="0"/>
              <a:t> Chain</a:t>
            </a:r>
          </a:p>
        </p:txBody>
      </p:sp>
      <p:pic>
        <p:nvPicPr>
          <p:cNvPr id="5" name="Pladsholder til indhold 4">
            <a:extLst>
              <a:ext uri="{FF2B5EF4-FFF2-40B4-BE49-F238E27FC236}">
                <a16:creationId xmlns:a16="http://schemas.microsoft.com/office/drawing/2014/main" id="{D45E51E0-7388-8DDA-70CE-34A9A7E32C62}"/>
              </a:ext>
            </a:extLst>
          </p:cNvPr>
          <p:cNvPicPr>
            <a:picLocks noGrp="1" noChangeAspect="1"/>
          </p:cNvPicPr>
          <p:nvPr>
            <p:ph sz="quarter" idx="10"/>
          </p:nvPr>
        </p:nvPicPr>
        <p:blipFill>
          <a:blip r:embed="rId2"/>
          <a:srcRect t="13829"/>
          <a:stretch>
            <a:fillRect/>
          </a:stretch>
        </p:blipFill>
        <p:spPr>
          <a:xfrm>
            <a:off x="1919287" y="1667861"/>
            <a:ext cx="8353425" cy="4233445"/>
          </a:xfrm>
          <a:prstGeom prst="rect">
            <a:avLst/>
          </a:prstGeom>
        </p:spPr>
      </p:pic>
      <p:sp>
        <p:nvSpPr>
          <p:cNvPr id="8" name="Tekstfelt 7">
            <a:extLst>
              <a:ext uri="{FF2B5EF4-FFF2-40B4-BE49-F238E27FC236}">
                <a16:creationId xmlns:a16="http://schemas.microsoft.com/office/drawing/2014/main" id="{84D177B6-0EBE-2D7A-80DD-7AC0C95039D0}"/>
              </a:ext>
            </a:extLst>
          </p:cNvPr>
          <p:cNvSpPr txBox="1"/>
          <p:nvPr/>
        </p:nvSpPr>
        <p:spPr>
          <a:xfrm>
            <a:off x="9469821" y="6358759"/>
            <a:ext cx="2561920" cy="369332"/>
          </a:xfrm>
          <a:prstGeom prst="rect">
            <a:avLst/>
          </a:prstGeom>
          <a:noFill/>
        </p:spPr>
        <p:txBody>
          <a:bodyPr wrap="none" rtlCol="0">
            <a:spAutoFit/>
          </a:bodyPr>
          <a:lstStyle/>
          <a:p>
            <a:r>
              <a:rPr lang="da-DK" dirty="0"/>
              <a:t>Kilde: Cymolate.com</a:t>
            </a:r>
          </a:p>
        </p:txBody>
      </p:sp>
    </p:spTree>
    <p:extLst>
      <p:ext uri="{BB962C8B-B14F-4D97-AF65-F5344CB8AC3E}">
        <p14:creationId xmlns:p14="http://schemas.microsoft.com/office/powerpoint/2010/main" val="397035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BAF892-7B95-EEDD-336E-8DB9333CD5F5}"/>
              </a:ext>
            </a:extLst>
          </p:cNvPr>
          <p:cNvSpPr>
            <a:spLocks noGrp="1"/>
          </p:cNvSpPr>
          <p:nvPr>
            <p:ph type="title"/>
          </p:nvPr>
        </p:nvSpPr>
        <p:spPr/>
        <p:txBody>
          <a:bodyPr/>
          <a:lstStyle/>
          <a:p>
            <a:r>
              <a:rPr lang="da-DK" dirty="0" err="1"/>
              <a:t>Ransomware</a:t>
            </a:r>
            <a:r>
              <a:rPr lang="da-DK" dirty="0"/>
              <a:t> </a:t>
            </a:r>
            <a:r>
              <a:rPr lang="da-DK" dirty="0" err="1"/>
              <a:t>attack</a:t>
            </a:r>
            <a:r>
              <a:rPr lang="da-DK" dirty="0"/>
              <a:t> – </a:t>
            </a:r>
            <a:r>
              <a:rPr lang="da-DK" dirty="0" err="1"/>
              <a:t>Kill</a:t>
            </a:r>
            <a:r>
              <a:rPr lang="da-DK" dirty="0"/>
              <a:t> Chain</a:t>
            </a:r>
          </a:p>
        </p:txBody>
      </p:sp>
      <p:pic>
        <p:nvPicPr>
          <p:cNvPr id="5" name="Pladsholder til indhold 4">
            <a:extLst>
              <a:ext uri="{FF2B5EF4-FFF2-40B4-BE49-F238E27FC236}">
                <a16:creationId xmlns:a16="http://schemas.microsoft.com/office/drawing/2014/main" id="{54B337A5-8E35-F315-42CE-AF02B6E9F9F7}"/>
              </a:ext>
            </a:extLst>
          </p:cNvPr>
          <p:cNvPicPr>
            <a:picLocks noGrp="1" noChangeAspect="1"/>
          </p:cNvPicPr>
          <p:nvPr>
            <p:ph sz="quarter" idx="10"/>
          </p:nvPr>
        </p:nvPicPr>
        <p:blipFill>
          <a:blip r:embed="rId2"/>
          <a:stretch>
            <a:fillRect/>
          </a:stretch>
        </p:blipFill>
        <p:spPr>
          <a:xfrm>
            <a:off x="974914" y="1817650"/>
            <a:ext cx="10007663" cy="3555354"/>
          </a:xfrm>
          <a:prstGeom prst="rect">
            <a:avLst/>
          </a:prstGeom>
          <a:pattFill prst="pct5">
            <a:fgClr>
              <a:schemeClr val="accent1"/>
            </a:fgClr>
            <a:bgClr>
              <a:schemeClr val="bg1"/>
            </a:bgClr>
          </a:pattFill>
        </p:spPr>
      </p:pic>
    </p:spTree>
    <p:extLst>
      <p:ext uri="{BB962C8B-B14F-4D97-AF65-F5344CB8AC3E}">
        <p14:creationId xmlns:p14="http://schemas.microsoft.com/office/powerpoint/2010/main" val="3037747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87150FE-3D89-A52C-201C-A5C19369E5D2}"/>
              </a:ext>
            </a:extLst>
          </p:cNvPr>
          <p:cNvSpPr>
            <a:spLocks noGrp="1"/>
          </p:cNvSpPr>
          <p:nvPr>
            <p:ph type="title"/>
          </p:nvPr>
        </p:nvSpPr>
        <p:spPr>
          <a:xfrm>
            <a:off x="838200" y="636323"/>
            <a:ext cx="10515600" cy="920749"/>
          </a:xfrm>
        </p:spPr>
        <p:txBody>
          <a:bodyPr/>
          <a:lstStyle/>
          <a:p>
            <a:r>
              <a:rPr lang="en-US" dirty="0"/>
              <a:t>Den </a:t>
            </a:r>
            <a:r>
              <a:rPr lang="en-US" dirty="0" err="1"/>
              <a:t>stigende</a:t>
            </a:r>
            <a:r>
              <a:rPr lang="en-US" dirty="0"/>
              <a:t> </a:t>
            </a:r>
            <a:r>
              <a:rPr lang="en-US" dirty="0" err="1"/>
              <a:t>anvendelse</a:t>
            </a:r>
            <a:r>
              <a:rPr lang="en-US" dirty="0"/>
              <a:t> </a:t>
            </a:r>
            <a:r>
              <a:rPr lang="en-US" dirty="0" err="1"/>
              <a:t>af</a:t>
            </a:r>
            <a:r>
              <a:rPr lang="en-US" dirty="0"/>
              <a:t> IT </a:t>
            </a:r>
            <a:r>
              <a:rPr lang="en-US" dirty="0" err="1"/>
              <a:t>har</a:t>
            </a:r>
            <a:r>
              <a:rPr lang="en-US" dirty="0"/>
              <a:t> </a:t>
            </a:r>
            <a:r>
              <a:rPr lang="en-US" dirty="0" err="1"/>
              <a:t>en</a:t>
            </a:r>
            <a:r>
              <a:rPr lang="en-US" dirty="0"/>
              <a:t> </a:t>
            </a:r>
            <a:r>
              <a:rPr lang="en-US" dirty="0" err="1"/>
              <a:t>bagside</a:t>
            </a:r>
            <a:endParaRPr lang="en-US" dirty="0"/>
          </a:p>
        </p:txBody>
      </p:sp>
      <p:graphicFrame>
        <p:nvGraphicFramePr>
          <p:cNvPr id="11" name="Pladsholder til indhold 2">
            <a:extLst>
              <a:ext uri="{FF2B5EF4-FFF2-40B4-BE49-F238E27FC236}">
                <a16:creationId xmlns:a16="http://schemas.microsoft.com/office/drawing/2014/main" id="{194D2946-E7DF-C52A-A423-BD6132205271}"/>
              </a:ext>
            </a:extLst>
          </p:cNvPr>
          <p:cNvGraphicFramePr>
            <a:graphicFrameLocks noGrp="1"/>
          </p:cNvGraphicFramePr>
          <p:nvPr>
            <p:ph sz="quarter" idx="10"/>
            <p:extLst>
              <p:ext uri="{D42A27DB-BD31-4B8C-83A1-F6EECF244321}">
                <p14:modId xmlns:p14="http://schemas.microsoft.com/office/powerpoint/2010/main" val="358528601"/>
              </p:ext>
            </p:extLst>
          </p:nvPr>
        </p:nvGraphicFramePr>
        <p:xfrm>
          <a:off x="972015" y="1229301"/>
          <a:ext cx="10515600" cy="5179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kstfelt 2">
            <a:extLst>
              <a:ext uri="{FF2B5EF4-FFF2-40B4-BE49-F238E27FC236}">
                <a16:creationId xmlns:a16="http://schemas.microsoft.com/office/drawing/2014/main" id="{CEE1B29F-C51E-CE6B-89A6-8E7A635BF112}"/>
              </a:ext>
            </a:extLst>
          </p:cNvPr>
          <p:cNvSpPr txBox="1"/>
          <p:nvPr/>
        </p:nvSpPr>
        <p:spPr>
          <a:xfrm>
            <a:off x="714374" y="6425684"/>
            <a:ext cx="9896475" cy="369332"/>
          </a:xfrm>
          <a:prstGeom prst="rect">
            <a:avLst/>
          </a:prstGeom>
          <a:noFill/>
        </p:spPr>
        <p:txBody>
          <a:bodyPr wrap="square">
            <a:spAutoFit/>
          </a:bodyPr>
          <a:lstStyle/>
          <a:p>
            <a:r>
              <a:rPr lang="da-DK" dirty="0">
                <a:hlinkClick r:id="rId8"/>
              </a:rPr>
              <a:t>https://www.sikkerdigital.dk/virksomhed/hvad-truer-din-virksomhed</a:t>
            </a:r>
            <a:endParaRPr lang="da-DK" dirty="0"/>
          </a:p>
        </p:txBody>
      </p:sp>
    </p:spTree>
    <p:extLst>
      <p:ext uri="{BB962C8B-B14F-4D97-AF65-F5344CB8AC3E}">
        <p14:creationId xmlns:p14="http://schemas.microsoft.com/office/powerpoint/2010/main" val="1729137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180CC1-AFAA-5548-BD72-803509D21C4C}"/>
              </a:ext>
            </a:extLst>
          </p:cNvPr>
          <p:cNvSpPr>
            <a:spLocks noGrp="1"/>
          </p:cNvSpPr>
          <p:nvPr>
            <p:ph type="title"/>
          </p:nvPr>
        </p:nvSpPr>
        <p:spPr>
          <a:xfrm>
            <a:off x="838200" y="668232"/>
            <a:ext cx="10515600" cy="920749"/>
          </a:xfrm>
        </p:spPr>
        <p:txBody>
          <a:bodyPr anchor="ctr">
            <a:normAutofit/>
          </a:bodyPr>
          <a:lstStyle/>
          <a:p>
            <a:r>
              <a:rPr lang="da-DK" sz="3000" dirty="0" err="1"/>
              <a:t>Cyberangreb</a:t>
            </a:r>
            <a:r>
              <a:rPr lang="da-DK" sz="3000" dirty="0"/>
              <a:t> og hacking - eksempler</a:t>
            </a:r>
            <a:br>
              <a:rPr lang="da-DK" sz="3000" b="1" dirty="0"/>
            </a:br>
            <a:endParaRPr lang="da-DK" sz="3000" dirty="0"/>
          </a:p>
        </p:txBody>
      </p:sp>
      <p:grpSp>
        <p:nvGrpSpPr>
          <p:cNvPr id="3" name="Gruppe 2">
            <a:extLst>
              <a:ext uri="{FF2B5EF4-FFF2-40B4-BE49-F238E27FC236}">
                <a16:creationId xmlns:a16="http://schemas.microsoft.com/office/drawing/2014/main" id="{58EB34BC-C300-EEDF-2E97-BBBDF51DB7AF}"/>
              </a:ext>
            </a:extLst>
          </p:cNvPr>
          <p:cNvGrpSpPr/>
          <p:nvPr/>
        </p:nvGrpSpPr>
        <p:grpSpPr>
          <a:xfrm>
            <a:off x="944510" y="1860986"/>
            <a:ext cx="10515599" cy="4254064"/>
            <a:chOff x="919491" y="1785855"/>
            <a:chExt cx="10125949" cy="2870499"/>
          </a:xfrm>
        </p:grpSpPr>
        <p:sp>
          <p:nvSpPr>
            <p:cNvPr id="4" name="Kombinationstegning: figur 3">
              <a:extLst>
                <a:ext uri="{FF2B5EF4-FFF2-40B4-BE49-F238E27FC236}">
                  <a16:creationId xmlns:a16="http://schemas.microsoft.com/office/drawing/2014/main" id="{C3C7C558-56EC-4F0B-E207-20CEEF7C71AA}"/>
                </a:ext>
              </a:extLst>
            </p:cNvPr>
            <p:cNvSpPr/>
            <p:nvPr/>
          </p:nvSpPr>
          <p:spPr>
            <a:xfrm>
              <a:off x="943855" y="1785855"/>
              <a:ext cx="1799587" cy="537156"/>
            </a:xfrm>
            <a:custGeom>
              <a:avLst/>
              <a:gdLst>
                <a:gd name="connsiteX0" fmla="*/ 0 w 1627658"/>
                <a:gd name="connsiteY0" fmla="*/ 0 h 537156"/>
                <a:gd name="connsiteX1" fmla="*/ 1627658 w 1627658"/>
                <a:gd name="connsiteY1" fmla="*/ 0 h 537156"/>
                <a:gd name="connsiteX2" fmla="*/ 1627658 w 1627658"/>
                <a:gd name="connsiteY2" fmla="*/ 537156 h 537156"/>
                <a:gd name="connsiteX3" fmla="*/ 0 w 1627658"/>
                <a:gd name="connsiteY3" fmla="*/ 537156 h 537156"/>
                <a:gd name="connsiteX4" fmla="*/ 0 w 1627658"/>
                <a:gd name="connsiteY4" fmla="*/ 0 h 537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537156">
                  <a:moveTo>
                    <a:pt x="0" y="0"/>
                  </a:moveTo>
                  <a:lnTo>
                    <a:pt x="1627658" y="0"/>
                  </a:lnTo>
                  <a:lnTo>
                    <a:pt x="1627658" y="537156"/>
                  </a:lnTo>
                  <a:lnTo>
                    <a:pt x="0" y="537156"/>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err="1">
                  <a:ln>
                    <a:noFill/>
                  </a:ln>
                  <a:solidFill>
                    <a:prstClr val="black"/>
                  </a:solidFill>
                  <a:effectLst/>
                  <a:uLnTx/>
                  <a:uFillTx/>
                  <a:latin typeface="Montserrat"/>
                  <a:ea typeface="+mn-ea"/>
                  <a:cs typeface="+mn-cs"/>
                </a:rPr>
                <a:t>Ransomware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CF59AFCA-83B1-C847-7C40-41FDAC572E50}"/>
                </a:ext>
              </a:extLst>
            </p:cNvPr>
            <p:cNvSpPr/>
            <p:nvPr/>
          </p:nvSpPr>
          <p:spPr>
            <a:xfrm>
              <a:off x="3088884" y="1793284"/>
              <a:ext cx="7936228" cy="563831"/>
            </a:xfrm>
            <a:custGeom>
              <a:avLst/>
              <a:gdLst>
                <a:gd name="connsiteX0" fmla="*/ 0 w 1627658"/>
                <a:gd name="connsiteY0" fmla="*/ 0 h 976595"/>
                <a:gd name="connsiteX1" fmla="*/ 1627658 w 1627658"/>
                <a:gd name="connsiteY1" fmla="*/ 0 h 976595"/>
                <a:gd name="connsiteX2" fmla="*/ 1627658 w 1627658"/>
                <a:gd name="connsiteY2" fmla="*/ 976595 h 976595"/>
                <a:gd name="connsiteX3" fmla="*/ 0 w 1627658"/>
                <a:gd name="connsiteY3" fmla="*/ 976595 h 976595"/>
                <a:gd name="connsiteX4" fmla="*/ 0 w 1627658"/>
                <a:gd name="connsiteY4" fmla="*/ 0 h 976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976595">
                  <a:moveTo>
                    <a:pt x="0" y="0"/>
                  </a:moveTo>
                  <a:lnTo>
                    <a:pt x="1627658" y="0"/>
                  </a:lnTo>
                  <a:lnTo>
                    <a:pt x="1627658" y="976595"/>
                  </a:lnTo>
                  <a:lnTo>
                    <a:pt x="0" y="976595"/>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Ransomware</a:t>
              </a:r>
              <a:r>
                <a:rPr kumimoji="0" lang="da-DK" sz="1400" b="0" i="0" u="none" strike="noStrike" kern="1200" cap="none" spc="0" normalizeH="0" baseline="0" noProof="0" dirty="0">
                  <a:ln>
                    <a:noFill/>
                  </a:ln>
                  <a:solidFill>
                    <a:prstClr val="black"/>
                  </a:solidFill>
                  <a:effectLst/>
                  <a:uLnTx/>
                  <a:uFillTx/>
                  <a:latin typeface="Montserrat"/>
                  <a:ea typeface="+mn-ea"/>
                  <a:cs typeface="+mn-cs"/>
                </a:rPr>
                <a:t> er en type malware, der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krypterer virksomhedens filer </a:t>
              </a:r>
              <a:r>
                <a:rPr kumimoji="0" lang="da-DK" sz="1400" b="0" i="0" u="none" strike="noStrike" kern="1200" cap="none" spc="0" normalizeH="0" baseline="0" noProof="0" dirty="0">
                  <a:ln>
                    <a:noFill/>
                  </a:ln>
                  <a:solidFill>
                    <a:prstClr val="black"/>
                  </a:solidFill>
                  <a:effectLst/>
                  <a:uLnTx/>
                  <a:uFillTx/>
                  <a:latin typeface="Montserrat"/>
                  <a:ea typeface="+mn-ea"/>
                  <a:cs typeface="+mn-cs"/>
                </a:rPr>
                <a:t>eller systemer og kræver en løsesum (ofte i Bitcoin eller anden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kryptovaluta</a:t>
              </a:r>
              <a:r>
                <a:rPr kumimoji="0" lang="da-DK" sz="1400" b="0" i="0" u="none" strike="noStrike" kern="1200" cap="none" spc="0" normalizeH="0" baseline="0" noProof="0" dirty="0">
                  <a:ln>
                    <a:noFill/>
                  </a:ln>
                  <a:solidFill>
                    <a:prstClr val="black"/>
                  </a:solidFill>
                  <a:effectLst/>
                  <a:uLnTx/>
                  <a:uFillTx/>
                  <a:latin typeface="Montserrat"/>
                  <a:ea typeface="+mn-ea"/>
                  <a:cs typeface="+mn-cs"/>
                </a:rPr>
                <a:t>) for at frigive dem.</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7" name="Kombinationstegning: figur 6">
              <a:extLst>
                <a:ext uri="{FF2B5EF4-FFF2-40B4-BE49-F238E27FC236}">
                  <a16:creationId xmlns:a16="http://schemas.microsoft.com/office/drawing/2014/main" id="{609A7342-F1BD-31F0-70BD-2124BAF9FDEB}"/>
                </a:ext>
              </a:extLst>
            </p:cNvPr>
            <p:cNvSpPr/>
            <p:nvPr/>
          </p:nvSpPr>
          <p:spPr>
            <a:xfrm>
              <a:off x="923527" y="2477809"/>
              <a:ext cx="1799587" cy="580351"/>
            </a:xfrm>
            <a:custGeom>
              <a:avLst/>
              <a:gdLst>
                <a:gd name="connsiteX0" fmla="*/ 0 w 1627658"/>
                <a:gd name="connsiteY0" fmla="*/ 0 h 580351"/>
                <a:gd name="connsiteX1" fmla="*/ 1627658 w 1627658"/>
                <a:gd name="connsiteY1" fmla="*/ 0 h 580351"/>
                <a:gd name="connsiteX2" fmla="*/ 1627658 w 1627658"/>
                <a:gd name="connsiteY2" fmla="*/ 580351 h 580351"/>
                <a:gd name="connsiteX3" fmla="*/ 0 w 1627658"/>
                <a:gd name="connsiteY3" fmla="*/ 580351 h 580351"/>
                <a:gd name="connsiteX4" fmla="*/ 0 w 1627658"/>
                <a:gd name="connsiteY4" fmla="*/ 0 h 580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580351">
                  <a:moveTo>
                    <a:pt x="0" y="0"/>
                  </a:moveTo>
                  <a:lnTo>
                    <a:pt x="1627658" y="0"/>
                  </a:lnTo>
                  <a:lnTo>
                    <a:pt x="1627658" y="580351"/>
                  </a:lnTo>
                  <a:lnTo>
                    <a:pt x="0" y="580351"/>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err="1">
                  <a:ln>
                    <a:noFill/>
                  </a:ln>
                  <a:solidFill>
                    <a:prstClr val="black"/>
                  </a:solidFill>
                  <a:effectLst/>
                  <a:uLnTx/>
                  <a:uFillTx/>
                  <a:latin typeface="Montserrat"/>
                  <a:ea typeface="+mn-ea"/>
                  <a:cs typeface="+mn-cs"/>
                </a:rPr>
                <a:t>DDoS</a:t>
              </a:r>
              <a:r>
                <a:rPr kumimoji="0" lang="da-DK" sz="1400" b="1" i="0" u="none" strike="noStrike" kern="1200" cap="none" spc="0" normalizeH="0" baseline="0" noProof="0" dirty="0">
                  <a:ln>
                    <a:noFill/>
                  </a:ln>
                  <a:solidFill>
                    <a:prstClr val="black"/>
                  </a:solidFill>
                  <a:effectLst/>
                  <a:uLnTx/>
                  <a:uFillTx/>
                  <a:latin typeface="Montserrat"/>
                  <a:ea typeface="+mn-ea"/>
                  <a:cs typeface="+mn-cs"/>
                </a:rPr>
                <a:t> (Distributed </a:t>
              </a:r>
              <a:r>
                <a:rPr kumimoji="0" lang="da-DK" sz="1400" b="1" i="0" u="none" strike="noStrike" kern="1200" cap="none" spc="0" normalizeH="0" baseline="0" noProof="0" dirty="0" err="1">
                  <a:ln>
                    <a:noFill/>
                  </a:ln>
                  <a:solidFill>
                    <a:prstClr val="black"/>
                  </a:solidFill>
                  <a:effectLst/>
                  <a:uLnTx/>
                  <a:uFillTx/>
                  <a:latin typeface="Montserrat"/>
                  <a:ea typeface="+mn-ea"/>
                  <a:cs typeface="+mn-cs"/>
                </a:rPr>
                <a:t>Denial</a:t>
              </a:r>
              <a:r>
                <a:rPr kumimoji="0" lang="da-DK" sz="1400" b="1" i="0" u="none" strike="noStrike" kern="1200" cap="none" spc="0" normalizeH="0" baseline="0" noProof="0" dirty="0">
                  <a:ln>
                    <a:noFill/>
                  </a:ln>
                  <a:solidFill>
                    <a:prstClr val="black"/>
                  </a:solidFill>
                  <a:effectLst/>
                  <a:uLnTx/>
                  <a:uFillTx/>
                  <a:latin typeface="Montserrat"/>
                  <a:ea typeface="+mn-ea"/>
                  <a:cs typeface="+mn-cs"/>
                </a:rPr>
                <a:t> of Service)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88CA5D0A-A95A-234B-8A89-00CB793872E6}"/>
                </a:ext>
              </a:extLst>
            </p:cNvPr>
            <p:cNvSpPr/>
            <p:nvPr/>
          </p:nvSpPr>
          <p:spPr>
            <a:xfrm>
              <a:off x="3088883" y="2490512"/>
              <a:ext cx="7956557" cy="563831"/>
            </a:xfrm>
            <a:custGeom>
              <a:avLst/>
              <a:gdLst>
                <a:gd name="connsiteX0" fmla="*/ 0 w 1627658"/>
                <a:gd name="connsiteY0" fmla="*/ 0 h 976595"/>
                <a:gd name="connsiteX1" fmla="*/ 1627658 w 1627658"/>
                <a:gd name="connsiteY1" fmla="*/ 0 h 976595"/>
                <a:gd name="connsiteX2" fmla="*/ 1627658 w 1627658"/>
                <a:gd name="connsiteY2" fmla="*/ 976595 h 976595"/>
                <a:gd name="connsiteX3" fmla="*/ 0 w 1627658"/>
                <a:gd name="connsiteY3" fmla="*/ 976595 h 976595"/>
                <a:gd name="connsiteX4" fmla="*/ 0 w 1627658"/>
                <a:gd name="connsiteY4" fmla="*/ 0 h 976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976595">
                  <a:moveTo>
                    <a:pt x="0" y="0"/>
                  </a:moveTo>
                  <a:lnTo>
                    <a:pt x="1627658" y="0"/>
                  </a:lnTo>
                  <a:lnTo>
                    <a:pt x="1627658" y="976595"/>
                  </a:lnTo>
                  <a:lnTo>
                    <a:pt x="0" y="976595"/>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DDoS</a:t>
              </a:r>
              <a:r>
                <a:rPr kumimoji="0" lang="da-DK" sz="1400" b="0" i="0" u="none" strike="noStrike" kern="1200" cap="none" spc="0" normalizeH="0" baseline="0" noProof="0" dirty="0">
                  <a:ln>
                    <a:noFill/>
                  </a:ln>
                  <a:solidFill>
                    <a:prstClr val="black"/>
                  </a:solidFill>
                  <a:effectLst/>
                  <a:uLnTx/>
                  <a:uFillTx/>
                  <a:latin typeface="Montserrat"/>
                  <a:ea typeface="+mn-ea"/>
                  <a:cs typeface="+mn-cs"/>
                </a:rPr>
                <a:t>-angreb </a:t>
              </a:r>
              <a:r>
                <a:rPr kumimoji="0" lang="da-DK" sz="1400" b="0" i="0" u="none" strike="noStrike" kern="1200" cap="none" spc="0" normalizeH="0" baseline="0" noProof="0" dirty="0">
                  <a:ln>
                    <a:noFill/>
                  </a:ln>
                  <a:solidFill>
                    <a:srgbClr val="FF0000"/>
                  </a:solidFill>
                  <a:effectLst/>
                  <a:uLnTx/>
                  <a:uFillTx/>
                  <a:latin typeface="Montserrat"/>
                  <a:ea typeface="+mn-ea"/>
                  <a:cs typeface="+mn-cs"/>
                </a:rPr>
                <a:t>overbelaster en server eller et netværk </a:t>
              </a:r>
              <a:r>
                <a:rPr kumimoji="0" lang="da-DK" sz="1400" b="0" i="0" u="none" strike="noStrike" kern="1200" cap="none" spc="0" normalizeH="0" baseline="0" noProof="0" dirty="0">
                  <a:ln>
                    <a:noFill/>
                  </a:ln>
                  <a:solidFill>
                    <a:prstClr val="black"/>
                  </a:solidFill>
                  <a:effectLst/>
                  <a:uLnTx/>
                  <a:uFillTx/>
                  <a:latin typeface="Montserrat"/>
                  <a:ea typeface="+mn-ea"/>
                  <a:cs typeface="+mn-cs"/>
                </a:rPr>
                <a:t>med en stor mængde trafik for at gøre det utilgængeligt for brugere. Angrebet kommer fra mange forskellige kilder (ofte inficerede enheder i et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botnet</a:t>
              </a:r>
              <a:r>
                <a:rPr kumimoji="0" lang="da-DK" sz="1400" b="0" i="0" u="none" strike="noStrike" kern="1200" cap="none" spc="0" normalizeH="0" baseline="0" noProof="0" dirty="0">
                  <a:ln>
                    <a:noFill/>
                  </a:ln>
                  <a:solidFill>
                    <a:prstClr val="black"/>
                  </a:solidFill>
                  <a:effectLst/>
                  <a:uLnTx/>
                  <a:uFillTx/>
                  <a:latin typeface="Montserrat"/>
                  <a:ea typeface="+mn-ea"/>
                  <a:cs typeface="+mn-cs"/>
                </a:rPr>
                <a:t>).</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5" name="Kombinationstegning: figur 14">
              <a:extLst>
                <a:ext uri="{FF2B5EF4-FFF2-40B4-BE49-F238E27FC236}">
                  <a16:creationId xmlns:a16="http://schemas.microsoft.com/office/drawing/2014/main" id="{1D2B77A8-0B5B-9A83-CB51-2664769917AC}"/>
                </a:ext>
              </a:extLst>
            </p:cNvPr>
            <p:cNvSpPr/>
            <p:nvPr/>
          </p:nvSpPr>
          <p:spPr>
            <a:xfrm>
              <a:off x="919491" y="3224263"/>
              <a:ext cx="1799586" cy="572030"/>
            </a:xfrm>
            <a:custGeom>
              <a:avLst/>
              <a:gdLst>
                <a:gd name="connsiteX0" fmla="*/ 0 w 1627658"/>
                <a:gd name="connsiteY0" fmla="*/ 0 h 572030"/>
                <a:gd name="connsiteX1" fmla="*/ 1627658 w 1627658"/>
                <a:gd name="connsiteY1" fmla="*/ 0 h 572030"/>
                <a:gd name="connsiteX2" fmla="*/ 1627658 w 1627658"/>
                <a:gd name="connsiteY2" fmla="*/ 572030 h 572030"/>
                <a:gd name="connsiteX3" fmla="*/ 0 w 1627658"/>
                <a:gd name="connsiteY3" fmla="*/ 572030 h 572030"/>
                <a:gd name="connsiteX4" fmla="*/ 0 w 1627658"/>
                <a:gd name="connsiteY4" fmla="*/ 0 h 57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572030">
                  <a:moveTo>
                    <a:pt x="0" y="0"/>
                  </a:moveTo>
                  <a:lnTo>
                    <a:pt x="1627658" y="0"/>
                  </a:lnTo>
                  <a:lnTo>
                    <a:pt x="1627658" y="572030"/>
                  </a:lnTo>
                  <a:lnTo>
                    <a:pt x="0" y="572030"/>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200" b="1" i="0" u="none" strike="noStrike" kern="1200" cap="none" spc="0" normalizeH="0" baseline="0" noProof="0" dirty="0">
                  <a:ln>
                    <a:noFill/>
                  </a:ln>
                  <a:solidFill>
                    <a:prstClr val="black"/>
                  </a:solidFill>
                  <a:effectLst/>
                  <a:uLnTx/>
                  <a:uFillTx/>
                  <a:latin typeface="Montserrat"/>
                  <a:ea typeface="+mn-ea"/>
                  <a:cs typeface="+mn-cs"/>
                </a:rPr>
                <a:t> </a:t>
              </a:r>
              <a:r>
                <a:rPr kumimoji="0" lang="da-DK" sz="1400" b="1" i="0" u="none" strike="noStrike" kern="1200" cap="none" spc="0" normalizeH="0" baseline="0" noProof="0" dirty="0">
                  <a:ln>
                    <a:noFill/>
                  </a:ln>
                  <a:solidFill>
                    <a:prstClr val="black"/>
                  </a:solidFill>
                  <a:effectLst/>
                  <a:uLnTx/>
                  <a:uFillTx/>
                  <a:latin typeface="Montserrat"/>
                  <a:ea typeface="+mn-ea"/>
                  <a:cs typeface="+mn-cs"/>
                </a:rPr>
                <a:t>Brute-Force Angreb</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6" name="Kombinationstegning: figur 15">
              <a:extLst>
                <a:ext uri="{FF2B5EF4-FFF2-40B4-BE49-F238E27FC236}">
                  <a16:creationId xmlns:a16="http://schemas.microsoft.com/office/drawing/2014/main" id="{A6B9A38C-D1B4-AB6A-7C4B-28323DC891B9}"/>
                </a:ext>
              </a:extLst>
            </p:cNvPr>
            <p:cNvSpPr/>
            <p:nvPr/>
          </p:nvSpPr>
          <p:spPr>
            <a:xfrm>
              <a:off x="3088882" y="3238351"/>
              <a:ext cx="7936228" cy="572030"/>
            </a:xfrm>
            <a:custGeom>
              <a:avLst/>
              <a:gdLst>
                <a:gd name="connsiteX0" fmla="*/ 0 w 1627658"/>
                <a:gd name="connsiteY0" fmla="*/ 0 h 976595"/>
                <a:gd name="connsiteX1" fmla="*/ 1627658 w 1627658"/>
                <a:gd name="connsiteY1" fmla="*/ 0 h 976595"/>
                <a:gd name="connsiteX2" fmla="*/ 1627658 w 1627658"/>
                <a:gd name="connsiteY2" fmla="*/ 976595 h 976595"/>
                <a:gd name="connsiteX3" fmla="*/ 0 w 1627658"/>
                <a:gd name="connsiteY3" fmla="*/ 976595 h 976595"/>
                <a:gd name="connsiteX4" fmla="*/ 0 w 1627658"/>
                <a:gd name="connsiteY4" fmla="*/ 0 h 976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976595">
                  <a:moveTo>
                    <a:pt x="0" y="0"/>
                  </a:moveTo>
                  <a:lnTo>
                    <a:pt x="1627658" y="0"/>
                  </a:lnTo>
                  <a:lnTo>
                    <a:pt x="1627658" y="976595"/>
                  </a:lnTo>
                  <a:lnTo>
                    <a:pt x="0" y="976595"/>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200" b="0" i="0" u="none" strike="noStrike" kern="1200" cap="none" spc="0" normalizeH="0" baseline="0" noProof="0" dirty="0">
                  <a:ln>
                    <a:noFill/>
                  </a:ln>
                  <a:solidFill>
                    <a:prstClr val="black"/>
                  </a:solidFill>
                  <a:effectLst/>
                  <a:uLnTx/>
                  <a:uFillTx/>
                  <a:latin typeface="Montserrat"/>
                  <a:ea typeface="+mn-ea"/>
                  <a:cs typeface="+mn-cs"/>
                </a:rPr>
                <a:t> </a:t>
              </a:r>
              <a:r>
                <a:rPr kumimoji="0" lang="da-DK" sz="1400" b="0" i="0" u="none" strike="noStrike" kern="1200" cap="none" spc="0" normalizeH="0" baseline="0" noProof="0" dirty="0">
                  <a:ln>
                    <a:noFill/>
                  </a:ln>
                  <a:solidFill>
                    <a:prstClr val="black"/>
                  </a:solidFill>
                  <a:effectLst/>
                  <a:uLnTx/>
                  <a:uFillTx/>
                  <a:latin typeface="Montserrat"/>
                  <a:ea typeface="+mn-ea"/>
                  <a:cs typeface="+mn-cs"/>
                </a:rPr>
                <a:t>Brute-force angreb betyder, at hackeren prøver alle mulige </a:t>
              </a:r>
              <a:r>
                <a:rPr kumimoji="0" lang="da-DK" sz="1400" b="0" i="0" u="none" strike="noStrike" kern="1200" cap="none" spc="0" normalizeH="0" baseline="0" noProof="0" dirty="0">
                  <a:ln>
                    <a:noFill/>
                  </a:ln>
                  <a:solidFill>
                    <a:srgbClr val="FF0000"/>
                  </a:solidFill>
                  <a:effectLst/>
                  <a:uLnTx/>
                  <a:uFillTx/>
                  <a:latin typeface="Montserrat"/>
                  <a:ea typeface="+mn-ea"/>
                  <a:cs typeface="+mn-cs"/>
                </a:rPr>
                <a:t>kombinationer af adgangskoder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indtil de finder den rigtige. Angrebene kan tage lang tid, hvis adgangskoden er kompleks, men de kan være effektive mod svage eller enkle adgangskoder.</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7" name="Kombinationstegning: figur 16">
              <a:extLst>
                <a:ext uri="{FF2B5EF4-FFF2-40B4-BE49-F238E27FC236}">
                  <a16:creationId xmlns:a16="http://schemas.microsoft.com/office/drawing/2014/main" id="{F2EAD9E7-D6D9-A055-6BFA-6D3A5B99EB33}"/>
                </a:ext>
              </a:extLst>
            </p:cNvPr>
            <p:cNvSpPr/>
            <p:nvPr/>
          </p:nvSpPr>
          <p:spPr>
            <a:xfrm>
              <a:off x="968223" y="3962396"/>
              <a:ext cx="1775220" cy="693958"/>
            </a:xfrm>
            <a:custGeom>
              <a:avLst/>
              <a:gdLst>
                <a:gd name="connsiteX0" fmla="*/ 0 w 1627658"/>
                <a:gd name="connsiteY0" fmla="*/ 0 h 693958"/>
                <a:gd name="connsiteX1" fmla="*/ 1627658 w 1627658"/>
                <a:gd name="connsiteY1" fmla="*/ 0 h 693958"/>
                <a:gd name="connsiteX2" fmla="*/ 1627658 w 1627658"/>
                <a:gd name="connsiteY2" fmla="*/ 693958 h 693958"/>
                <a:gd name="connsiteX3" fmla="*/ 0 w 1627658"/>
                <a:gd name="connsiteY3" fmla="*/ 693958 h 693958"/>
                <a:gd name="connsiteX4" fmla="*/ 0 w 1627658"/>
                <a:gd name="connsiteY4" fmla="*/ 0 h 693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693958">
                  <a:moveTo>
                    <a:pt x="0" y="0"/>
                  </a:moveTo>
                  <a:lnTo>
                    <a:pt x="1627658" y="0"/>
                  </a:lnTo>
                  <a:lnTo>
                    <a:pt x="1627658" y="693958"/>
                  </a:lnTo>
                  <a:lnTo>
                    <a:pt x="0" y="693958"/>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err="1">
                  <a:ln>
                    <a:noFill/>
                  </a:ln>
                  <a:solidFill>
                    <a:prstClr val="black"/>
                  </a:solidFill>
                  <a:effectLst/>
                  <a:uLnTx/>
                  <a:uFillTx/>
                  <a:latin typeface="Montserrat"/>
                  <a:ea typeface="+mn-ea"/>
                  <a:cs typeface="+mn-cs"/>
                </a:rPr>
                <a:t>Keylogging</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8" name="Kombinationstegning: figur 17">
              <a:extLst>
                <a:ext uri="{FF2B5EF4-FFF2-40B4-BE49-F238E27FC236}">
                  <a16:creationId xmlns:a16="http://schemas.microsoft.com/office/drawing/2014/main" id="{E64DBC34-3C13-D5CA-9291-1DD3CC58572B}"/>
                </a:ext>
              </a:extLst>
            </p:cNvPr>
            <p:cNvSpPr/>
            <p:nvPr/>
          </p:nvSpPr>
          <p:spPr>
            <a:xfrm>
              <a:off x="3088882" y="3962396"/>
              <a:ext cx="7936227" cy="686673"/>
            </a:xfrm>
            <a:custGeom>
              <a:avLst/>
              <a:gdLst>
                <a:gd name="connsiteX0" fmla="*/ 0 w 1627658"/>
                <a:gd name="connsiteY0" fmla="*/ 0 h 976595"/>
                <a:gd name="connsiteX1" fmla="*/ 1627658 w 1627658"/>
                <a:gd name="connsiteY1" fmla="*/ 0 h 976595"/>
                <a:gd name="connsiteX2" fmla="*/ 1627658 w 1627658"/>
                <a:gd name="connsiteY2" fmla="*/ 976595 h 976595"/>
                <a:gd name="connsiteX3" fmla="*/ 0 w 1627658"/>
                <a:gd name="connsiteY3" fmla="*/ 976595 h 976595"/>
                <a:gd name="connsiteX4" fmla="*/ 0 w 1627658"/>
                <a:gd name="connsiteY4" fmla="*/ 0 h 9765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7658" h="976595">
                  <a:moveTo>
                    <a:pt x="0" y="0"/>
                  </a:moveTo>
                  <a:lnTo>
                    <a:pt x="1627658" y="0"/>
                  </a:lnTo>
                  <a:lnTo>
                    <a:pt x="1627658" y="976595"/>
                  </a:lnTo>
                  <a:lnTo>
                    <a:pt x="0" y="976595"/>
                  </a:lnTo>
                  <a:lnTo>
                    <a:pt x="0" y="0"/>
                  </a:lnTo>
                  <a:close/>
                </a:path>
              </a:pathLst>
            </a:custGeom>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Keylogging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indebærer, at en hacker installerer et program, der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registrerer og optager alle tastetryk </a:t>
              </a:r>
              <a:r>
                <a:rPr kumimoji="0" lang="da-DK" sz="1400" b="0" i="0" u="none" strike="noStrike" kern="1200" cap="none" spc="0" normalizeH="0" baseline="0" noProof="0" dirty="0">
                  <a:ln>
                    <a:noFill/>
                  </a:ln>
                  <a:solidFill>
                    <a:prstClr val="black"/>
                  </a:solidFill>
                  <a:effectLst/>
                  <a:uLnTx/>
                  <a:uFillTx/>
                  <a:latin typeface="Montserrat"/>
                  <a:ea typeface="+mn-ea"/>
                  <a:cs typeface="+mn-cs"/>
                </a:rPr>
                <a:t>på en computer eller mobil enhed. Dette giver hackeren mulighed for at stjæle adgangskoder, personlige oplysninger og meget mere.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Tree>
    <p:extLst>
      <p:ext uri="{BB962C8B-B14F-4D97-AF65-F5344CB8AC3E}">
        <p14:creationId xmlns:p14="http://schemas.microsoft.com/office/powerpoint/2010/main" val="881529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FA17B6-0EA3-7171-06E3-9AE6877E733A}"/>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BF5DA965-D9DB-6FFC-A7E3-C728115B67F3}"/>
              </a:ext>
            </a:extLst>
          </p:cNvPr>
          <p:cNvSpPr>
            <a:spLocks noGrp="1"/>
          </p:cNvSpPr>
          <p:nvPr>
            <p:ph sz="quarter" idx="10"/>
          </p:nvPr>
        </p:nvSpPr>
        <p:spPr/>
        <p:txBody>
          <a:bodyPr/>
          <a:lstStyle/>
          <a:p>
            <a:r>
              <a:rPr lang="da-DK" dirty="0"/>
              <a:t>1. Find eksempler på denne type angreb på nettet – forklar kort hvad der skete, og se om I kan finde </a:t>
            </a:r>
            <a:r>
              <a:rPr lang="da-DK" dirty="0" err="1"/>
              <a:t>mitigeringstiltag</a:t>
            </a:r>
            <a:r>
              <a:rPr lang="da-DK" dirty="0"/>
              <a:t>. Brug nettet. </a:t>
            </a:r>
          </a:p>
          <a:p>
            <a:endParaRPr lang="da-DK" dirty="0"/>
          </a:p>
          <a:p>
            <a:r>
              <a:rPr lang="da-DK" dirty="0"/>
              <a:t>2. Tjek evt. angrebsformer på </a:t>
            </a:r>
            <a:r>
              <a:rPr lang="da-DK"/>
              <a:t>nedenstående link:</a:t>
            </a:r>
            <a:endParaRPr lang="da-DK" dirty="0"/>
          </a:p>
          <a:p>
            <a:endParaRPr lang="da-DK" dirty="0"/>
          </a:p>
          <a:p>
            <a:r>
              <a:rPr lang="da-DK" dirty="0">
                <a:hlinkClick r:id="rId2"/>
              </a:rPr>
              <a:t>https://www.cfcs.dk/da/forebyggelse/</a:t>
            </a:r>
            <a:endParaRPr lang="da-DK" dirty="0"/>
          </a:p>
          <a:p>
            <a:endParaRPr lang="da-DK" dirty="0"/>
          </a:p>
          <a:p>
            <a:r>
              <a:rPr lang="da-DK" dirty="0"/>
              <a:t>10 min.</a:t>
            </a:r>
          </a:p>
        </p:txBody>
      </p:sp>
    </p:spTree>
    <p:extLst>
      <p:ext uri="{BB962C8B-B14F-4D97-AF65-F5344CB8AC3E}">
        <p14:creationId xmlns:p14="http://schemas.microsoft.com/office/powerpoint/2010/main" val="2284073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F9FBC5-F407-F7ED-A016-7A09B6165C8E}"/>
              </a:ext>
            </a:extLst>
          </p:cNvPr>
          <p:cNvSpPr>
            <a:spLocks noGrp="1"/>
          </p:cNvSpPr>
          <p:nvPr>
            <p:ph type="title"/>
          </p:nvPr>
        </p:nvSpPr>
        <p:spPr>
          <a:xfrm>
            <a:off x="838200" y="586896"/>
            <a:ext cx="10515600" cy="920749"/>
          </a:xfrm>
        </p:spPr>
        <p:txBody>
          <a:bodyPr anchor="ctr">
            <a:normAutofit/>
          </a:bodyPr>
          <a:lstStyle/>
          <a:p>
            <a:r>
              <a:rPr lang="da-DK" sz="3000" b="1"/>
              <a:t>Databeskyttelse og privatliv</a:t>
            </a:r>
            <a:br>
              <a:rPr lang="da-DK" sz="3000" b="1"/>
            </a:br>
            <a:endParaRPr lang="da-DK" sz="3000"/>
          </a:p>
        </p:txBody>
      </p:sp>
      <p:grpSp>
        <p:nvGrpSpPr>
          <p:cNvPr id="3" name="Gruppe 2">
            <a:extLst>
              <a:ext uri="{FF2B5EF4-FFF2-40B4-BE49-F238E27FC236}">
                <a16:creationId xmlns:a16="http://schemas.microsoft.com/office/drawing/2014/main" id="{796CD05F-6839-AA98-2AA9-3B1289DE11A4}"/>
              </a:ext>
            </a:extLst>
          </p:cNvPr>
          <p:cNvGrpSpPr/>
          <p:nvPr/>
        </p:nvGrpSpPr>
        <p:grpSpPr>
          <a:xfrm>
            <a:off x="937149" y="1396156"/>
            <a:ext cx="9713670" cy="4666713"/>
            <a:chOff x="1046479" y="1177496"/>
            <a:chExt cx="9713670" cy="3867708"/>
          </a:xfrm>
        </p:grpSpPr>
        <p:sp>
          <p:nvSpPr>
            <p:cNvPr id="4" name="Kombinationstegning: figur 3">
              <a:extLst>
                <a:ext uri="{FF2B5EF4-FFF2-40B4-BE49-F238E27FC236}">
                  <a16:creationId xmlns:a16="http://schemas.microsoft.com/office/drawing/2014/main" id="{569BFFD5-E1DA-6037-CEFA-6B53A349A708}"/>
                </a:ext>
              </a:extLst>
            </p:cNvPr>
            <p:cNvSpPr/>
            <p:nvPr/>
          </p:nvSpPr>
          <p:spPr>
            <a:xfrm>
              <a:off x="1046480" y="1186787"/>
              <a:ext cx="1808480" cy="564957"/>
            </a:xfrm>
            <a:custGeom>
              <a:avLst/>
              <a:gdLst>
                <a:gd name="connsiteX0" fmla="*/ 0 w 3100482"/>
                <a:gd name="connsiteY0" fmla="*/ 0 h 564957"/>
                <a:gd name="connsiteX1" fmla="*/ 3100482 w 3100482"/>
                <a:gd name="connsiteY1" fmla="*/ 0 h 564957"/>
                <a:gd name="connsiteX2" fmla="*/ 3100482 w 3100482"/>
                <a:gd name="connsiteY2" fmla="*/ 564957 h 564957"/>
                <a:gd name="connsiteX3" fmla="*/ 0 w 3100482"/>
                <a:gd name="connsiteY3" fmla="*/ 564957 h 564957"/>
                <a:gd name="connsiteX4" fmla="*/ 0 w 3100482"/>
                <a:gd name="connsiteY4" fmla="*/ 0 h 564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0482" h="564957">
                  <a:moveTo>
                    <a:pt x="0" y="0"/>
                  </a:moveTo>
                  <a:lnTo>
                    <a:pt x="3100482" y="0"/>
                  </a:lnTo>
                  <a:lnTo>
                    <a:pt x="3100482" y="564957"/>
                  </a:lnTo>
                  <a:lnTo>
                    <a:pt x="0" y="564957"/>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a:ln>
                    <a:noFill/>
                  </a:ln>
                  <a:solidFill>
                    <a:prstClr val="black"/>
                  </a:solidFill>
                  <a:effectLst/>
                  <a:uLnTx/>
                  <a:uFillTx/>
                  <a:latin typeface="Montserrat"/>
                  <a:ea typeface="+mn-ea"/>
                  <a:cs typeface="+mn-cs"/>
                </a:rPr>
                <a:t>Manglende</a:t>
              </a:r>
              <a:r>
                <a:rPr kumimoji="0" lang="da-DK" sz="1400" b="0" i="0" u="none" strike="noStrike" kern="1200" cap="none" spc="0" normalizeH="0" baseline="0" noProof="0" dirty="0">
                  <a:ln>
                    <a:noFill/>
                  </a:ln>
                  <a:solidFill>
                    <a:prstClr val="black"/>
                  </a:solidFill>
                  <a:effectLst/>
                  <a:uLnTx/>
                  <a:uFillTx/>
                  <a:latin typeface="Montserrat"/>
                  <a:ea typeface="+mn-ea"/>
                  <a:cs typeface="+mn-cs"/>
                </a:rPr>
                <a:t> </a:t>
              </a:r>
              <a:r>
                <a:rPr kumimoji="0" lang="da-DK" sz="1400" b="1" i="0" u="none" strike="noStrike" kern="1200" cap="none" spc="0" normalizeH="0" baseline="0" noProof="0" dirty="0">
                  <a:ln>
                    <a:noFill/>
                  </a:ln>
                  <a:solidFill>
                    <a:prstClr val="black"/>
                  </a:solidFill>
                  <a:effectLst/>
                  <a:uLnTx/>
                  <a:uFillTx/>
                  <a:latin typeface="Montserrat"/>
                  <a:ea typeface="+mn-ea"/>
                  <a:cs typeface="+mn-cs"/>
                </a:rPr>
                <a:t>kryptering</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5" name="Kombinationstegning: figur 4">
              <a:extLst>
                <a:ext uri="{FF2B5EF4-FFF2-40B4-BE49-F238E27FC236}">
                  <a16:creationId xmlns:a16="http://schemas.microsoft.com/office/drawing/2014/main" id="{B8E38202-DAF6-4529-853D-8333E2E14867}"/>
                </a:ext>
              </a:extLst>
            </p:cNvPr>
            <p:cNvSpPr/>
            <p:nvPr/>
          </p:nvSpPr>
          <p:spPr>
            <a:xfrm>
              <a:off x="3241040" y="1177496"/>
              <a:ext cx="7519109" cy="574248"/>
            </a:xfrm>
            <a:custGeom>
              <a:avLst/>
              <a:gdLst>
                <a:gd name="connsiteX0" fmla="*/ 0 w 6473674"/>
                <a:gd name="connsiteY0" fmla="*/ 0 h 574248"/>
                <a:gd name="connsiteX1" fmla="*/ 6473674 w 6473674"/>
                <a:gd name="connsiteY1" fmla="*/ 0 h 574248"/>
                <a:gd name="connsiteX2" fmla="*/ 6473674 w 6473674"/>
                <a:gd name="connsiteY2" fmla="*/ 574248 h 574248"/>
                <a:gd name="connsiteX3" fmla="*/ 0 w 6473674"/>
                <a:gd name="connsiteY3" fmla="*/ 574248 h 574248"/>
                <a:gd name="connsiteX4" fmla="*/ 0 w 6473674"/>
                <a:gd name="connsiteY4" fmla="*/ 0 h 574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73674" h="574248">
                  <a:moveTo>
                    <a:pt x="0" y="0"/>
                  </a:moveTo>
                  <a:lnTo>
                    <a:pt x="6473674" y="0"/>
                  </a:lnTo>
                  <a:lnTo>
                    <a:pt x="6473674" y="574248"/>
                  </a:lnTo>
                  <a:lnTo>
                    <a:pt x="0" y="57424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Manglende kryptering bevirker at </a:t>
              </a:r>
              <a:r>
                <a:rPr kumimoji="0" lang="da-DK" sz="1400" b="0" i="0" u="none" strike="noStrike" kern="1200" cap="none" spc="0" normalizeH="0" baseline="0" noProof="0" dirty="0">
                  <a:ln>
                    <a:noFill/>
                  </a:ln>
                  <a:solidFill>
                    <a:srgbClr val="FF0000"/>
                  </a:solidFill>
                  <a:effectLst/>
                  <a:uLnTx/>
                  <a:uFillTx/>
                  <a:latin typeface="Montserrat"/>
                  <a:ea typeface="+mn-ea"/>
                  <a:cs typeface="+mn-cs"/>
                </a:rPr>
                <a:t>oplysninger er tilgængelige</a:t>
              </a:r>
              <a:r>
                <a:rPr kumimoji="0" lang="da-DK" sz="1400" b="0" i="0" u="none" strike="noStrike" kern="1200" cap="none" spc="0" normalizeH="0" baseline="0" noProof="0" dirty="0">
                  <a:ln>
                    <a:noFill/>
                  </a:ln>
                  <a:solidFill>
                    <a:prstClr val="black"/>
                  </a:solidFill>
                  <a:effectLst/>
                  <a:uLnTx/>
                  <a:uFillTx/>
                  <a:latin typeface="Montserrat"/>
                  <a:ea typeface="+mn-ea"/>
                  <a:cs typeface="+mn-cs"/>
                </a:rPr>
                <a:t>, hvis de falder i hænderne på hackere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32EB7D57-EF73-E59D-07F1-9D6672F73240}"/>
                </a:ext>
              </a:extLst>
            </p:cNvPr>
            <p:cNvSpPr/>
            <p:nvPr/>
          </p:nvSpPr>
          <p:spPr>
            <a:xfrm>
              <a:off x="1046479" y="3150335"/>
              <a:ext cx="1808482" cy="848451"/>
            </a:xfrm>
            <a:custGeom>
              <a:avLst/>
              <a:gdLst>
                <a:gd name="connsiteX0" fmla="*/ 0 w 3080817"/>
                <a:gd name="connsiteY0" fmla="*/ 0 h 848451"/>
                <a:gd name="connsiteX1" fmla="*/ 3080817 w 3080817"/>
                <a:gd name="connsiteY1" fmla="*/ 0 h 848451"/>
                <a:gd name="connsiteX2" fmla="*/ 3080817 w 3080817"/>
                <a:gd name="connsiteY2" fmla="*/ 848451 h 848451"/>
                <a:gd name="connsiteX3" fmla="*/ 0 w 3080817"/>
                <a:gd name="connsiteY3" fmla="*/ 848451 h 848451"/>
                <a:gd name="connsiteX4" fmla="*/ 0 w 3080817"/>
                <a:gd name="connsiteY4" fmla="*/ 0 h 848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0817" h="848451">
                  <a:moveTo>
                    <a:pt x="0" y="0"/>
                  </a:moveTo>
                  <a:lnTo>
                    <a:pt x="3080817" y="0"/>
                  </a:lnTo>
                  <a:lnTo>
                    <a:pt x="3080817" y="848451"/>
                  </a:lnTo>
                  <a:lnTo>
                    <a:pt x="0" y="84845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a:ln>
                    <a:noFill/>
                  </a:ln>
                  <a:solidFill>
                    <a:prstClr val="black"/>
                  </a:solidFill>
                  <a:effectLst/>
                  <a:uLnTx/>
                  <a:uFillTx/>
                  <a:latin typeface="Montserrat"/>
                  <a:ea typeface="+mn-ea"/>
                  <a:cs typeface="+mn-cs"/>
                </a:rPr>
                <a:t>Simple passwords</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7" name="Kombinationstegning: figur 6">
              <a:extLst>
                <a:ext uri="{FF2B5EF4-FFF2-40B4-BE49-F238E27FC236}">
                  <a16:creationId xmlns:a16="http://schemas.microsoft.com/office/drawing/2014/main" id="{3141EC86-13F5-F1AE-CC54-FC9850F170C7}"/>
                </a:ext>
              </a:extLst>
            </p:cNvPr>
            <p:cNvSpPr/>
            <p:nvPr/>
          </p:nvSpPr>
          <p:spPr>
            <a:xfrm>
              <a:off x="3241036" y="3119297"/>
              <a:ext cx="7519109" cy="879489"/>
            </a:xfrm>
            <a:custGeom>
              <a:avLst/>
              <a:gdLst>
                <a:gd name="connsiteX0" fmla="*/ 0 w 6626203"/>
                <a:gd name="connsiteY0" fmla="*/ 0 h 799889"/>
                <a:gd name="connsiteX1" fmla="*/ 6626203 w 6626203"/>
                <a:gd name="connsiteY1" fmla="*/ 0 h 799889"/>
                <a:gd name="connsiteX2" fmla="*/ 6626203 w 6626203"/>
                <a:gd name="connsiteY2" fmla="*/ 799889 h 799889"/>
                <a:gd name="connsiteX3" fmla="*/ 0 w 6626203"/>
                <a:gd name="connsiteY3" fmla="*/ 799889 h 799889"/>
                <a:gd name="connsiteX4" fmla="*/ 0 w 6626203"/>
                <a:gd name="connsiteY4" fmla="*/ 0 h 799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6203" h="799889">
                  <a:moveTo>
                    <a:pt x="0" y="0"/>
                  </a:moveTo>
                  <a:lnTo>
                    <a:pt x="6626203" y="0"/>
                  </a:lnTo>
                  <a:lnTo>
                    <a:pt x="6626203" y="799889"/>
                  </a:lnTo>
                  <a:lnTo>
                    <a:pt x="0" y="7998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Ved simpel password anvendelse er det </a:t>
              </a:r>
              <a:r>
                <a:rPr lang="da-DK" sz="1400" dirty="0">
                  <a:solidFill>
                    <a:srgbClr val="FF0000"/>
                  </a:solidFill>
                  <a:latin typeface="Montserrat"/>
                </a:rPr>
                <a:t>nemt</a:t>
              </a:r>
              <a:r>
                <a:rPr kumimoji="0" lang="da-DK" sz="1400" b="0" i="0" u="none" strike="noStrike" kern="1200" cap="none" spc="0" normalizeH="0" baseline="0" noProof="0" dirty="0">
                  <a:ln>
                    <a:noFill/>
                  </a:ln>
                  <a:solidFill>
                    <a:srgbClr val="FF0000"/>
                  </a:solidFill>
                  <a:effectLst/>
                  <a:uLnTx/>
                  <a:uFillTx/>
                  <a:latin typeface="Montserrat"/>
                  <a:ea typeface="+mn-ea"/>
                  <a:cs typeface="+mn-cs"/>
                </a:rPr>
                <a:t> at skaffe sig adgang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MFA kræver, at brugeren bekræfter sin identitet ved hjælp af flere faktorer. </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noget,du</a:t>
              </a:r>
              <a:r>
                <a:rPr kumimoji="0" lang="da-DK" sz="1400" b="0" i="0" u="none" strike="noStrike" kern="1200" cap="none" spc="0" normalizeH="0" baseline="0" noProof="0" dirty="0">
                  <a:ln>
                    <a:noFill/>
                  </a:ln>
                  <a:solidFill>
                    <a:prstClr val="black"/>
                  </a:solidFill>
                  <a:effectLst/>
                  <a:uLnTx/>
                  <a:uFillTx/>
                  <a:latin typeface="Montserrat"/>
                  <a:ea typeface="+mn-ea"/>
                  <a:cs typeface="+mn-cs"/>
                </a:rPr>
                <a:t> ved</a:t>
              </a:r>
              <a:r>
                <a:rPr lang="da-DK" sz="1400" dirty="0">
                  <a:solidFill>
                    <a:prstClr val="black"/>
                  </a:solidFill>
                  <a:latin typeface="Montserrat"/>
                </a:rPr>
                <a:t> /</a:t>
              </a:r>
              <a:r>
                <a:rPr kumimoji="0" lang="da-DK" sz="1400" b="0" i="0" u="none" strike="noStrike" kern="1200" cap="none" spc="0" normalizeH="0" baseline="0" noProof="0" dirty="0">
                  <a:ln>
                    <a:noFill/>
                  </a:ln>
                  <a:solidFill>
                    <a:prstClr val="black"/>
                  </a:solidFill>
                  <a:effectLst/>
                  <a:uLnTx/>
                  <a:uFillTx/>
                  <a:latin typeface="Montserrat"/>
                  <a:ea typeface="+mn-ea"/>
                  <a:cs typeface="+mn-cs"/>
                </a:rPr>
                <a:t> noget du har / noget du er).</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A129C96C-84B9-5758-DA70-81D4DA277B6F}"/>
                </a:ext>
              </a:extLst>
            </p:cNvPr>
            <p:cNvSpPr/>
            <p:nvPr/>
          </p:nvSpPr>
          <p:spPr>
            <a:xfrm>
              <a:off x="1046479" y="2068629"/>
              <a:ext cx="1808481" cy="641937"/>
            </a:xfrm>
            <a:custGeom>
              <a:avLst/>
              <a:gdLst>
                <a:gd name="connsiteX0" fmla="*/ 0 w 3060355"/>
                <a:gd name="connsiteY0" fmla="*/ 0 h 641937"/>
                <a:gd name="connsiteX1" fmla="*/ 3060355 w 3060355"/>
                <a:gd name="connsiteY1" fmla="*/ 0 h 641937"/>
                <a:gd name="connsiteX2" fmla="*/ 3060355 w 3060355"/>
                <a:gd name="connsiteY2" fmla="*/ 641937 h 641937"/>
                <a:gd name="connsiteX3" fmla="*/ 0 w 3060355"/>
                <a:gd name="connsiteY3" fmla="*/ 641937 h 641937"/>
                <a:gd name="connsiteX4" fmla="*/ 0 w 3060355"/>
                <a:gd name="connsiteY4" fmla="*/ 0 h 641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0355" h="641937">
                  <a:moveTo>
                    <a:pt x="0" y="0"/>
                  </a:moveTo>
                  <a:lnTo>
                    <a:pt x="3060355" y="0"/>
                  </a:lnTo>
                  <a:lnTo>
                    <a:pt x="3060355" y="641937"/>
                  </a:lnTo>
                  <a:lnTo>
                    <a:pt x="0" y="641937"/>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1" i="0" u="none" strike="noStrike" kern="1200" cap="none" spc="0" normalizeH="0" baseline="0" noProof="0" dirty="0">
                  <a:ln>
                    <a:noFill/>
                  </a:ln>
                  <a:solidFill>
                    <a:prstClr val="black"/>
                  </a:solidFill>
                  <a:effectLst/>
                  <a:uLnTx/>
                  <a:uFillTx/>
                  <a:latin typeface="Montserrat"/>
                  <a:ea typeface="+mn-ea"/>
                  <a:cs typeface="+mn-cs"/>
                </a:rPr>
                <a:t>Manglende anonymisering</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10" name="Kombinationstegning: figur 9">
              <a:extLst>
                <a:ext uri="{FF2B5EF4-FFF2-40B4-BE49-F238E27FC236}">
                  <a16:creationId xmlns:a16="http://schemas.microsoft.com/office/drawing/2014/main" id="{47CF7CF2-580F-A199-BBBF-F8F85554217E}"/>
                </a:ext>
              </a:extLst>
            </p:cNvPr>
            <p:cNvSpPr/>
            <p:nvPr/>
          </p:nvSpPr>
          <p:spPr>
            <a:xfrm>
              <a:off x="3241040" y="2088234"/>
              <a:ext cx="7519109" cy="602436"/>
            </a:xfrm>
            <a:custGeom>
              <a:avLst/>
              <a:gdLst>
                <a:gd name="connsiteX0" fmla="*/ 0 w 6360333"/>
                <a:gd name="connsiteY0" fmla="*/ 0 h 602436"/>
                <a:gd name="connsiteX1" fmla="*/ 6360333 w 6360333"/>
                <a:gd name="connsiteY1" fmla="*/ 0 h 602436"/>
                <a:gd name="connsiteX2" fmla="*/ 6360333 w 6360333"/>
                <a:gd name="connsiteY2" fmla="*/ 602436 h 602436"/>
                <a:gd name="connsiteX3" fmla="*/ 0 w 6360333"/>
                <a:gd name="connsiteY3" fmla="*/ 602436 h 602436"/>
                <a:gd name="connsiteX4" fmla="*/ 0 w 6360333"/>
                <a:gd name="connsiteY4" fmla="*/ 0 h 602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0333" h="602436">
                  <a:moveTo>
                    <a:pt x="0" y="0"/>
                  </a:moveTo>
                  <a:lnTo>
                    <a:pt x="6360333" y="0"/>
                  </a:lnTo>
                  <a:lnTo>
                    <a:pt x="6360333" y="602436"/>
                  </a:lnTo>
                  <a:lnTo>
                    <a:pt x="0" y="602436"/>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Manglende anonymisering de gør det let at </a:t>
              </a:r>
              <a:r>
                <a:rPr kumimoji="0" lang="da-DK" sz="1400" b="0" i="0" u="none" strike="noStrike" kern="1200" cap="none" spc="0" normalizeH="0" baseline="0" noProof="0" dirty="0">
                  <a:ln>
                    <a:noFill/>
                  </a:ln>
                  <a:solidFill>
                    <a:srgbClr val="FF0000"/>
                  </a:solidFill>
                  <a:effectLst/>
                  <a:uLnTx/>
                  <a:uFillTx/>
                  <a:latin typeface="Montserrat"/>
                  <a:ea typeface="+mn-ea"/>
                  <a:cs typeface="+mn-cs"/>
                </a:rPr>
                <a:t>knytte data til en bestemt person</a:t>
              </a:r>
              <a:r>
                <a:rPr kumimoji="0" lang="da-DK" sz="1400" b="0" i="0" u="none" strike="noStrike" kern="1200" cap="none" spc="0" normalizeH="0" baseline="0" noProof="0" dirty="0">
                  <a:ln>
                    <a:noFill/>
                  </a:ln>
                  <a:solidFill>
                    <a:prstClr val="black"/>
                  </a:solidFill>
                  <a:effectLst/>
                  <a:uLnTx/>
                  <a:uFillTx/>
                  <a:latin typeface="Montserrat"/>
                  <a:ea typeface="+mn-ea"/>
                  <a:cs typeface="+mn-cs"/>
                </a:rPr>
                <a:t>.</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1" name="Kombinationstegning: figur 10">
              <a:extLst>
                <a:ext uri="{FF2B5EF4-FFF2-40B4-BE49-F238E27FC236}">
                  <a16:creationId xmlns:a16="http://schemas.microsoft.com/office/drawing/2014/main" id="{48471FAD-5062-357B-6104-6C9A92568DCC}"/>
                </a:ext>
              </a:extLst>
            </p:cNvPr>
            <p:cNvSpPr/>
            <p:nvPr/>
          </p:nvSpPr>
          <p:spPr>
            <a:xfrm>
              <a:off x="1046479" y="4298569"/>
              <a:ext cx="1808482" cy="746635"/>
            </a:xfrm>
            <a:custGeom>
              <a:avLst/>
              <a:gdLst>
                <a:gd name="connsiteX0" fmla="*/ 0 w 3105544"/>
                <a:gd name="connsiteY0" fmla="*/ 0 h 746635"/>
                <a:gd name="connsiteX1" fmla="*/ 3105544 w 3105544"/>
                <a:gd name="connsiteY1" fmla="*/ 0 h 746635"/>
                <a:gd name="connsiteX2" fmla="*/ 3105544 w 3105544"/>
                <a:gd name="connsiteY2" fmla="*/ 746635 h 746635"/>
                <a:gd name="connsiteX3" fmla="*/ 0 w 3105544"/>
                <a:gd name="connsiteY3" fmla="*/ 746635 h 746635"/>
                <a:gd name="connsiteX4" fmla="*/ 0 w 3105544"/>
                <a:gd name="connsiteY4" fmla="*/ 0 h 746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5544" h="746635">
                  <a:moveTo>
                    <a:pt x="0" y="0"/>
                  </a:moveTo>
                  <a:lnTo>
                    <a:pt x="3105544" y="0"/>
                  </a:lnTo>
                  <a:lnTo>
                    <a:pt x="3105544" y="746635"/>
                  </a:lnTo>
                  <a:lnTo>
                    <a:pt x="0" y="746635"/>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Usikker</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adgang</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12" name="Kombinationstegning: figur 11">
              <a:extLst>
                <a:ext uri="{FF2B5EF4-FFF2-40B4-BE49-F238E27FC236}">
                  <a16:creationId xmlns:a16="http://schemas.microsoft.com/office/drawing/2014/main" id="{8A04F1EE-77A3-2F6E-7AF1-053708ACD86B}"/>
                </a:ext>
              </a:extLst>
            </p:cNvPr>
            <p:cNvSpPr/>
            <p:nvPr/>
          </p:nvSpPr>
          <p:spPr>
            <a:xfrm>
              <a:off x="3237797" y="4251586"/>
              <a:ext cx="7519108" cy="793618"/>
            </a:xfrm>
            <a:custGeom>
              <a:avLst/>
              <a:gdLst>
                <a:gd name="connsiteX0" fmla="*/ 0 w 6582110"/>
                <a:gd name="connsiteY0" fmla="*/ 0 h 724317"/>
                <a:gd name="connsiteX1" fmla="*/ 6582110 w 6582110"/>
                <a:gd name="connsiteY1" fmla="*/ 0 h 724317"/>
                <a:gd name="connsiteX2" fmla="*/ 6582110 w 6582110"/>
                <a:gd name="connsiteY2" fmla="*/ 724317 h 724317"/>
                <a:gd name="connsiteX3" fmla="*/ 0 w 6582110"/>
                <a:gd name="connsiteY3" fmla="*/ 724317 h 724317"/>
                <a:gd name="connsiteX4" fmla="*/ 0 w 6582110"/>
                <a:gd name="connsiteY4" fmla="*/ 0 h 72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2110" h="724317">
                  <a:moveTo>
                    <a:pt x="0" y="0"/>
                  </a:moveTo>
                  <a:lnTo>
                    <a:pt x="6582110" y="0"/>
                  </a:lnTo>
                  <a:lnTo>
                    <a:pt x="6582110" y="724317"/>
                  </a:lnTo>
                  <a:lnTo>
                    <a:pt x="0" y="724317"/>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Remote acces uden beskyttelse gør det muligt at </a:t>
              </a:r>
              <a:r>
                <a:rPr kumimoji="0" lang="da-DK" sz="1400" b="0" i="0" u="none" strike="noStrike" kern="1200" cap="none" spc="0" normalizeH="0" baseline="0" noProof="0" dirty="0">
                  <a:ln>
                    <a:noFill/>
                  </a:ln>
                  <a:solidFill>
                    <a:srgbClr val="FF0000"/>
                  </a:solidFill>
                  <a:effectLst/>
                  <a:uLnTx/>
                  <a:uFillTx/>
                  <a:latin typeface="Montserrat"/>
                  <a:ea typeface="+mn-ea"/>
                  <a:cs typeface="+mn-cs"/>
                </a:rPr>
                <a:t>opsnappe data</a:t>
              </a:r>
              <a:r>
                <a:rPr kumimoji="0" lang="da-DK" sz="1400" b="0" i="0" u="none" strike="noStrike" kern="1200" cap="none" spc="0" normalizeH="0" baseline="0" noProof="0" dirty="0">
                  <a:ln>
                    <a:noFill/>
                  </a:ln>
                  <a:solidFill>
                    <a:prstClr val="black"/>
                  </a:solidFill>
                  <a:effectLst/>
                  <a:uLnTx/>
                  <a:uFillTx/>
                  <a:latin typeface="Montserrat"/>
                  <a:ea typeface="+mn-ea"/>
                  <a:cs typeface="+mn-cs"/>
                </a:rPr>
                <a:t>.</a:t>
              </a:r>
            </a:p>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Et VPN skjuler din IP-adresse og krypterer din internettrafik, hvilket beskytter dit privatliv, når du bruger internettet.</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Tree>
    <p:extLst>
      <p:ext uri="{BB962C8B-B14F-4D97-AF65-F5344CB8AC3E}">
        <p14:creationId xmlns:p14="http://schemas.microsoft.com/office/powerpoint/2010/main" val="197736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6BBCD-0D7A-7FB7-C1A5-C296A3C22FD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416A10A-02D2-7ABD-A35B-43D95B77AECD}"/>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A49E405C-F892-E4F0-4B35-7E39BBBA2898}"/>
              </a:ext>
            </a:extLst>
          </p:cNvPr>
          <p:cNvSpPr>
            <a:spLocks noGrp="1"/>
          </p:cNvSpPr>
          <p:nvPr>
            <p:ph sz="quarter" idx="10"/>
          </p:nvPr>
        </p:nvSpPr>
        <p:spPr/>
        <p:txBody>
          <a:bodyPr/>
          <a:lstStyle/>
          <a:p>
            <a:r>
              <a:rPr lang="da-DK" dirty="0"/>
              <a:t>1. Find eksempler på denne type angreb – forklar hvad der skete, og se om I kan finde </a:t>
            </a:r>
            <a:r>
              <a:rPr lang="da-DK" dirty="0" err="1"/>
              <a:t>mitigeringstiltag</a:t>
            </a:r>
            <a:r>
              <a:rPr lang="da-DK" dirty="0"/>
              <a:t>. </a:t>
            </a:r>
          </a:p>
          <a:p>
            <a:endParaRPr lang="da-DK" dirty="0"/>
          </a:p>
          <a:p>
            <a:r>
              <a:rPr lang="da-DK" dirty="0"/>
              <a:t>2. Hvilke områder i CIA (FIT) er påvirket af de 4 områder?</a:t>
            </a:r>
          </a:p>
          <a:p>
            <a:endParaRPr lang="da-DK" dirty="0"/>
          </a:p>
          <a:p>
            <a:r>
              <a:rPr lang="da-DK" dirty="0"/>
              <a:t>10 min.</a:t>
            </a:r>
          </a:p>
        </p:txBody>
      </p:sp>
    </p:spTree>
    <p:extLst>
      <p:ext uri="{BB962C8B-B14F-4D97-AF65-F5344CB8AC3E}">
        <p14:creationId xmlns:p14="http://schemas.microsoft.com/office/powerpoint/2010/main" val="2647435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50832-41E7-EAC9-289E-F42E4668D9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5A9C22-081F-44A5-9CA3-AB492E0AD6EB}"/>
              </a:ext>
            </a:extLst>
          </p:cNvPr>
          <p:cNvSpPr>
            <a:spLocks noGrp="1"/>
          </p:cNvSpPr>
          <p:nvPr>
            <p:ph type="title"/>
          </p:nvPr>
        </p:nvSpPr>
        <p:spPr>
          <a:xfrm>
            <a:off x="838200" y="586896"/>
            <a:ext cx="10515600" cy="920749"/>
          </a:xfrm>
        </p:spPr>
        <p:txBody>
          <a:bodyPr anchor="ctr">
            <a:normAutofit/>
          </a:bodyPr>
          <a:lstStyle/>
          <a:p>
            <a:r>
              <a:rPr lang="da-DK" sz="3000" b="1" dirty="0"/>
              <a:t>Social </a:t>
            </a:r>
            <a:r>
              <a:rPr lang="da-DK" sz="3000" b="1" dirty="0" err="1"/>
              <a:t>engineering</a:t>
            </a:r>
            <a:r>
              <a:rPr lang="da-DK" sz="3000" b="1" dirty="0"/>
              <a:t> og phishing</a:t>
            </a:r>
            <a:br>
              <a:rPr lang="da-DK" sz="3000" b="1" dirty="0"/>
            </a:br>
            <a:endParaRPr lang="da-DK" sz="3000" dirty="0"/>
          </a:p>
        </p:txBody>
      </p:sp>
      <p:grpSp>
        <p:nvGrpSpPr>
          <p:cNvPr id="3" name="Gruppe 2">
            <a:extLst>
              <a:ext uri="{FF2B5EF4-FFF2-40B4-BE49-F238E27FC236}">
                <a16:creationId xmlns:a16="http://schemas.microsoft.com/office/drawing/2014/main" id="{EF2E287E-2CC6-6474-3766-8FD42B7127B3}"/>
              </a:ext>
            </a:extLst>
          </p:cNvPr>
          <p:cNvGrpSpPr/>
          <p:nvPr/>
        </p:nvGrpSpPr>
        <p:grpSpPr>
          <a:xfrm>
            <a:off x="1056638" y="1271741"/>
            <a:ext cx="10078723" cy="4758388"/>
            <a:chOff x="1056637" y="1244847"/>
            <a:chExt cx="10078723" cy="3830962"/>
          </a:xfrm>
        </p:grpSpPr>
        <p:sp>
          <p:nvSpPr>
            <p:cNvPr id="4" name="Kombinationstegning: figur 3">
              <a:extLst>
                <a:ext uri="{FF2B5EF4-FFF2-40B4-BE49-F238E27FC236}">
                  <a16:creationId xmlns:a16="http://schemas.microsoft.com/office/drawing/2014/main" id="{6BBAB67F-56CB-8180-FA3A-2A47DCCAC552}"/>
                </a:ext>
              </a:extLst>
            </p:cNvPr>
            <p:cNvSpPr/>
            <p:nvPr/>
          </p:nvSpPr>
          <p:spPr>
            <a:xfrm>
              <a:off x="1056640" y="1300857"/>
              <a:ext cx="1798320" cy="667451"/>
            </a:xfrm>
            <a:custGeom>
              <a:avLst/>
              <a:gdLst>
                <a:gd name="connsiteX0" fmla="*/ 0 w 3154438"/>
                <a:gd name="connsiteY0" fmla="*/ 0 h 574789"/>
                <a:gd name="connsiteX1" fmla="*/ 3154438 w 3154438"/>
                <a:gd name="connsiteY1" fmla="*/ 0 h 574789"/>
                <a:gd name="connsiteX2" fmla="*/ 3154438 w 3154438"/>
                <a:gd name="connsiteY2" fmla="*/ 574789 h 574789"/>
                <a:gd name="connsiteX3" fmla="*/ 0 w 3154438"/>
                <a:gd name="connsiteY3" fmla="*/ 574789 h 574789"/>
                <a:gd name="connsiteX4" fmla="*/ 0 w 3154438"/>
                <a:gd name="connsiteY4" fmla="*/ 0 h 5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438" h="574789">
                  <a:moveTo>
                    <a:pt x="0" y="0"/>
                  </a:moveTo>
                  <a:lnTo>
                    <a:pt x="3154438" y="0"/>
                  </a:lnTo>
                  <a:lnTo>
                    <a:pt x="3154438" y="574789"/>
                  </a:lnTo>
                  <a:lnTo>
                    <a:pt x="0" y="5747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Phishing</a:t>
              </a:r>
            </a:p>
          </p:txBody>
        </p:sp>
        <p:sp>
          <p:nvSpPr>
            <p:cNvPr id="5" name="Kombinationstegning: figur 4">
              <a:extLst>
                <a:ext uri="{FF2B5EF4-FFF2-40B4-BE49-F238E27FC236}">
                  <a16:creationId xmlns:a16="http://schemas.microsoft.com/office/drawing/2014/main" id="{9EE2BD4A-6147-FF5C-7734-3B66A3E228CC}"/>
                </a:ext>
              </a:extLst>
            </p:cNvPr>
            <p:cNvSpPr/>
            <p:nvPr/>
          </p:nvSpPr>
          <p:spPr>
            <a:xfrm>
              <a:off x="3230880" y="1244847"/>
              <a:ext cx="7904480" cy="584241"/>
            </a:xfrm>
            <a:custGeom>
              <a:avLst/>
              <a:gdLst>
                <a:gd name="connsiteX0" fmla="*/ 0 w 6775210"/>
                <a:gd name="connsiteY0" fmla="*/ 0 h 584241"/>
                <a:gd name="connsiteX1" fmla="*/ 6775210 w 6775210"/>
                <a:gd name="connsiteY1" fmla="*/ 0 h 584241"/>
                <a:gd name="connsiteX2" fmla="*/ 6775210 w 6775210"/>
                <a:gd name="connsiteY2" fmla="*/ 584241 h 584241"/>
                <a:gd name="connsiteX3" fmla="*/ 0 w 6775210"/>
                <a:gd name="connsiteY3" fmla="*/ 584241 h 584241"/>
                <a:gd name="connsiteX4" fmla="*/ 0 w 6775210"/>
                <a:gd name="connsiteY4" fmla="*/ 0 h 58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210" h="584241">
                  <a:moveTo>
                    <a:pt x="0" y="0"/>
                  </a:moveTo>
                  <a:lnTo>
                    <a:pt x="6775210" y="0"/>
                  </a:lnTo>
                  <a:lnTo>
                    <a:pt x="6775210" y="584241"/>
                  </a:lnTo>
                  <a:lnTo>
                    <a:pt x="0" y="58424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Her forsøger angriberen at narre en person til at </a:t>
              </a:r>
              <a:r>
                <a:rPr kumimoji="0" lang="da-DK" sz="1400" b="0" i="0" u="none" strike="noStrike" kern="1200" cap="none" spc="0" normalizeH="0" baseline="0" noProof="0" dirty="0">
                  <a:ln>
                    <a:noFill/>
                  </a:ln>
                  <a:solidFill>
                    <a:srgbClr val="FF0000"/>
                  </a:solidFill>
                  <a:effectLst/>
                  <a:uLnTx/>
                  <a:uFillTx/>
                  <a:latin typeface="Montserrat"/>
                  <a:ea typeface="+mn-ea"/>
                  <a:cs typeface="+mn-cs"/>
                </a:rPr>
                <a:t>afsløre følsomme oplysninger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som f.eks. login-oplysninger, adgangskoder eller kreditkortnumre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894EE7D6-E25A-5E59-1795-FD71506BB75B}"/>
                </a:ext>
              </a:extLst>
            </p:cNvPr>
            <p:cNvSpPr/>
            <p:nvPr/>
          </p:nvSpPr>
          <p:spPr>
            <a:xfrm>
              <a:off x="1056639" y="3129506"/>
              <a:ext cx="1798321" cy="805725"/>
            </a:xfrm>
            <a:custGeom>
              <a:avLst/>
              <a:gdLst>
                <a:gd name="connsiteX0" fmla="*/ 0 w 3134431"/>
                <a:gd name="connsiteY0" fmla="*/ 0 h 641199"/>
                <a:gd name="connsiteX1" fmla="*/ 3134431 w 3134431"/>
                <a:gd name="connsiteY1" fmla="*/ 0 h 641199"/>
                <a:gd name="connsiteX2" fmla="*/ 3134431 w 3134431"/>
                <a:gd name="connsiteY2" fmla="*/ 641199 h 641199"/>
                <a:gd name="connsiteX3" fmla="*/ 0 w 3134431"/>
                <a:gd name="connsiteY3" fmla="*/ 641199 h 641199"/>
                <a:gd name="connsiteX4" fmla="*/ 0 w 3134431"/>
                <a:gd name="connsiteY4" fmla="*/ 0 h 641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31" h="641199">
                  <a:moveTo>
                    <a:pt x="0" y="0"/>
                  </a:moveTo>
                  <a:lnTo>
                    <a:pt x="3134431" y="0"/>
                  </a:lnTo>
                  <a:lnTo>
                    <a:pt x="3134431" y="641199"/>
                  </a:lnTo>
                  <a:lnTo>
                    <a:pt x="0" y="64119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Vishing</a:t>
              </a:r>
            </a:p>
          </p:txBody>
        </p:sp>
        <p:sp>
          <p:nvSpPr>
            <p:cNvPr id="7" name="Kombinationstegning: figur 6">
              <a:extLst>
                <a:ext uri="{FF2B5EF4-FFF2-40B4-BE49-F238E27FC236}">
                  <a16:creationId xmlns:a16="http://schemas.microsoft.com/office/drawing/2014/main" id="{8F57E9D1-532F-6C57-CF79-9882C084DAC6}"/>
                </a:ext>
              </a:extLst>
            </p:cNvPr>
            <p:cNvSpPr/>
            <p:nvPr/>
          </p:nvSpPr>
          <p:spPr>
            <a:xfrm>
              <a:off x="3230880" y="3129506"/>
              <a:ext cx="7904480" cy="805725"/>
            </a:xfrm>
            <a:custGeom>
              <a:avLst/>
              <a:gdLst>
                <a:gd name="connsiteX0" fmla="*/ 0 w 6741517"/>
                <a:gd name="connsiteY0" fmla="*/ 0 h 652431"/>
                <a:gd name="connsiteX1" fmla="*/ 6741517 w 6741517"/>
                <a:gd name="connsiteY1" fmla="*/ 0 h 652431"/>
                <a:gd name="connsiteX2" fmla="*/ 6741517 w 6741517"/>
                <a:gd name="connsiteY2" fmla="*/ 652431 h 652431"/>
                <a:gd name="connsiteX3" fmla="*/ 0 w 6741517"/>
                <a:gd name="connsiteY3" fmla="*/ 652431 h 652431"/>
                <a:gd name="connsiteX4" fmla="*/ 0 w 6741517"/>
                <a:gd name="connsiteY4" fmla="*/ 0 h 652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517" h="652431">
                  <a:moveTo>
                    <a:pt x="0" y="0"/>
                  </a:moveTo>
                  <a:lnTo>
                    <a:pt x="6741517" y="0"/>
                  </a:lnTo>
                  <a:lnTo>
                    <a:pt x="6741517" y="652431"/>
                  </a:lnTo>
                  <a:lnTo>
                    <a:pt x="0" y="65243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Vishing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involverer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telefonopkald</a:t>
              </a:r>
              <a:r>
                <a:rPr kumimoji="0" lang="da-DK" sz="1400" b="0" i="0" u="none" strike="noStrike" kern="1200" cap="none" spc="0" normalizeH="0" baseline="0" noProof="0" dirty="0">
                  <a:ln>
                    <a:noFill/>
                  </a:ln>
                  <a:solidFill>
                    <a:prstClr val="black"/>
                  </a:solidFill>
                  <a:effectLst/>
                  <a:uLnTx/>
                  <a:uFillTx/>
                  <a:latin typeface="Montserrat"/>
                  <a:ea typeface="+mn-ea"/>
                  <a:cs typeface="+mn-cs"/>
                </a:rPr>
                <a:t> i stedet for e-mails. Her ringer angriberen til en person, og udgiver sig for at være en betroet institution, såsom en bank eller et teknisk supportteam, og forsøger at få offeret til at afsløre følsomme oplysninger eller foretage bestemte handlinger.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12AA3D54-3E2C-A611-4CD9-2CCD12D06DC9}"/>
                </a:ext>
              </a:extLst>
            </p:cNvPr>
            <p:cNvSpPr/>
            <p:nvPr/>
          </p:nvSpPr>
          <p:spPr>
            <a:xfrm>
              <a:off x="1056637" y="2168996"/>
              <a:ext cx="1798321" cy="759178"/>
            </a:xfrm>
            <a:custGeom>
              <a:avLst/>
              <a:gdLst>
                <a:gd name="connsiteX0" fmla="*/ 0 w 3113614"/>
                <a:gd name="connsiteY0" fmla="*/ 0 h 653108"/>
                <a:gd name="connsiteX1" fmla="*/ 3113614 w 3113614"/>
                <a:gd name="connsiteY1" fmla="*/ 0 h 653108"/>
                <a:gd name="connsiteX2" fmla="*/ 3113614 w 3113614"/>
                <a:gd name="connsiteY2" fmla="*/ 653108 h 653108"/>
                <a:gd name="connsiteX3" fmla="*/ 0 w 3113614"/>
                <a:gd name="connsiteY3" fmla="*/ 653108 h 653108"/>
                <a:gd name="connsiteX4" fmla="*/ 0 w 3113614"/>
                <a:gd name="connsiteY4" fmla="*/ 0 h 653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614" h="653108">
                  <a:moveTo>
                    <a:pt x="0" y="0"/>
                  </a:moveTo>
                  <a:lnTo>
                    <a:pt x="3113614" y="0"/>
                  </a:lnTo>
                  <a:lnTo>
                    <a:pt x="3113614" y="653108"/>
                  </a:lnTo>
                  <a:lnTo>
                    <a:pt x="0" y="65310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Spear phishing</a:t>
              </a:r>
            </a:p>
          </p:txBody>
        </p:sp>
        <p:sp>
          <p:nvSpPr>
            <p:cNvPr id="10" name="Kombinationstegning: figur 9">
              <a:extLst>
                <a:ext uri="{FF2B5EF4-FFF2-40B4-BE49-F238E27FC236}">
                  <a16:creationId xmlns:a16="http://schemas.microsoft.com/office/drawing/2014/main" id="{EEA0C135-D63B-50FF-D72E-0CBD76EDAEDD}"/>
                </a:ext>
              </a:extLst>
            </p:cNvPr>
            <p:cNvSpPr/>
            <p:nvPr/>
          </p:nvSpPr>
          <p:spPr>
            <a:xfrm>
              <a:off x="3230880" y="2122449"/>
              <a:ext cx="7904480" cy="805725"/>
            </a:xfrm>
            <a:custGeom>
              <a:avLst/>
              <a:gdLst>
                <a:gd name="connsiteX0" fmla="*/ 0 w 6741098"/>
                <a:gd name="connsiteY0" fmla="*/ 0 h 612920"/>
                <a:gd name="connsiteX1" fmla="*/ 6741098 w 6741098"/>
                <a:gd name="connsiteY1" fmla="*/ 0 h 612920"/>
                <a:gd name="connsiteX2" fmla="*/ 6741098 w 6741098"/>
                <a:gd name="connsiteY2" fmla="*/ 612920 h 612920"/>
                <a:gd name="connsiteX3" fmla="*/ 0 w 6741098"/>
                <a:gd name="connsiteY3" fmla="*/ 612920 h 612920"/>
                <a:gd name="connsiteX4" fmla="*/ 0 w 6741098"/>
                <a:gd name="connsiteY4" fmla="*/ 0 h 612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098" h="612920">
                  <a:moveTo>
                    <a:pt x="0" y="0"/>
                  </a:moveTo>
                  <a:lnTo>
                    <a:pt x="6741098" y="0"/>
                  </a:lnTo>
                  <a:lnTo>
                    <a:pt x="6741098" y="612920"/>
                  </a:lnTo>
                  <a:lnTo>
                    <a:pt x="0" y="61292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Spear</a:t>
              </a:r>
              <a:r>
                <a:rPr kumimoji="0" lang="da-DK" sz="1400" b="0" i="0" u="none" strike="noStrike" kern="1200" cap="none" spc="0" normalizeH="0" baseline="0" noProof="0" dirty="0">
                  <a:ln>
                    <a:noFill/>
                  </a:ln>
                  <a:solidFill>
                    <a:prstClr val="black"/>
                  </a:solidFill>
                  <a:effectLst/>
                  <a:uLnTx/>
                  <a:uFillTx/>
                  <a:latin typeface="Montserrat"/>
                  <a:ea typeface="+mn-ea"/>
                  <a:cs typeface="+mn-cs"/>
                </a:rPr>
                <a:t> phishing er en mere </a:t>
              </a:r>
              <a:r>
                <a:rPr kumimoji="0" lang="da-DK" sz="1400" b="0" i="0" u="none" strike="noStrike" kern="1200" cap="none" spc="0" normalizeH="0" baseline="0" noProof="0" dirty="0">
                  <a:ln>
                    <a:noFill/>
                  </a:ln>
                  <a:solidFill>
                    <a:srgbClr val="FF0000"/>
                  </a:solidFill>
                  <a:effectLst/>
                  <a:uLnTx/>
                  <a:uFillTx/>
                  <a:latin typeface="Montserrat"/>
                  <a:ea typeface="+mn-ea"/>
                  <a:cs typeface="+mn-cs"/>
                </a:rPr>
                <a:t>målrettet form for phishing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hvor angriberen undersøger sit mål og skræddersyer en phishing-e-mail for at gøre den mere troværdig</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1" name="Kombinationstegning: figur 10">
              <a:extLst>
                <a:ext uri="{FF2B5EF4-FFF2-40B4-BE49-F238E27FC236}">
                  <a16:creationId xmlns:a16="http://schemas.microsoft.com/office/drawing/2014/main" id="{3E4CCCD0-EF76-AC0F-4CA9-0041CF9F708C}"/>
                </a:ext>
              </a:extLst>
            </p:cNvPr>
            <p:cNvSpPr/>
            <p:nvPr/>
          </p:nvSpPr>
          <p:spPr>
            <a:xfrm>
              <a:off x="1056638" y="4105506"/>
              <a:ext cx="1798321" cy="939246"/>
            </a:xfrm>
            <a:custGeom>
              <a:avLst/>
              <a:gdLst>
                <a:gd name="connsiteX0" fmla="*/ 0 w 3159589"/>
                <a:gd name="connsiteY0" fmla="*/ 0 h 772649"/>
                <a:gd name="connsiteX1" fmla="*/ 3159589 w 3159589"/>
                <a:gd name="connsiteY1" fmla="*/ 0 h 772649"/>
                <a:gd name="connsiteX2" fmla="*/ 3159589 w 3159589"/>
                <a:gd name="connsiteY2" fmla="*/ 772649 h 772649"/>
                <a:gd name="connsiteX3" fmla="*/ 0 w 3159589"/>
                <a:gd name="connsiteY3" fmla="*/ 772649 h 772649"/>
                <a:gd name="connsiteX4" fmla="*/ 0 w 3159589"/>
                <a:gd name="connsiteY4" fmla="*/ 0 h 772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589" h="772649">
                  <a:moveTo>
                    <a:pt x="0" y="0"/>
                  </a:moveTo>
                  <a:lnTo>
                    <a:pt x="3159589" y="0"/>
                  </a:lnTo>
                  <a:lnTo>
                    <a:pt x="3159589" y="772649"/>
                  </a:lnTo>
                  <a:lnTo>
                    <a:pt x="0" y="77264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Baiting</a:t>
              </a:r>
            </a:p>
          </p:txBody>
        </p:sp>
        <p:sp>
          <p:nvSpPr>
            <p:cNvPr id="12" name="Kombinationstegning: figur 11">
              <a:extLst>
                <a:ext uri="{FF2B5EF4-FFF2-40B4-BE49-F238E27FC236}">
                  <a16:creationId xmlns:a16="http://schemas.microsoft.com/office/drawing/2014/main" id="{837917A0-F9F4-C5B8-CC96-026E29736BDC}"/>
                </a:ext>
              </a:extLst>
            </p:cNvPr>
            <p:cNvSpPr/>
            <p:nvPr/>
          </p:nvSpPr>
          <p:spPr>
            <a:xfrm>
              <a:off x="3230880" y="4136563"/>
              <a:ext cx="7904480" cy="939246"/>
            </a:xfrm>
            <a:custGeom>
              <a:avLst/>
              <a:gdLst>
                <a:gd name="connsiteX0" fmla="*/ 0 w 6556474"/>
                <a:gd name="connsiteY0" fmla="*/ 0 h 736922"/>
                <a:gd name="connsiteX1" fmla="*/ 6556474 w 6556474"/>
                <a:gd name="connsiteY1" fmla="*/ 0 h 736922"/>
                <a:gd name="connsiteX2" fmla="*/ 6556474 w 6556474"/>
                <a:gd name="connsiteY2" fmla="*/ 736922 h 736922"/>
                <a:gd name="connsiteX3" fmla="*/ 0 w 6556474"/>
                <a:gd name="connsiteY3" fmla="*/ 736922 h 736922"/>
                <a:gd name="connsiteX4" fmla="*/ 0 w 6556474"/>
                <a:gd name="connsiteY4" fmla="*/ 0 h 73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6474" h="736922">
                  <a:moveTo>
                    <a:pt x="0" y="0"/>
                  </a:moveTo>
                  <a:lnTo>
                    <a:pt x="6556474" y="0"/>
                  </a:lnTo>
                  <a:lnTo>
                    <a:pt x="6556474" y="736922"/>
                  </a:lnTo>
                  <a:lnTo>
                    <a:pt x="0" y="73692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Baiting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er en form for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social </a:t>
              </a:r>
              <a:r>
                <a:rPr kumimoji="0" lang="da-DK" sz="1400" b="0" i="0" u="none" strike="noStrike" kern="1200" cap="none" spc="0" normalizeH="0" baseline="0" noProof="0" dirty="0" err="1">
                  <a:ln>
                    <a:noFill/>
                  </a:ln>
                  <a:solidFill>
                    <a:srgbClr val="FF0000"/>
                  </a:solidFill>
                  <a:effectLst/>
                  <a:uLnTx/>
                  <a:uFillTx/>
                  <a:latin typeface="Montserrat"/>
                  <a:ea typeface="+mn-ea"/>
                  <a:cs typeface="+mn-cs"/>
                </a:rPr>
                <a:t>engineering</a:t>
              </a:r>
              <a:r>
                <a:rPr kumimoji="0" lang="da-DK" sz="1400" b="0" i="0" u="none" strike="noStrike" kern="1200" cap="none" spc="0" normalizeH="0" baseline="0" noProof="0" dirty="0">
                  <a:ln>
                    <a:noFill/>
                  </a:ln>
                  <a:solidFill>
                    <a:prstClr val="black"/>
                  </a:solidFill>
                  <a:effectLst/>
                  <a:uLnTx/>
                  <a:uFillTx/>
                  <a:latin typeface="Montserrat"/>
                  <a:ea typeface="+mn-ea"/>
                  <a:cs typeface="+mn-cs"/>
                </a:rPr>
                <a:t>, hvor angriberen tilbyder noget, der appellerer til offeret, for at lokke dem til at afsløre oplysninger eller udføre en handling, som angriberen kan udnytte/misbruge.</a:t>
              </a:r>
            </a:p>
          </p:txBody>
        </p:sp>
      </p:grpSp>
    </p:spTree>
    <p:extLst>
      <p:ext uri="{BB962C8B-B14F-4D97-AF65-F5344CB8AC3E}">
        <p14:creationId xmlns:p14="http://schemas.microsoft.com/office/powerpoint/2010/main" val="2834590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B01DB-F488-F27B-1F41-43397C5B83A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8A9E7F-8132-3A00-32FC-1B29068C14E2}"/>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A995810A-DBD9-2D19-E10C-CDD2D3FF064E}"/>
              </a:ext>
            </a:extLst>
          </p:cNvPr>
          <p:cNvSpPr>
            <a:spLocks noGrp="1"/>
          </p:cNvSpPr>
          <p:nvPr>
            <p:ph sz="quarter" idx="10"/>
          </p:nvPr>
        </p:nvSpPr>
        <p:spPr/>
        <p:txBody>
          <a:bodyPr/>
          <a:lstStyle/>
          <a:p>
            <a:r>
              <a:rPr lang="da-DK" dirty="0"/>
              <a:t>1. Find eksempler på denne type angreb – forklar hvad der skete, og se om I kan finde </a:t>
            </a:r>
            <a:r>
              <a:rPr lang="da-DK" dirty="0" err="1"/>
              <a:t>mitigeringstiltag</a:t>
            </a:r>
            <a:r>
              <a:rPr lang="da-DK" dirty="0"/>
              <a:t>.</a:t>
            </a:r>
          </a:p>
          <a:p>
            <a:endParaRPr lang="da-DK" dirty="0"/>
          </a:p>
          <a:p>
            <a:r>
              <a:rPr lang="da-DK" dirty="0"/>
              <a:t>2.  Har du selv været udsat for nogle af disse typer? </a:t>
            </a:r>
          </a:p>
          <a:p>
            <a:endParaRPr lang="da-DK" dirty="0"/>
          </a:p>
          <a:p>
            <a:r>
              <a:rPr lang="da-DK" dirty="0"/>
              <a:t>10 min.</a:t>
            </a:r>
          </a:p>
        </p:txBody>
      </p:sp>
    </p:spTree>
    <p:extLst>
      <p:ext uri="{BB962C8B-B14F-4D97-AF65-F5344CB8AC3E}">
        <p14:creationId xmlns:p14="http://schemas.microsoft.com/office/powerpoint/2010/main" val="217867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31C08-F8A9-6B6E-7EC2-0890AC236AB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96F6FC7-F941-0327-9992-ACFB0A11F569}"/>
              </a:ext>
            </a:extLst>
          </p:cNvPr>
          <p:cNvSpPr>
            <a:spLocks noGrp="1"/>
          </p:cNvSpPr>
          <p:nvPr>
            <p:ph type="title"/>
          </p:nvPr>
        </p:nvSpPr>
        <p:spPr>
          <a:xfrm>
            <a:off x="838200" y="608989"/>
            <a:ext cx="10515600" cy="920749"/>
          </a:xfrm>
        </p:spPr>
        <p:txBody>
          <a:bodyPr anchor="ctr">
            <a:normAutofit/>
          </a:bodyPr>
          <a:lstStyle/>
          <a:p>
            <a:r>
              <a:rPr lang="da-DK" sz="3000" b="1" dirty="0"/>
              <a:t>Uautoriseret adgang og identitetstyveri</a:t>
            </a:r>
            <a:br>
              <a:rPr lang="da-DK" sz="3000" b="1" dirty="0"/>
            </a:br>
            <a:endParaRPr lang="da-DK" sz="3000" dirty="0"/>
          </a:p>
        </p:txBody>
      </p:sp>
      <p:grpSp>
        <p:nvGrpSpPr>
          <p:cNvPr id="3" name="Gruppe 2">
            <a:extLst>
              <a:ext uri="{FF2B5EF4-FFF2-40B4-BE49-F238E27FC236}">
                <a16:creationId xmlns:a16="http://schemas.microsoft.com/office/drawing/2014/main" id="{41255779-A113-C3FD-347E-9529046C6739}"/>
              </a:ext>
            </a:extLst>
          </p:cNvPr>
          <p:cNvGrpSpPr/>
          <p:nvPr/>
        </p:nvGrpSpPr>
        <p:grpSpPr>
          <a:xfrm>
            <a:off x="1046481" y="1529738"/>
            <a:ext cx="10088242" cy="3012067"/>
            <a:chOff x="838200" y="1244847"/>
            <a:chExt cx="10077445" cy="2705426"/>
          </a:xfrm>
        </p:grpSpPr>
        <p:sp>
          <p:nvSpPr>
            <p:cNvPr id="4" name="Kombinationstegning: figur 3">
              <a:extLst>
                <a:ext uri="{FF2B5EF4-FFF2-40B4-BE49-F238E27FC236}">
                  <a16:creationId xmlns:a16="http://schemas.microsoft.com/office/drawing/2014/main" id="{4FC36C33-C6D0-51B3-09D6-D1228D6671E3}"/>
                </a:ext>
              </a:extLst>
            </p:cNvPr>
            <p:cNvSpPr/>
            <p:nvPr/>
          </p:nvSpPr>
          <p:spPr>
            <a:xfrm>
              <a:off x="838200" y="1250719"/>
              <a:ext cx="1786245" cy="574789"/>
            </a:xfrm>
            <a:custGeom>
              <a:avLst/>
              <a:gdLst>
                <a:gd name="connsiteX0" fmla="*/ 0 w 3154438"/>
                <a:gd name="connsiteY0" fmla="*/ 0 h 574789"/>
                <a:gd name="connsiteX1" fmla="*/ 3154438 w 3154438"/>
                <a:gd name="connsiteY1" fmla="*/ 0 h 574789"/>
                <a:gd name="connsiteX2" fmla="*/ 3154438 w 3154438"/>
                <a:gd name="connsiteY2" fmla="*/ 574789 h 574789"/>
                <a:gd name="connsiteX3" fmla="*/ 0 w 3154438"/>
                <a:gd name="connsiteY3" fmla="*/ 574789 h 574789"/>
                <a:gd name="connsiteX4" fmla="*/ 0 w 3154438"/>
                <a:gd name="connsiteY4" fmla="*/ 0 h 5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438" h="574789">
                  <a:moveTo>
                    <a:pt x="0" y="0"/>
                  </a:moveTo>
                  <a:lnTo>
                    <a:pt x="3154438" y="0"/>
                  </a:lnTo>
                  <a:lnTo>
                    <a:pt x="3154438" y="574789"/>
                  </a:lnTo>
                  <a:lnTo>
                    <a:pt x="0" y="5747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Svage</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adgangskoder</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5" name="Kombinationstegning: figur 4">
              <a:extLst>
                <a:ext uri="{FF2B5EF4-FFF2-40B4-BE49-F238E27FC236}">
                  <a16:creationId xmlns:a16="http://schemas.microsoft.com/office/drawing/2014/main" id="{CF4018A3-6411-601C-574C-21CD1F8EC07E}"/>
                </a:ext>
              </a:extLst>
            </p:cNvPr>
            <p:cNvSpPr/>
            <p:nvPr/>
          </p:nvSpPr>
          <p:spPr>
            <a:xfrm>
              <a:off x="2999963" y="1244847"/>
              <a:ext cx="7915682" cy="584241"/>
            </a:xfrm>
            <a:custGeom>
              <a:avLst/>
              <a:gdLst>
                <a:gd name="connsiteX0" fmla="*/ 0 w 6775210"/>
                <a:gd name="connsiteY0" fmla="*/ 0 h 584241"/>
                <a:gd name="connsiteX1" fmla="*/ 6775210 w 6775210"/>
                <a:gd name="connsiteY1" fmla="*/ 0 h 584241"/>
                <a:gd name="connsiteX2" fmla="*/ 6775210 w 6775210"/>
                <a:gd name="connsiteY2" fmla="*/ 584241 h 584241"/>
                <a:gd name="connsiteX3" fmla="*/ 0 w 6775210"/>
                <a:gd name="connsiteY3" fmla="*/ 584241 h 584241"/>
                <a:gd name="connsiteX4" fmla="*/ 0 w 6775210"/>
                <a:gd name="connsiteY4" fmla="*/ 0 h 58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210" h="584241">
                  <a:moveTo>
                    <a:pt x="0" y="0"/>
                  </a:moveTo>
                  <a:lnTo>
                    <a:pt x="6775210" y="0"/>
                  </a:lnTo>
                  <a:lnTo>
                    <a:pt x="6775210" y="584241"/>
                  </a:lnTo>
                  <a:lnTo>
                    <a:pt x="0" y="58424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En af de mest almindelige måder hvorpå </a:t>
              </a:r>
              <a:r>
                <a:rPr kumimoji="0" lang="da-DK" sz="1400" b="0" i="0" u="none" strike="noStrike" kern="1200" cap="none" spc="0" normalizeH="0" baseline="0" noProof="0" dirty="0">
                  <a:ln>
                    <a:noFill/>
                  </a:ln>
                  <a:solidFill>
                    <a:srgbClr val="FF0000"/>
                  </a:solidFill>
                  <a:effectLst/>
                  <a:uLnTx/>
                  <a:uFillTx/>
                  <a:latin typeface="Montserrat"/>
                  <a:ea typeface="+mn-ea"/>
                  <a:cs typeface="+mn-cs"/>
                </a:rPr>
                <a:t>uautoriseret adgang </a:t>
              </a:r>
              <a:r>
                <a:rPr kumimoji="0" lang="da-DK" sz="1400" b="0" i="0" u="none" strike="noStrike" kern="1200" cap="none" spc="0" normalizeH="0" baseline="0" noProof="0" dirty="0">
                  <a:ln>
                    <a:noFill/>
                  </a:ln>
                  <a:solidFill>
                    <a:prstClr val="black"/>
                  </a:solidFill>
                  <a:effectLst/>
                  <a:uLnTx/>
                  <a:uFillTx/>
                  <a:latin typeface="Montserrat"/>
                  <a:ea typeface="+mn-ea"/>
                  <a:cs typeface="+mn-cs"/>
                </a:rPr>
                <a:t>opstår, er gennem svage adgangskoder. Mange mennesker bruger svage, let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gættelige</a:t>
              </a:r>
              <a:r>
                <a:rPr kumimoji="0" lang="da-DK" sz="1400" b="0" i="0" u="none" strike="noStrike" kern="1200" cap="none" spc="0" normalizeH="0" baseline="0" noProof="0" dirty="0">
                  <a:ln>
                    <a:noFill/>
                  </a:ln>
                  <a:solidFill>
                    <a:prstClr val="black"/>
                  </a:solidFill>
                  <a:effectLst/>
                  <a:uLnTx/>
                  <a:uFillTx/>
                  <a:latin typeface="Montserrat"/>
                  <a:ea typeface="+mn-ea"/>
                  <a:cs typeface="+mn-cs"/>
                </a:rPr>
                <a:t> adgangskoder som "123456" eller ”</a:t>
              </a:r>
              <a:r>
                <a:rPr lang="da-DK" sz="1400" dirty="0">
                  <a:solidFill>
                    <a:prstClr val="black"/>
                  </a:solidFill>
                  <a:latin typeface="Montserrat"/>
                </a:rPr>
                <a:t>Sommer25</a:t>
              </a:r>
              <a:r>
                <a:rPr kumimoji="0" lang="da-DK" sz="1400" b="0" i="0" u="none" strike="noStrike" kern="1200" cap="none" spc="0" normalizeH="0" baseline="0" noProof="0" dirty="0">
                  <a:ln>
                    <a:noFill/>
                  </a:ln>
                  <a:solidFill>
                    <a:prstClr val="black"/>
                  </a:solidFill>
                  <a:effectLst/>
                  <a:uLnTx/>
                  <a:uFillTx/>
                  <a:latin typeface="Montserrat"/>
                  <a:ea typeface="+mn-ea"/>
                  <a:cs typeface="+mn-cs"/>
                </a:rPr>
                <a:t>,",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0BE96310-D1E8-1B2E-E644-6C697692FBAD}"/>
                </a:ext>
              </a:extLst>
            </p:cNvPr>
            <p:cNvSpPr/>
            <p:nvPr/>
          </p:nvSpPr>
          <p:spPr>
            <a:xfrm>
              <a:off x="838200" y="3023135"/>
              <a:ext cx="1786241" cy="927138"/>
            </a:xfrm>
            <a:custGeom>
              <a:avLst/>
              <a:gdLst>
                <a:gd name="connsiteX0" fmla="*/ 0 w 3134431"/>
                <a:gd name="connsiteY0" fmla="*/ 0 h 641199"/>
                <a:gd name="connsiteX1" fmla="*/ 3134431 w 3134431"/>
                <a:gd name="connsiteY1" fmla="*/ 0 h 641199"/>
                <a:gd name="connsiteX2" fmla="*/ 3134431 w 3134431"/>
                <a:gd name="connsiteY2" fmla="*/ 641199 h 641199"/>
                <a:gd name="connsiteX3" fmla="*/ 0 w 3134431"/>
                <a:gd name="connsiteY3" fmla="*/ 641199 h 641199"/>
                <a:gd name="connsiteX4" fmla="*/ 0 w 3134431"/>
                <a:gd name="connsiteY4" fmla="*/ 0 h 641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31" h="641199">
                  <a:moveTo>
                    <a:pt x="0" y="0"/>
                  </a:moveTo>
                  <a:lnTo>
                    <a:pt x="3134431" y="0"/>
                  </a:lnTo>
                  <a:lnTo>
                    <a:pt x="3134431" y="641199"/>
                  </a:lnTo>
                  <a:lnTo>
                    <a:pt x="0" y="64119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Uaftoriserede</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enheder</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p>
          </p:txBody>
        </p:sp>
        <p:sp>
          <p:nvSpPr>
            <p:cNvPr id="7" name="Kombinationstegning: figur 6">
              <a:extLst>
                <a:ext uri="{FF2B5EF4-FFF2-40B4-BE49-F238E27FC236}">
                  <a16:creationId xmlns:a16="http://schemas.microsoft.com/office/drawing/2014/main" id="{A4BED267-0FD5-86C8-8DE3-69D3C1185FFA}"/>
                </a:ext>
              </a:extLst>
            </p:cNvPr>
            <p:cNvSpPr/>
            <p:nvPr/>
          </p:nvSpPr>
          <p:spPr>
            <a:xfrm>
              <a:off x="2999963" y="3023135"/>
              <a:ext cx="7881988" cy="927138"/>
            </a:xfrm>
            <a:custGeom>
              <a:avLst/>
              <a:gdLst>
                <a:gd name="connsiteX0" fmla="*/ 0 w 6741517"/>
                <a:gd name="connsiteY0" fmla="*/ 0 h 652431"/>
                <a:gd name="connsiteX1" fmla="*/ 6741517 w 6741517"/>
                <a:gd name="connsiteY1" fmla="*/ 0 h 652431"/>
                <a:gd name="connsiteX2" fmla="*/ 6741517 w 6741517"/>
                <a:gd name="connsiteY2" fmla="*/ 652431 h 652431"/>
                <a:gd name="connsiteX3" fmla="*/ 0 w 6741517"/>
                <a:gd name="connsiteY3" fmla="*/ 652431 h 652431"/>
                <a:gd name="connsiteX4" fmla="*/ 0 w 6741517"/>
                <a:gd name="connsiteY4" fmla="*/ 0 h 652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517" h="652431">
                  <a:moveTo>
                    <a:pt x="0" y="0"/>
                  </a:moveTo>
                  <a:lnTo>
                    <a:pt x="6741517" y="0"/>
                  </a:lnTo>
                  <a:lnTo>
                    <a:pt x="6741517" y="652431"/>
                  </a:lnTo>
                  <a:lnTo>
                    <a:pt x="0" y="65243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da-DK" sz="1400" dirty="0">
                  <a:solidFill>
                    <a:prstClr val="black"/>
                  </a:solidFill>
                  <a:latin typeface="Montserrat"/>
                </a:rPr>
                <a:t>A</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utoriserede</a:t>
              </a:r>
              <a:r>
                <a:rPr kumimoji="0" lang="da-DK" sz="1400" b="0" i="0" u="none" strike="noStrike" kern="1200" cap="none" spc="0" normalizeH="0" baseline="0" noProof="0" dirty="0">
                  <a:ln>
                    <a:noFill/>
                  </a:ln>
                  <a:solidFill>
                    <a:prstClr val="black"/>
                  </a:solidFill>
                  <a:effectLst/>
                  <a:uLnTx/>
                  <a:uFillTx/>
                  <a:latin typeface="Montserrat"/>
                  <a:ea typeface="+mn-ea"/>
                  <a:cs typeface="+mn-cs"/>
                </a:rPr>
                <a:t> enheder som </a:t>
              </a:r>
              <a:r>
                <a:rPr kumimoji="0" lang="da-DK" sz="1400" b="0" i="0" u="none" strike="noStrike" kern="1200" cap="none" spc="0" normalizeH="0" baseline="0" noProof="0" dirty="0">
                  <a:ln>
                    <a:noFill/>
                  </a:ln>
                  <a:solidFill>
                    <a:srgbClr val="FF0000"/>
                  </a:solidFill>
                  <a:effectLst/>
                  <a:uLnTx/>
                  <a:uFillTx/>
                  <a:latin typeface="Montserrat"/>
                  <a:ea typeface="+mn-ea"/>
                  <a:cs typeface="+mn-cs"/>
                </a:rPr>
                <a:t>USB-drev eller mobiltelefoner </a:t>
              </a:r>
              <a:r>
                <a:rPr kumimoji="0" lang="da-DK" sz="1400" b="0" i="0" u="none" strike="noStrike" kern="1200" cap="none" spc="0" normalizeH="0" baseline="0" noProof="0" dirty="0">
                  <a:ln>
                    <a:noFill/>
                  </a:ln>
                  <a:solidFill>
                    <a:prstClr val="black"/>
                  </a:solidFill>
                  <a:effectLst/>
                  <a:uLnTx/>
                  <a:uFillTx/>
                  <a:latin typeface="Montserrat"/>
                  <a:ea typeface="+mn-ea"/>
                  <a:cs typeface="+mn-cs"/>
                </a:rPr>
                <a:t>kan også udgøre en risiko for systemer og data. Hvis en angriber får adgang til disse enheder, kan de få uautoriseret adgang til følsomme systemer., kan de få uautoriseret adgang til følsomme systemer..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789F2CA7-EB5A-51E8-D47C-E1082B9F3548}"/>
                </a:ext>
              </a:extLst>
            </p:cNvPr>
            <p:cNvSpPr/>
            <p:nvPr/>
          </p:nvSpPr>
          <p:spPr>
            <a:xfrm>
              <a:off x="838204" y="1974438"/>
              <a:ext cx="1786241" cy="920749"/>
            </a:xfrm>
            <a:custGeom>
              <a:avLst/>
              <a:gdLst>
                <a:gd name="connsiteX0" fmla="*/ 0 w 3113614"/>
                <a:gd name="connsiteY0" fmla="*/ 0 h 653108"/>
                <a:gd name="connsiteX1" fmla="*/ 3113614 w 3113614"/>
                <a:gd name="connsiteY1" fmla="*/ 0 h 653108"/>
                <a:gd name="connsiteX2" fmla="*/ 3113614 w 3113614"/>
                <a:gd name="connsiteY2" fmla="*/ 653108 h 653108"/>
                <a:gd name="connsiteX3" fmla="*/ 0 w 3113614"/>
                <a:gd name="connsiteY3" fmla="*/ 653108 h 653108"/>
                <a:gd name="connsiteX4" fmla="*/ 0 w 3113614"/>
                <a:gd name="connsiteY4" fmla="*/ 0 h 653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614" h="653108">
                  <a:moveTo>
                    <a:pt x="0" y="0"/>
                  </a:moveTo>
                  <a:lnTo>
                    <a:pt x="3113614" y="0"/>
                  </a:lnTo>
                  <a:lnTo>
                    <a:pt x="3113614" y="653108"/>
                  </a:lnTo>
                  <a:lnTo>
                    <a:pt x="0" y="65310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Manglende</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adgangs-kontroller</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10" name="Kombinationstegning: figur 9">
              <a:extLst>
                <a:ext uri="{FF2B5EF4-FFF2-40B4-BE49-F238E27FC236}">
                  <a16:creationId xmlns:a16="http://schemas.microsoft.com/office/drawing/2014/main" id="{A317A9D9-E7F1-4BA7-87E9-93EBCA73C927}"/>
                </a:ext>
              </a:extLst>
            </p:cNvPr>
            <p:cNvSpPr/>
            <p:nvPr/>
          </p:nvSpPr>
          <p:spPr>
            <a:xfrm>
              <a:off x="2999963" y="1974439"/>
              <a:ext cx="7915682" cy="920749"/>
            </a:xfrm>
            <a:custGeom>
              <a:avLst/>
              <a:gdLst>
                <a:gd name="connsiteX0" fmla="*/ 0 w 6741098"/>
                <a:gd name="connsiteY0" fmla="*/ 0 h 612920"/>
                <a:gd name="connsiteX1" fmla="*/ 6741098 w 6741098"/>
                <a:gd name="connsiteY1" fmla="*/ 0 h 612920"/>
                <a:gd name="connsiteX2" fmla="*/ 6741098 w 6741098"/>
                <a:gd name="connsiteY2" fmla="*/ 612920 h 612920"/>
                <a:gd name="connsiteX3" fmla="*/ 0 w 6741098"/>
                <a:gd name="connsiteY3" fmla="*/ 612920 h 612920"/>
                <a:gd name="connsiteX4" fmla="*/ 0 w 6741098"/>
                <a:gd name="connsiteY4" fmla="*/ 0 h 612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098" h="612920">
                  <a:moveTo>
                    <a:pt x="0" y="0"/>
                  </a:moveTo>
                  <a:lnTo>
                    <a:pt x="6741098" y="0"/>
                  </a:lnTo>
                  <a:lnTo>
                    <a:pt x="6741098" y="612920"/>
                  </a:lnTo>
                  <a:lnTo>
                    <a:pt x="0" y="61292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Når organisationer ikke implementerer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strenge adgangskontroller eller rollebaserede adgangskontroller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kan det føre til, at folk får adgang til informationer eller systemer, de ikke burde have adgang til..</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Tree>
    <p:extLst>
      <p:ext uri="{BB962C8B-B14F-4D97-AF65-F5344CB8AC3E}">
        <p14:creationId xmlns:p14="http://schemas.microsoft.com/office/powerpoint/2010/main" val="365382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C818-AC5C-E02D-3F5F-1E2CAA6C173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B325EE-E205-D2A5-61F7-DB6320CBBAE4}"/>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ABB5219A-1115-F7FE-E115-DED0E9CE20B3}"/>
              </a:ext>
            </a:extLst>
          </p:cNvPr>
          <p:cNvSpPr>
            <a:spLocks noGrp="1"/>
          </p:cNvSpPr>
          <p:nvPr>
            <p:ph sz="quarter" idx="10"/>
          </p:nvPr>
        </p:nvSpPr>
        <p:spPr/>
        <p:txBody>
          <a:bodyPr/>
          <a:lstStyle/>
          <a:p>
            <a:r>
              <a:rPr lang="da-DK" dirty="0"/>
              <a:t>1. Find eksempler på denne type angreb – forklar hvad der skete, og se om I kan finde </a:t>
            </a:r>
            <a:r>
              <a:rPr lang="da-DK" dirty="0" err="1"/>
              <a:t>mitigeringstiltag</a:t>
            </a:r>
            <a:r>
              <a:rPr lang="da-DK" dirty="0"/>
              <a:t>. </a:t>
            </a:r>
          </a:p>
          <a:p>
            <a:endParaRPr lang="da-DK" dirty="0"/>
          </a:p>
          <a:p>
            <a:r>
              <a:rPr lang="da-DK" dirty="0"/>
              <a:t>2. Har du selv været udsat for nogle af disse typer? </a:t>
            </a:r>
          </a:p>
          <a:p>
            <a:endParaRPr lang="da-DK" dirty="0"/>
          </a:p>
          <a:p>
            <a:endParaRPr lang="da-DK" dirty="0"/>
          </a:p>
          <a:p>
            <a:r>
              <a:rPr lang="da-DK" dirty="0"/>
              <a:t>10 min.</a:t>
            </a:r>
          </a:p>
        </p:txBody>
      </p:sp>
    </p:spTree>
    <p:extLst>
      <p:ext uri="{BB962C8B-B14F-4D97-AF65-F5344CB8AC3E}">
        <p14:creationId xmlns:p14="http://schemas.microsoft.com/office/powerpoint/2010/main" val="575956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2C8C-C39A-586E-D4B5-FF15091D325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3694F4C-0817-B0B0-31BB-51B693CDA7D7}"/>
              </a:ext>
            </a:extLst>
          </p:cNvPr>
          <p:cNvSpPr>
            <a:spLocks noGrp="1"/>
          </p:cNvSpPr>
          <p:nvPr>
            <p:ph type="title"/>
          </p:nvPr>
        </p:nvSpPr>
        <p:spPr>
          <a:xfrm>
            <a:off x="838200" y="586896"/>
            <a:ext cx="10515600" cy="920749"/>
          </a:xfrm>
        </p:spPr>
        <p:txBody>
          <a:bodyPr anchor="ctr">
            <a:normAutofit/>
          </a:bodyPr>
          <a:lstStyle/>
          <a:p>
            <a:r>
              <a:rPr lang="da-DK" sz="3000" b="1" dirty="0"/>
              <a:t>Sårbarheder i software</a:t>
            </a:r>
            <a:br>
              <a:rPr lang="da-DK" sz="3000" b="1" dirty="0"/>
            </a:br>
            <a:endParaRPr lang="da-DK" sz="3000" dirty="0"/>
          </a:p>
        </p:txBody>
      </p:sp>
      <p:grpSp>
        <p:nvGrpSpPr>
          <p:cNvPr id="3" name="Gruppe 2">
            <a:extLst>
              <a:ext uri="{FF2B5EF4-FFF2-40B4-BE49-F238E27FC236}">
                <a16:creationId xmlns:a16="http://schemas.microsoft.com/office/drawing/2014/main" id="{1EBA9385-2D61-999A-1F9F-75F4038DB812}"/>
              </a:ext>
            </a:extLst>
          </p:cNvPr>
          <p:cNvGrpSpPr/>
          <p:nvPr/>
        </p:nvGrpSpPr>
        <p:grpSpPr>
          <a:xfrm>
            <a:off x="1023943" y="1803312"/>
            <a:ext cx="10144113" cy="3732785"/>
            <a:chOff x="771118" y="1292187"/>
            <a:chExt cx="10144113" cy="3426713"/>
          </a:xfrm>
        </p:grpSpPr>
        <p:sp>
          <p:nvSpPr>
            <p:cNvPr id="4" name="Kombinationstegning: figur 3">
              <a:extLst>
                <a:ext uri="{FF2B5EF4-FFF2-40B4-BE49-F238E27FC236}">
                  <a16:creationId xmlns:a16="http://schemas.microsoft.com/office/drawing/2014/main" id="{844A15FA-24D7-5AB6-DF90-80CC4B987882}"/>
                </a:ext>
              </a:extLst>
            </p:cNvPr>
            <p:cNvSpPr/>
            <p:nvPr/>
          </p:nvSpPr>
          <p:spPr>
            <a:xfrm>
              <a:off x="771121" y="1326144"/>
              <a:ext cx="1982239" cy="574789"/>
            </a:xfrm>
            <a:custGeom>
              <a:avLst/>
              <a:gdLst>
                <a:gd name="connsiteX0" fmla="*/ 0 w 3154438"/>
                <a:gd name="connsiteY0" fmla="*/ 0 h 574789"/>
                <a:gd name="connsiteX1" fmla="*/ 3154438 w 3154438"/>
                <a:gd name="connsiteY1" fmla="*/ 0 h 574789"/>
                <a:gd name="connsiteX2" fmla="*/ 3154438 w 3154438"/>
                <a:gd name="connsiteY2" fmla="*/ 574789 h 574789"/>
                <a:gd name="connsiteX3" fmla="*/ 0 w 3154438"/>
                <a:gd name="connsiteY3" fmla="*/ 574789 h 574789"/>
                <a:gd name="connsiteX4" fmla="*/ 0 w 3154438"/>
                <a:gd name="connsiteY4" fmla="*/ 0 h 5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438" h="574789">
                  <a:moveTo>
                    <a:pt x="0" y="0"/>
                  </a:moveTo>
                  <a:lnTo>
                    <a:pt x="3154438" y="0"/>
                  </a:lnTo>
                  <a:lnTo>
                    <a:pt x="3154438" y="574789"/>
                  </a:lnTo>
                  <a:lnTo>
                    <a:pt x="0" y="5747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Data exfiltration</a:t>
              </a:r>
            </a:p>
          </p:txBody>
        </p:sp>
        <p:sp>
          <p:nvSpPr>
            <p:cNvPr id="5" name="Kombinationstegning: figur 4">
              <a:extLst>
                <a:ext uri="{FF2B5EF4-FFF2-40B4-BE49-F238E27FC236}">
                  <a16:creationId xmlns:a16="http://schemas.microsoft.com/office/drawing/2014/main" id="{219F583E-6770-F558-971D-2427D8BAB960}"/>
                </a:ext>
              </a:extLst>
            </p:cNvPr>
            <p:cNvSpPr/>
            <p:nvPr/>
          </p:nvSpPr>
          <p:spPr>
            <a:xfrm>
              <a:off x="3240627" y="1292187"/>
              <a:ext cx="7674604" cy="584241"/>
            </a:xfrm>
            <a:custGeom>
              <a:avLst/>
              <a:gdLst>
                <a:gd name="connsiteX0" fmla="*/ 0 w 6775210"/>
                <a:gd name="connsiteY0" fmla="*/ 0 h 584241"/>
                <a:gd name="connsiteX1" fmla="*/ 6775210 w 6775210"/>
                <a:gd name="connsiteY1" fmla="*/ 0 h 584241"/>
                <a:gd name="connsiteX2" fmla="*/ 6775210 w 6775210"/>
                <a:gd name="connsiteY2" fmla="*/ 584241 h 584241"/>
                <a:gd name="connsiteX3" fmla="*/ 0 w 6775210"/>
                <a:gd name="connsiteY3" fmla="*/ 584241 h 584241"/>
                <a:gd name="connsiteX4" fmla="*/ 0 w 6775210"/>
                <a:gd name="connsiteY4" fmla="*/ 0 h 58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210" h="584241">
                  <a:moveTo>
                    <a:pt x="0" y="0"/>
                  </a:moveTo>
                  <a:lnTo>
                    <a:pt x="6775210" y="0"/>
                  </a:lnTo>
                  <a:lnTo>
                    <a:pt x="6775210" y="584241"/>
                  </a:lnTo>
                  <a:lnTo>
                    <a:pt x="0" y="58424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 Data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exfiltration</a:t>
              </a:r>
              <a:r>
                <a:rPr kumimoji="0" lang="da-DK" sz="1400" b="0" i="0" u="none" strike="noStrike" kern="1200" cap="none" spc="0" normalizeH="0" baseline="0" noProof="0" dirty="0">
                  <a:ln>
                    <a:noFill/>
                  </a:ln>
                  <a:solidFill>
                    <a:prstClr val="black"/>
                  </a:solidFill>
                  <a:effectLst/>
                  <a:uLnTx/>
                  <a:uFillTx/>
                  <a:latin typeface="Montserrat"/>
                  <a:ea typeface="+mn-ea"/>
                  <a:cs typeface="+mn-cs"/>
                </a:rPr>
                <a:t> er, når angriberen udnytter en </a:t>
              </a:r>
              <a:r>
                <a:rPr kumimoji="0" lang="da-DK" sz="1400" b="0" i="0" u="none" strike="noStrike" kern="1200" cap="none" spc="0" normalizeH="0" baseline="0" noProof="0" dirty="0">
                  <a:ln>
                    <a:noFill/>
                  </a:ln>
                  <a:solidFill>
                    <a:srgbClr val="FF0000"/>
                  </a:solidFill>
                  <a:effectLst/>
                  <a:uLnTx/>
                  <a:uFillTx/>
                  <a:latin typeface="Montserrat"/>
                  <a:ea typeface="+mn-ea"/>
                  <a:cs typeface="+mn-cs"/>
                </a:rPr>
                <a:t>sårbarhed i softwaren, </a:t>
              </a:r>
              <a:r>
                <a:rPr lang="da-DK" sz="1400" dirty="0">
                  <a:solidFill>
                    <a:prstClr val="black"/>
                  </a:solidFill>
                  <a:latin typeface="Montserrat"/>
                </a:rPr>
                <a:t>til</a:t>
              </a:r>
              <a:r>
                <a:rPr kumimoji="0" lang="da-DK" sz="1400" b="0" i="0" u="none" strike="noStrike" kern="1200" cap="none" spc="0" normalizeH="0" baseline="0" noProof="0" dirty="0">
                  <a:ln>
                    <a:noFill/>
                  </a:ln>
                  <a:solidFill>
                    <a:prstClr val="black"/>
                  </a:solidFill>
                  <a:effectLst/>
                  <a:uLnTx/>
                  <a:uFillTx/>
                  <a:latin typeface="Montserrat"/>
                  <a:ea typeface="+mn-ea"/>
                  <a:cs typeface="+mn-cs"/>
                </a:rPr>
                <a:t> at få adgang til følsomme data, som derefter overføres til angriberens system.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F7854E30-5959-4226-829A-237560D6C690}"/>
                </a:ext>
              </a:extLst>
            </p:cNvPr>
            <p:cNvSpPr/>
            <p:nvPr/>
          </p:nvSpPr>
          <p:spPr>
            <a:xfrm>
              <a:off x="771121" y="3007377"/>
              <a:ext cx="1982239" cy="641199"/>
            </a:xfrm>
            <a:custGeom>
              <a:avLst/>
              <a:gdLst>
                <a:gd name="connsiteX0" fmla="*/ 0 w 3134431"/>
                <a:gd name="connsiteY0" fmla="*/ 0 h 641199"/>
                <a:gd name="connsiteX1" fmla="*/ 3134431 w 3134431"/>
                <a:gd name="connsiteY1" fmla="*/ 0 h 641199"/>
                <a:gd name="connsiteX2" fmla="*/ 3134431 w 3134431"/>
                <a:gd name="connsiteY2" fmla="*/ 641199 h 641199"/>
                <a:gd name="connsiteX3" fmla="*/ 0 w 3134431"/>
                <a:gd name="connsiteY3" fmla="*/ 641199 h 641199"/>
                <a:gd name="connsiteX4" fmla="*/ 0 w 3134431"/>
                <a:gd name="connsiteY4" fmla="*/ 0 h 641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31" h="641199">
                  <a:moveTo>
                    <a:pt x="0" y="0"/>
                  </a:moveTo>
                  <a:lnTo>
                    <a:pt x="3134431" y="0"/>
                  </a:lnTo>
                  <a:lnTo>
                    <a:pt x="3134431" y="641199"/>
                  </a:lnTo>
                  <a:lnTo>
                    <a:pt x="0" y="64119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Cross site scripting</a:t>
              </a:r>
            </a:p>
          </p:txBody>
        </p:sp>
        <p:sp>
          <p:nvSpPr>
            <p:cNvPr id="7" name="Kombinationstegning: figur 6">
              <a:extLst>
                <a:ext uri="{FF2B5EF4-FFF2-40B4-BE49-F238E27FC236}">
                  <a16:creationId xmlns:a16="http://schemas.microsoft.com/office/drawing/2014/main" id="{C00165B8-5D95-63F6-B9DC-3178196AD89D}"/>
                </a:ext>
              </a:extLst>
            </p:cNvPr>
            <p:cNvSpPr/>
            <p:nvPr/>
          </p:nvSpPr>
          <p:spPr>
            <a:xfrm>
              <a:off x="3240626" y="3008254"/>
              <a:ext cx="7674605" cy="640323"/>
            </a:xfrm>
            <a:custGeom>
              <a:avLst/>
              <a:gdLst>
                <a:gd name="connsiteX0" fmla="*/ 0 w 6741517"/>
                <a:gd name="connsiteY0" fmla="*/ 0 h 652431"/>
                <a:gd name="connsiteX1" fmla="*/ 6741517 w 6741517"/>
                <a:gd name="connsiteY1" fmla="*/ 0 h 652431"/>
                <a:gd name="connsiteX2" fmla="*/ 6741517 w 6741517"/>
                <a:gd name="connsiteY2" fmla="*/ 652431 h 652431"/>
                <a:gd name="connsiteX3" fmla="*/ 0 w 6741517"/>
                <a:gd name="connsiteY3" fmla="*/ 652431 h 652431"/>
                <a:gd name="connsiteX4" fmla="*/ 0 w 6741517"/>
                <a:gd name="connsiteY4" fmla="*/ 0 h 652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517" h="652431">
                  <a:moveTo>
                    <a:pt x="0" y="0"/>
                  </a:moveTo>
                  <a:lnTo>
                    <a:pt x="6741517" y="0"/>
                  </a:lnTo>
                  <a:lnTo>
                    <a:pt x="6741517" y="652431"/>
                  </a:lnTo>
                  <a:lnTo>
                    <a:pt x="0" y="65243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 Cross-Site Scripting (XSS) er et angreb, der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udnytter softwarefejl i webapplikationer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der ikke korrekt validerer brugerinput, hvilket gør det muligt for angriberen at injicere skadelig kode i websider.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8831CDC3-B48C-569B-2D5B-6BFA11767F5D}"/>
                </a:ext>
              </a:extLst>
            </p:cNvPr>
            <p:cNvSpPr/>
            <p:nvPr/>
          </p:nvSpPr>
          <p:spPr>
            <a:xfrm>
              <a:off x="771121" y="2099387"/>
              <a:ext cx="1982239" cy="653108"/>
            </a:xfrm>
            <a:custGeom>
              <a:avLst/>
              <a:gdLst>
                <a:gd name="connsiteX0" fmla="*/ 0 w 3113614"/>
                <a:gd name="connsiteY0" fmla="*/ 0 h 653108"/>
                <a:gd name="connsiteX1" fmla="*/ 3113614 w 3113614"/>
                <a:gd name="connsiteY1" fmla="*/ 0 h 653108"/>
                <a:gd name="connsiteX2" fmla="*/ 3113614 w 3113614"/>
                <a:gd name="connsiteY2" fmla="*/ 653108 h 653108"/>
                <a:gd name="connsiteX3" fmla="*/ 0 w 3113614"/>
                <a:gd name="connsiteY3" fmla="*/ 653108 h 653108"/>
                <a:gd name="connsiteX4" fmla="*/ 0 w 3113614"/>
                <a:gd name="connsiteY4" fmla="*/ 0 h 653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614" h="653108">
                  <a:moveTo>
                    <a:pt x="0" y="0"/>
                  </a:moveTo>
                  <a:lnTo>
                    <a:pt x="3113614" y="0"/>
                  </a:lnTo>
                  <a:lnTo>
                    <a:pt x="3113614" y="653108"/>
                  </a:lnTo>
                  <a:lnTo>
                    <a:pt x="0" y="65310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Priveledge</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escallation</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10" name="Kombinationstegning: figur 9">
              <a:extLst>
                <a:ext uri="{FF2B5EF4-FFF2-40B4-BE49-F238E27FC236}">
                  <a16:creationId xmlns:a16="http://schemas.microsoft.com/office/drawing/2014/main" id="{F89A76C5-2005-8D89-EEEA-EE2B7246F6FA}"/>
                </a:ext>
              </a:extLst>
            </p:cNvPr>
            <p:cNvSpPr/>
            <p:nvPr/>
          </p:nvSpPr>
          <p:spPr>
            <a:xfrm>
              <a:off x="3240626" y="2139575"/>
              <a:ext cx="7674603" cy="612920"/>
            </a:xfrm>
            <a:custGeom>
              <a:avLst/>
              <a:gdLst>
                <a:gd name="connsiteX0" fmla="*/ 0 w 6741098"/>
                <a:gd name="connsiteY0" fmla="*/ 0 h 612920"/>
                <a:gd name="connsiteX1" fmla="*/ 6741098 w 6741098"/>
                <a:gd name="connsiteY1" fmla="*/ 0 h 612920"/>
                <a:gd name="connsiteX2" fmla="*/ 6741098 w 6741098"/>
                <a:gd name="connsiteY2" fmla="*/ 612920 h 612920"/>
                <a:gd name="connsiteX3" fmla="*/ 0 w 6741098"/>
                <a:gd name="connsiteY3" fmla="*/ 612920 h 612920"/>
                <a:gd name="connsiteX4" fmla="*/ 0 w 6741098"/>
                <a:gd name="connsiteY4" fmla="*/ 0 h 612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098" h="612920">
                  <a:moveTo>
                    <a:pt x="0" y="0"/>
                  </a:moveTo>
                  <a:lnTo>
                    <a:pt x="6741098" y="0"/>
                  </a:lnTo>
                  <a:lnTo>
                    <a:pt x="6741098" y="612920"/>
                  </a:lnTo>
                  <a:lnTo>
                    <a:pt x="0" y="61292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Privilege</a:t>
              </a:r>
              <a:r>
                <a:rPr kumimoji="0" lang="da-DK" sz="1400" b="0" i="0" u="none" strike="noStrike" kern="1200" cap="none" spc="0" normalizeH="0" baseline="0" noProof="0" dirty="0">
                  <a:ln>
                    <a:noFill/>
                  </a:ln>
                  <a:solidFill>
                    <a:prstClr val="black"/>
                  </a:solidFill>
                  <a:effectLst/>
                  <a:uLnTx/>
                  <a:uFillTx/>
                  <a:latin typeface="Montserrat"/>
                  <a:ea typeface="+mn-ea"/>
                  <a:cs typeface="+mn-cs"/>
                </a:rPr>
                <a:t>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escalation</a:t>
              </a:r>
              <a:r>
                <a:rPr kumimoji="0" lang="da-DK" sz="1400" b="0" i="0" u="none" strike="noStrike" kern="1200" cap="none" spc="0" normalizeH="0" baseline="0" noProof="0" dirty="0">
                  <a:ln>
                    <a:noFill/>
                  </a:ln>
                  <a:solidFill>
                    <a:prstClr val="black"/>
                  </a:solidFill>
                  <a:effectLst/>
                  <a:uLnTx/>
                  <a:uFillTx/>
                  <a:latin typeface="Montserrat"/>
                  <a:ea typeface="+mn-ea"/>
                  <a:cs typeface="+mn-cs"/>
                </a:rPr>
                <a:t> opstår, når en angriber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udnytter en sårbarhed til at opnå højere privilegier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på et system, hvilket giver dem mulighed for at udføre handlinger, som normalt ikke er tilladt.</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11" name="Kombinationstegning: figur 10">
              <a:extLst>
                <a:ext uri="{FF2B5EF4-FFF2-40B4-BE49-F238E27FC236}">
                  <a16:creationId xmlns:a16="http://schemas.microsoft.com/office/drawing/2014/main" id="{FFCC3753-F35B-0516-1BE7-5AA233C354F3}"/>
                </a:ext>
              </a:extLst>
            </p:cNvPr>
            <p:cNvSpPr/>
            <p:nvPr/>
          </p:nvSpPr>
          <p:spPr>
            <a:xfrm>
              <a:off x="771118" y="3946251"/>
              <a:ext cx="1982239" cy="772649"/>
            </a:xfrm>
            <a:custGeom>
              <a:avLst/>
              <a:gdLst>
                <a:gd name="connsiteX0" fmla="*/ 0 w 3159589"/>
                <a:gd name="connsiteY0" fmla="*/ 0 h 772649"/>
                <a:gd name="connsiteX1" fmla="*/ 3159589 w 3159589"/>
                <a:gd name="connsiteY1" fmla="*/ 0 h 772649"/>
                <a:gd name="connsiteX2" fmla="*/ 3159589 w 3159589"/>
                <a:gd name="connsiteY2" fmla="*/ 772649 h 772649"/>
                <a:gd name="connsiteX3" fmla="*/ 0 w 3159589"/>
                <a:gd name="connsiteY3" fmla="*/ 772649 h 772649"/>
                <a:gd name="connsiteX4" fmla="*/ 0 w 3159589"/>
                <a:gd name="connsiteY4" fmla="*/ 0 h 772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589" h="772649">
                  <a:moveTo>
                    <a:pt x="0" y="0"/>
                  </a:moveTo>
                  <a:lnTo>
                    <a:pt x="3159589" y="0"/>
                  </a:lnTo>
                  <a:lnTo>
                    <a:pt x="3159589" y="772649"/>
                  </a:lnTo>
                  <a:lnTo>
                    <a:pt x="0" y="77264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ontserrat"/>
                  <a:ea typeface="+mn-ea"/>
                  <a:cs typeface="+mn-cs"/>
                </a:rPr>
                <a:t>Command injection</a:t>
              </a:r>
            </a:p>
          </p:txBody>
        </p:sp>
        <p:sp>
          <p:nvSpPr>
            <p:cNvPr id="12" name="Kombinationstegning: figur 11">
              <a:extLst>
                <a:ext uri="{FF2B5EF4-FFF2-40B4-BE49-F238E27FC236}">
                  <a16:creationId xmlns:a16="http://schemas.microsoft.com/office/drawing/2014/main" id="{ED69BDEA-14F8-AC9F-0B9A-F09190E3BDF4}"/>
                </a:ext>
              </a:extLst>
            </p:cNvPr>
            <p:cNvSpPr/>
            <p:nvPr/>
          </p:nvSpPr>
          <p:spPr>
            <a:xfrm>
              <a:off x="3240626" y="3959046"/>
              <a:ext cx="7674602" cy="736922"/>
            </a:xfrm>
            <a:custGeom>
              <a:avLst/>
              <a:gdLst>
                <a:gd name="connsiteX0" fmla="*/ 0 w 6556474"/>
                <a:gd name="connsiteY0" fmla="*/ 0 h 736922"/>
                <a:gd name="connsiteX1" fmla="*/ 6556474 w 6556474"/>
                <a:gd name="connsiteY1" fmla="*/ 0 h 736922"/>
                <a:gd name="connsiteX2" fmla="*/ 6556474 w 6556474"/>
                <a:gd name="connsiteY2" fmla="*/ 736922 h 736922"/>
                <a:gd name="connsiteX3" fmla="*/ 0 w 6556474"/>
                <a:gd name="connsiteY3" fmla="*/ 736922 h 736922"/>
                <a:gd name="connsiteX4" fmla="*/ 0 w 6556474"/>
                <a:gd name="connsiteY4" fmla="*/ 0 h 736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6474" h="736922">
                  <a:moveTo>
                    <a:pt x="0" y="0"/>
                  </a:moveTo>
                  <a:lnTo>
                    <a:pt x="6556474" y="0"/>
                  </a:lnTo>
                  <a:lnTo>
                    <a:pt x="6556474" y="736922"/>
                  </a:lnTo>
                  <a:lnTo>
                    <a:pt x="0" y="736922"/>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Command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Injection</a:t>
              </a:r>
              <a:r>
                <a:rPr kumimoji="0" lang="da-DK" sz="1400" b="0" i="0" u="none" strike="noStrike" kern="1200" cap="none" spc="0" normalizeH="0" baseline="0" noProof="0" dirty="0">
                  <a:ln>
                    <a:noFill/>
                  </a:ln>
                  <a:solidFill>
                    <a:prstClr val="black"/>
                  </a:solidFill>
                  <a:effectLst/>
                  <a:uLnTx/>
                  <a:uFillTx/>
                  <a:latin typeface="Montserrat"/>
                  <a:ea typeface="+mn-ea"/>
                  <a:cs typeface="+mn-cs"/>
                </a:rPr>
                <a:t>  er når en applikation </a:t>
              </a:r>
              <a:r>
                <a:rPr kumimoji="0" lang="da-DK" sz="1400" b="0" i="0" u="none" strike="noStrike" kern="1200" cap="none" spc="0" normalizeH="0" baseline="0" noProof="0" dirty="0">
                  <a:ln>
                    <a:noFill/>
                  </a:ln>
                  <a:solidFill>
                    <a:srgbClr val="FF0000"/>
                  </a:solidFill>
                  <a:effectLst/>
                  <a:uLnTx/>
                  <a:uFillTx/>
                  <a:latin typeface="Montserrat"/>
                  <a:ea typeface="+mn-ea"/>
                  <a:cs typeface="+mn-cs"/>
                </a:rPr>
                <a:t>tillader brugere at sende kommandoer </a:t>
              </a:r>
              <a:r>
                <a:rPr kumimoji="0" lang="da-DK" sz="1400" b="0" i="0" u="none" strike="noStrike" kern="1200" cap="none" spc="0" normalizeH="0" baseline="0" noProof="0" dirty="0">
                  <a:ln>
                    <a:noFill/>
                  </a:ln>
                  <a:solidFill>
                    <a:prstClr val="black"/>
                  </a:solidFill>
                  <a:effectLst/>
                  <a:uLnTx/>
                  <a:uFillTx/>
                  <a:latin typeface="Montserrat"/>
                  <a:ea typeface="+mn-ea"/>
                  <a:cs typeface="+mn-cs"/>
                </a:rPr>
                <a:t>til operativsystemet uden ordentlig validering.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Tree>
    <p:extLst>
      <p:ext uri="{BB962C8B-B14F-4D97-AF65-F5344CB8AC3E}">
        <p14:creationId xmlns:p14="http://schemas.microsoft.com/office/powerpoint/2010/main" val="2299129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AB22-A4D6-1AF5-A340-D7FBE88951D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41D216E-63D5-25FD-B7BD-8E0359C1AED7}"/>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67DBB1D0-D350-EAD2-8EA4-05BC1A269A2C}"/>
              </a:ext>
            </a:extLst>
          </p:cNvPr>
          <p:cNvSpPr>
            <a:spLocks noGrp="1"/>
          </p:cNvSpPr>
          <p:nvPr>
            <p:ph sz="quarter" idx="10"/>
          </p:nvPr>
        </p:nvSpPr>
        <p:spPr/>
        <p:txBody>
          <a:bodyPr/>
          <a:lstStyle/>
          <a:p>
            <a:r>
              <a:rPr lang="da-DK" dirty="0"/>
              <a:t>Find eksempler på denne type angreb – forklar hvad der skete og se om I kan finde </a:t>
            </a:r>
            <a:r>
              <a:rPr lang="da-DK" dirty="0" err="1"/>
              <a:t>mitigeringstiltag</a:t>
            </a:r>
            <a:r>
              <a:rPr lang="da-DK" dirty="0"/>
              <a:t>. </a:t>
            </a:r>
          </a:p>
          <a:p>
            <a:endParaRPr lang="da-DK" dirty="0"/>
          </a:p>
          <a:p>
            <a:r>
              <a:rPr lang="da-DK" dirty="0"/>
              <a:t>10 min.</a:t>
            </a:r>
          </a:p>
        </p:txBody>
      </p:sp>
    </p:spTree>
    <p:extLst>
      <p:ext uri="{BB962C8B-B14F-4D97-AF65-F5344CB8AC3E}">
        <p14:creationId xmlns:p14="http://schemas.microsoft.com/office/powerpoint/2010/main" val="1541284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C22F-5903-0D26-C042-475DFF02D63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9E744C9-96F2-F9AF-EBBC-A715F81C132F}"/>
              </a:ext>
            </a:extLst>
          </p:cNvPr>
          <p:cNvSpPr>
            <a:spLocks noGrp="1"/>
          </p:cNvSpPr>
          <p:nvPr>
            <p:ph type="title"/>
          </p:nvPr>
        </p:nvSpPr>
        <p:spPr>
          <a:xfrm>
            <a:off x="838200" y="586896"/>
            <a:ext cx="10515600" cy="920749"/>
          </a:xfrm>
        </p:spPr>
        <p:txBody>
          <a:bodyPr anchor="ctr">
            <a:normAutofit fontScale="90000"/>
          </a:bodyPr>
          <a:lstStyle/>
          <a:p>
            <a:r>
              <a:rPr lang="da-DK" sz="3000" b="1" dirty="0"/>
              <a:t>Sårbarheder i cloudløsninger (hvor løsningen er leveres af tredjepart)</a:t>
            </a:r>
            <a:br>
              <a:rPr lang="da-DK" sz="3000" b="1" dirty="0"/>
            </a:br>
            <a:endParaRPr lang="da-DK" sz="3000" dirty="0"/>
          </a:p>
        </p:txBody>
      </p:sp>
      <p:grpSp>
        <p:nvGrpSpPr>
          <p:cNvPr id="3" name="Gruppe 2">
            <a:extLst>
              <a:ext uri="{FF2B5EF4-FFF2-40B4-BE49-F238E27FC236}">
                <a16:creationId xmlns:a16="http://schemas.microsoft.com/office/drawing/2014/main" id="{B7A5ED72-AF05-52AA-7380-DD44E6BA9848}"/>
              </a:ext>
            </a:extLst>
          </p:cNvPr>
          <p:cNvGrpSpPr/>
          <p:nvPr/>
        </p:nvGrpSpPr>
        <p:grpSpPr>
          <a:xfrm>
            <a:off x="838200" y="2188379"/>
            <a:ext cx="9791038" cy="3170725"/>
            <a:chOff x="1124606" y="1250719"/>
            <a:chExt cx="9791038" cy="2397858"/>
          </a:xfrm>
        </p:grpSpPr>
        <p:sp>
          <p:nvSpPr>
            <p:cNvPr id="4" name="Kombinationstegning: figur 3">
              <a:extLst>
                <a:ext uri="{FF2B5EF4-FFF2-40B4-BE49-F238E27FC236}">
                  <a16:creationId xmlns:a16="http://schemas.microsoft.com/office/drawing/2014/main" id="{0EAE146F-AC5B-B3AF-E011-627CF479DF02}"/>
                </a:ext>
              </a:extLst>
            </p:cNvPr>
            <p:cNvSpPr/>
            <p:nvPr/>
          </p:nvSpPr>
          <p:spPr>
            <a:xfrm>
              <a:off x="1124607" y="1250719"/>
              <a:ext cx="2091560" cy="845251"/>
            </a:xfrm>
            <a:custGeom>
              <a:avLst/>
              <a:gdLst>
                <a:gd name="connsiteX0" fmla="*/ 0 w 3154438"/>
                <a:gd name="connsiteY0" fmla="*/ 0 h 574789"/>
                <a:gd name="connsiteX1" fmla="*/ 3154438 w 3154438"/>
                <a:gd name="connsiteY1" fmla="*/ 0 h 574789"/>
                <a:gd name="connsiteX2" fmla="*/ 3154438 w 3154438"/>
                <a:gd name="connsiteY2" fmla="*/ 574789 h 574789"/>
                <a:gd name="connsiteX3" fmla="*/ 0 w 3154438"/>
                <a:gd name="connsiteY3" fmla="*/ 574789 h 574789"/>
                <a:gd name="connsiteX4" fmla="*/ 0 w 3154438"/>
                <a:gd name="connsiteY4" fmla="*/ 0 h 5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438" h="574789">
                  <a:moveTo>
                    <a:pt x="0" y="0"/>
                  </a:moveTo>
                  <a:lnTo>
                    <a:pt x="3154438" y="0"/>
                  </a:lnTo>
                  <a:lnTo>
                    <a:pt x="3154438" y="574789"/>
                  </a:lnTo>
                  <a:lnTo>
                    <a:pt x="0" y="5747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Kompromittering</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af</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APIér</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5" name="Kombinationstegning: figur 4">
              <a:extLst>
                <a:ext uri="{FF2B5EF4-FFF2-40B4-BE49-F238E27FC236}">
                  <a16:creationId xmlns:a16="http://schemas.microsoft.com/office/drawing/2014/main" id="{23755BF1-12A0-D7CF-A71B-4CEA6C27325A}"/>
                </a:ext>
              </a:extLst>
            </p:cNvPr>
            <p:cNvSpPr/>
            <p:nvPr/>
          </p:nvSpPr>
          <p:spPr>
            <a:xfrm>
              <a:off x="3699641" y="1250719"/>
              <a:ext cx="7216003" cy="845251"/>
            </a:xfrm>
            <a:custGeom>
              <a:avLst/>
              <a:gdLst>
                <a:gd name="connsiteX0" fmla="*/ 0 w 6775210"/>
                <a:gd name="connsiteY0" fmla="*/ 0 h 584241"/>
                <a:gd name="connsiteX1" fmla="*/ 6775210 w 6775210"/>
                <a:gd name="connsiteY1" fmla="*/ 0 h 584241"/>
                <a:gd name="connsiteX2" fmla="*/ 6775210 w 6775210"/>
                <a:gd name="connsiteY2" fmla="*/ 584241 h 584241"/>
                <a:gd name="connsiteX3" fmla="*/ 0 w 6775210"/>
                <a:gd name="connsiteY3" fmla="*/ 584241 h 584241"/>
                <a:gd name="connsiteX4" fmla="*/ 0 w 6775210"/>
                <a:gd name="connsiteY4" fmla="*/ 0 h 58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210" h="584241">
                  <a:moveTo>
                    <a:pt x="0" y="0"/>
                  </a:moveTo>
                  <a:lnTo>
                    <a:pt x="6775210" y="0"/>
                  </a:lnTo>
                  <a:lnTo>
                    <a:pt x="6775210" y="584241"/>
                  </a:lnTo>
                  <a:lnTo>
                    <a:pt x="0" y="58424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Cloud tjenester tilbyder ofte </a:t>
              </a:r>
              <a:r>
                <a:rPr kumimoji="0" lang="da-DK" sz="1400" b="0" i="0" u="none" strike="noStrike" kern="1200" cap="none" spc="0" normalizeH="0" baseline="0" noProof="0" dirty="0" err="1">
                  <a:ln>
                    <a:noFill/>
                  </a:ln>
                  <a:solidFill>
                    <a:prstClr val="black"/>
                  </a:solidFill>
                  <a:effectLst/>
                  <a:uLnTx/>
                  <a:uFillTx/>
                  <a:latin typeface="Montserrat"/>
                  <a:ea typeface="+mn-ea"/>
                  <a:cs typeface="+mn-cs"/>
                </a:rPr>
                <a:t>API'er</a:t>
              </a:r>
              <a:r>
                <a:rPr kumimoji="0" lang="da-DK" sz="1400" b="0" i="0" u="none" strike="noStrike" kern="1200" cap="none" spc="0" normalizeH="0" baseline="0" noProof="0" dirty="0">
                  <a:ln>
                    <a:noFill/>
                  </a:ln>
                  <a:solidFill>
                    <a:prstClr val="black"/>
                  </a:solidFill>
                  <a:effectLst/>
                  <a:uLnTx/>
                  <a:uFillTx/>
                  <a:latin typeface="Montserrat"/>
                  <a:ea typeface="+mn-ea"/>
                  <a:cs typeface="+mn-cs"/>
                </a:rPr>
                <a:t> (Application Programming Interfaces) for at lette integration mellem systemer. Hvis </a:t>
              </a:r>
              <a:r>
                <a:rPr kumimoji="0" lang="da-DK" sz="1400" b="0" i="0" u="none" strike="noStrike" kern="1200" cap="none" spc="0" normalizeH="0" baseline="0" noProof="0" dirty="0" err="1">
                  <a:ln>
                    <a:noFill/>
                  </a:ln>
                  <a:solidFill>
                    <a:srgbClr val="FF0000"/>
                  </a:solidFill>
                  <a:effectLst/>
                  <a:uLnTx/>
                  <a:uFillTx/>
                  <a:latin typeface="Montserrat"/>
                  <a:ea typeface="+mn-ea"/>
                  <a:cs typeface="+mn-cs"/>
                </a:rPr>
                <a:t>API'erne</a:t>
              </a:r>
              <a:r>
                <a:rPr kumimoji="0" lang="da-DK" sz="1400" b="0" i="0" u="none" strike="noStrike" kern="1200" cap="none" spc="0" normalizeH="0" baseline="0" noProof="0" dirty="0">
                  <a:ln>
                    <a:noFill/>
                  </a:ln>
                  <a:solidFill>
                    <a:srgbClr val="FF0000"/>
                  </a:solidFill>
                  <a:effectLst/>
                  <a:uLnTx/>
                  <a:uFillTx/>
                  <a:latin typeface="Montserrat"/>
                  <a:ea typeface="+mn-ea"/>
                  <a:cs typeface="+mn-cs"/>
                </a:rPr>
                <a:t> ikke er ordentligt sikret</a:t>
              </a:r>
              <a:r>
                <a:rPr kumimoji="0" lang="da-DK" sz="1400" b="0" i="0" u="none" strike="noStrike" kern="1200" cap="none" spc="0" normalizeH="0" baseline="0" noProof="0" dirty="0">
                  <a:ln>
                    <a:noFill/>
                  </a:ln>
                  <a:solidFill>
                    <a:prstClr val="black"/>
                  </a:solidFill>
                  <a:effectLst/>
                  <a:uLnTx/>
                  <a:uFillTx/>
                  <a:latin typeface="Montserrat"/>
                  <a:ea typeface="+mn-ea"/>
                  <a:cs typeface="+mn-cs"/>
                </a:rPr>
                <a:t>, kan angribere udnytte dem til at få adgang til data eller funktionalitet, der normalt ikke er tilgængelig.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AA4F60D5-F8CC-C273-C5B5-8D363480B92A}"/>
                </a:ext>
              </a:extLst>
            </p:cNvPr>
            <p:cNvSpPr/>
            <p:nvPr/>
          </p:nvSpPr>
          <p:spPr>
            <a:xfrm>
              <a:off x="1124606" y="3007377"/>
              <a:ext cx="2091561" cy="641199"/>
            </a:xfrm>
            <a:custGeom>
              <a:avLst/>
              <a:gdLst>
                <a:gd name="connsiteX0" fmla="*/ 0 w 3134431"/>
                <a:gd name="connsiteY0" fmla="*/ 0 h 641199"/>
                <a:gd name="connsiteX1" fmla="*/ 3134431 w 3134431"/>
                <a:gd name="connsiteY1" fmla="*/ 0 h 641199"/>
                <a:gd name="connsiteX2" fmla="*/ 3134431 w 3134431"/>
                <a:gd name="connsiteY2" fmla="*/ 641199 h 641199"/>
                <a:gd name="connsiteX3" fmla="*/ 0 w 3134431"/>
                <a:gd name="connsiteY3" fmla="*/ 641199 h 641199"/>
                <a:gd name="connsiteX4" fmla="*/ 0 w 3134431"/>
                <a:gd name="connsiteY4" fmla="*/ 0 h 641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31" h="641199">
                  <a:moveTo>
                    <a:pt x="0" y="0"/>
                  </a:moveTo>
                  <a:lnTo>
                    <a:pt x="3134431" y="0"/>
                  </a:lnTo>
                  <a:lnTo>
                    <a:pt x="3134431" y="641199"/>
                  </a:lnTo>
                  <a:lnTo>
                    <a:pt x="0" y="64119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Angreb</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på</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cloudinfrastruktur</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7" name="Kombinationstegning: figur 6">
              <a:extLst>
                <a:ext uri="{FF2B5EF4-FFF2-40B4-BE49-F238E27FC236}">
                  <a16:creationId xmlns:a16="http://schemas.microsoft.com/office/drawing/2014/main" id="{D7D15EDE-F39D-BC29-8885-2C2F70C5FAED}"/>
                </a:ext>
              </a:extLst>
            </p:cNvPr>
            <p:cNvSpPr/>
            <p:nvPr/>
          </p:nvSpPr>
          <p:spPr>
            <a:xfrm>
              <a:off x="3699228" y="3008254"/>
              <a:ext cx="7216003" cy="640323"/>
            </a:xfrm>
            <a:custGeom>
              <a:avLst/>
              <a:gdLst>
                <a:gd name="connsiteX0" fmla="*/ 0 w 6741517"/>
                <a:gd name="connsiteY0" fmla="*/ 0 h 652431"/>
                <a:gd name="connsiteX1" fmla="*/ 6741517 w 6741517"/>
                <a:gd name="connsiteY1" fmla="*/ 0 h 652431"/>
                <a:gd name="connsiteX2" fmla="*/ 6741517 w 6741517"/>
                <a:gd name="connsiteY2" fmla="*/ 652431 h 652431"/>
                <a:gd name="connsiteX3" fmla="*/ 0 w 6741517"/>
                <a:gd name="connsiteY3" fmla="*/ 652431 h 652431"/>
                <a:gd name="connsiteX4" fmla="*/ 0 w 6741517"/>
                <a:gd name="connsiteY4" fmla="*/ 0 h 652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517" h="652431">
                  <a:moveTo>
                    <a:pt x="0" y="0"/>
                  </a:moveTo>
                  <a:lnTo>
                    <a:pt x="6741517" y="0"/>
                  </a:lnTo>
                  <a:lnTo>
                    <a:pt x="6741517" y="652431"/>
                  </a:lnTo>
                  <a:lnTo>
                    <a:pt x="0" y="65243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 </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31828324-FA40-FC91-2F32-4034351EA0BE}"/>
                </a:ext>
              </a:extLst>
            </p:cNvPr>
            <p:cNvSpPr/>
            <p:nvPr/>
          </p:nvSpPr>
          <p:spPr>
            <a:xfrm>
              <a:off x="1124606" y="2225557"/>
              <a:ext cx="2091561" cy="653108"/>
            </a:xfrm>
            <a:custGeom>
              <a:avLst/>
              <a:gdLst>
                <a:gd name="connsiteX0" fmla="*/ 0 w 3113614"/>
                <a:gd name="connsiteY0" fmla="*/ 0 h 653108"/>
                <a:gd name="connsiteX1" fmla="*/ 3113614 w 3113614"/>
                <a:gd name="connsiteY1" fmla="*/ 0 h 653108"/>
                <a:gd name="connsiteX2" fmla="*/ 3113614 w 3113614"/>
                <a:gd name="connsiteY2" fmla="*/ 653108 h 653108"/>
                <a:gd name="connsiteX3" fmla="*/ 0 w 3113614"/>
                <a:gd name="connsiteY3" fmla="*/ 653108 h 653108"/>
                <a:gd name="connsiteX4" fmla="*/ 0 w 3113614"/>
                <a:gd name="connsiteY4" fmla="*/ 0 h 653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614" h="653108">
                  <a:moveTo>
                    <a:pt x="0" y="0"/>
                  </a:moveTo>
                  <a:lnTo>
                    <a:pt x="3113614" y="0"/>
                  </a:lnTo>
                  <a:lnTo>
                    <a:pt x="3113614" y="653108"/>
                  </a:lnTo>
                  <a:lnTo>
                    <a:pt x="0" y="65310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Miskonfiguration</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af</a:t>
              </a:r>
              <a:r>
                <a:rPr kumimoji="0" lang="en-US" sz="1400" b="1" i="0" u="none" strike="noStrike" kern="1200" cap="none" spc="0" normalizeH="0" baseline="0" noProof="0" dirty="0">
                  <a:ln>
                    <a:noFill/>
                  </a:ln>
                  <a:solidFill>
                    <a:prstClr val="black"/>
                  </a:solidFill>
                  <a:effectLst/>
                  <a:uLnTx/>
                  <a:uFillTx/>
                  <a:latin typeface="Montserrat"/>
                  <a:ea typeface="+mn-ea"/>
                  <a:cs typeface="+mn-cs"/>
                </a:rPr>
                <a:t> </a:t>
              </a:r>
              <a:r>
                <a:rPr kumimoji="0" lang="en-US" sz="1400" b="1" i="0" u="none" strike="noStrike" kern="1200" cap="none" spc="0" normalizeH="0" baseline="0" noProof="0" dirty="0" err="1">
                  <a:ln>
                    <a:noFill/>
                  </a:ln>
                  <a:solidFill>
                    <a:prstClr val="black"/>
                  </a:solidFill>
                  <a:effectLst/>
                  <a:uLnTx/>
                  <a:uFillTx/>
                  <a:latin typeface="Montserrat"/>
                  <a:ea typeface="+mn-ea"/>
                  <a:cs typeface="+mn-cs"/>
                </a:rPr>
                <a:t>cloudløsninger</a:t>
              </a:r>
              <a:endParaRPr kumimoji="0" lang="en-US" sz="1400" b="1" i="0" u="none" strike="noStrike" kern="1200" cap="none" spc="0" normalizeH="0" baseline="0" noProof="0" dirty="0">
                <a:ln>
                  <a:noFill/>
                </a:ln>
                <a:solidFill>
                  <a:prstClr val="black"/>
                </a:solidFill>
                <a:effectLst/>
                <a:uLnTx/>
                <a:uFillTx/>
                <a:latin typeface="Montserrat"/>
                <a:ea typeface="+mn-ea"/>
                <a:cs typeface="+mn-cs"/>
              </a:endParaRPr>
            </a:p>
          </p:txBody>
        </p:sp>
        <p:sp>
          <p:nvSpPr>
            <p:cNvPr id="10" name="Kombinationstegning: figur 9">
              <a:extLst>
                <a:ext uri="{FF2B5EF4-FFF2-40B4-BE49-F238E27FC236}">
                  <a16:creationId xmlns:a16="http://schemas.microsoft.com/office/drawing/2014/main" id="{BAA998E7-58D7-F0B5-CCE9-BC7778C7CACC}"/>
                </a:ext>
              </a:extLst>
            </p:cNvPr>
            <p:cNvSpPr/>
            <p:nvPr/>
          </p:nvSpPr>
          <p:spPr>
            <a:xfrm>
              <a:off x="3699641" y="2245652"/>
              <a:ext cx="7181891" cy="612920"/>
            </a:xfrm>
            <a:custGeom>
              <a:avLst/>
              <a:gdLst>
                <a:gd name="connsiteX0" fmla="*/ 0 w 6741098"/>
                <a:gd name="connsiteY0" fmla="*/ 0 h 612920"/>
                <a:gd name="connsiteX1" fmla="*/ 6741098 w 6741098"/>
                <a:gd name="connsiteY1" fmla="*/ 0 h 612920"/>
                <a:gd name="connsiteX2" fmla="*/ 6741098 w 6741098"/>
                <a:gd name="connsiteY2" fmla="*/ 612920 h 612920"/>
                <a:gd name="connsiteX3" fmla="*/ 0 w 6741098"/>
                <a:gd name="connsiteY3" fmla="*/ 612920 h 612920"/>
                <a:gd name="connsiteX4" fmla="*/ 0 w 6741098"/>
                <a:gd name="connsiteY4" fmla="*/ 0 h 612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098" h="612920">
                  <a:moveTo>
                    <a:pt x="0" y="0"/>
                  </a:moveTo>
                  <a:lnTo>
                    <a:pt x="6741098" y="0"/>
                  </a:lnTo>
                  <a:lnTo>
                    <a:pt x="6741098" y="612920"/>
                  </a:lnTo>
                  <a:lnTo>
                    <a:pt x="0" y="61292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err="1">
                  <a:ln>
                    <a:noFill/>
                  </a:ln>
                  <a:solidFill>
                    <a:prstClr val="black"/>
                  </a:solidFill>
                  <a:effectLst/>
                  <a:uLnTx/>
                  <a:uFillTx/>
                  <a:latin typeface="Montserrat"/>
                  <a:ea typeface="+mn-ea"/>
                  <a:cs typeface="+mn-cs"/>
                </a:rPr>
                <a:t>Misconfiguration</a:t>
              </a:r>
              <a:r>
                <a:rPr kumimoji="0" lang="da-DK" sz="1400" b="0" i="0" u="none" strike="noStrike" kern="1200" cap="none" spc="0" normalizeH="0" baseline="0" noProof="0" dirty="0">
                  <a:ln>
                    <a:noFill/>
                  </a:ln>
                  <a:solidFill>
                    <a:prstClr val="black"/>
                  </a:solidFill>
                  <a:effectLst/>
                  <a:uLnTx/>
                  <a:uFillTx/>
                  <a:latin typeface="Montserrat"/>
                  <a:ea typeface="+mn-ea"/>
                  <a:cs typeface="+mn-cs"/>
                </a:rPr>
                <a:t> af cloudtjenester. Dette kan ske, når administratorer ikke </a:t>
              </a:r>
              <a:r>
                <a:rPr kumimoji="0" lang="da-DK" sz="1400" b="0" i="0" u="none" strike="noStrike" kern="1200" cap="none" spc="0" normalizeH="0" baseline="0" noProof="0" dirty="0">
                  <a:ln>
                    <a:noFill/>
                  </a:ln>
                  <a:solidFill>
                    <a:srgbClr val="FF0000"/>
                  </a:solidFill>
                  <a:effectLst/>
                  <a:uLnTx/>
                  <a:uFillTx/>
                  <a:latin typeface="Montserrat"/>
                  <a:ea typeface="+mn-ea"/>
                  <a:cs typeface="+mn-cs"/>
                </a:rPr>
                <a:t>konfigurerer sikkerhedsindstillinger </a:t>
              </a:r>
              <a:r>
                <a:rPr kumimoji="0" lang="da-DK" sz="1400" b="0" i="0" u="none" strike="noStrike" kern="1200" cap="none" spc="0" normalizeH="0" baseline="0" noProof="0" dirty="0">
                  <a:ln>
                    <a:noFill/>
                  </a:ln>
                  <a:solidFill>
                    <a:prstClr val="black"/>
                  </a:solidFill>
                  <a:effectLst/>
                  <a:uLnTx/>
                  <a:uFillTx/>
                  <a:latin typeface="Montserrat"/>
                  <a:ea typeface="+mn-ea"/>
                  <a:cs typeface="+mn-cs"/>
                </a:rPr>
                <a:t>korrekt, hvilket giver angribere mulighed for at få adgang til systemer eller data.</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
        <p:nvSpPr>
          <p:cNvPr id="13" name="Tekstfelt 12">
            <a:extLst>
              <a:ext uri="{FF2B5EF4-FFF2-40B4-BE49-F238E27FC236}">
                <a16:creationId xmlns:a16="http://schemas.microsoft.com/office/drawing/2014/main" id="{C23F7F50-B4D8-7111-C351-30F100B63427}"/>
              </a:ext>
            </a:extLst>
          </p:cNvPr>
          <p:cNvSpPr txBox="1"/>
          <p:nvPr/>
        </p:nvSpPr>
        <p:spPr>
          <a:xfrm>
            <a:off x="3583245" y="4598152"/>
            <a:ext cx="6556474" cy="674031"/>
          </a:xfrm>
          <a:prstGeom prst="rect">
            <a:avLst/>
          </a:prstGeom>
          <a:noFill/>
        </p:spPr>
        <p:txBody>
          <a:bodyPr wrap="square">
            <a:sp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Når cloudtjenester leverer infrastruktur (IaaS), platforme (PaaS), eller software (SaaS), kan angriberen forsøge at </a:t>
            </a:r>
            <a:r>
              <a:rPr kumimoji="0" lang="da-DK" sz="1400" b="0" i="0" u="none" strike="noStrike" kern="1200" cap="none" spc="0" normalizeH="0" baseline="0" noProof="0" dirty="0">
                <a:ln>
                  <a:noFill/>
                </a:ln>
                <a:solidFill>
                  <a:srgbClr val="FF0000"/>
                </a:solidFill>
                <a:effectLst/>
                <a:uLnTx/>
                <a:uFillTx/>
                <a:latin typeface="Montserrat"/>
                <a:ea typeface="+mn-ea"/>
                <a:cs typeface="+mn-cs"/>
              </a:rPr>
              <a:t>udnytte sårbarheder i selve infrastrukturen eller applikationen</a:t>
            </a:r>
            <a:r>
              <a:rPr kumimoji="0" lang="da-DK" sz="1400" b="0" i="0" u="none" strike="noStrike" kern="1200" cap="none" spc="0" normalizeH="0" baseline="0" noProof="0" dirty="0">
                <a:ln>
                  <a:noFill/>
                </a:ln>
                <a:solidFill>
                  <a:prstClr val="black"/>
                </a:solidFill>
                <a:effectLst/>
                <a:uLnTx/>
                <a:uFillTx/>
                <a:latin typeface="Montserrat"/>
                <a:ea typeface="+mn-ea"/>
                <a:cs typeface="+mn-cs"/>
              </a:rPr>
              <a:t>.</a:t>
            </a:r>
          </a:p>
        </p:txBody>
      </p:sp>
    </p:spTree>
    <p:extLst>
      <p:ext uri="{BB962C8B-B14F-4D97-AF65-F5344CB8AC3E}">
        <p14:creationId xmlns:p14="http://schemas.microsoft.com/office/powerpoint/2010/main" val="3219833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EEFB5-DFF2-A21F-2D5A-804392B5371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BB58A3-6C4C-F745-7474-D56E8241E212}"/>
              </a:ext>
            </a:extLst>
          </p:cNvPr>
          <p:cNvSpPr>
            <a:spLocks noGrp="1"/>
          </p:cNvSpPr>
          <p:nvPr>
            <p:ph type="title"/>
          </p:nvPr>
        </p:nvSpPr>
        <p:spPr/>
        <p:txBody>
          <a:bodyPr/>
          <a:lstStyle/>
          <a:p>
            <a:r>
              <a:rPr lang="da-DK" dirty="0"/>
              <a:t>Opgave</a:t>
            </a:r>
          </a:p>
        </p:txBody>
      </p:sp>
      <p:sp>
        <p:nvSpPr>
          <p:cNvPr id="3" name="Pladsholder til indhold 2">
            <a:extLst>
              <a:ext uri="{FF2B5EF4-FFF2-40B4-BE49-F238E27FC236}">
                <a16:creationId xmlns:a16="http://schemas.microsoft.com/office/drawing/2014/main" id="{4FD3AB35-B32B-4CEE-EEC4-4ECB5F812788}"/>
              </a:ext>
            </a:extLst>
          </p:cNvPr>
          <p:cNvSpPr>
            <a:spLocks noGrp="1"/>
          </p:cNvSpPr>
          <p:nvPr>
            <p:ph sz="quarter" idx="10"/>
          </p:nvPr>
        </p:nvSpPr>
        <p:spPr/>
        <p:txBody>
          <a:bodyPr/>
          <a:lstStyle/>
          <a:p>
            <a:r>
              <a:rPr lang="da-DK" dirty="0"/>
              <a:t>Find eksempler på denne type angreb – forklar hvad der skete og se om I kan finde </a:t>
            </a:r>
            <a:r>
              <a:rPr lang="da-DK" dirty="0" err="1"/>
              <a:t>mitigeringstiltag</a:t>
            </a:r>
            <a:r>
              <a:rPr lang="da-DK" dirty="0"/>
              <a:t>. </a:t>
            </a:r>
          </a:p>
          <a:p>
            <a:endParaRPr lang="da-DK" dirty="0"/>
          </a:p>
          <a:p>
            <a:r>
              <a:rPr lang="da-DK" dirty="0"/>
              <a:t>10 min.</a:t>
            </a:r>
          </a:p>
        </p:txBody>
      </p:sp>
    </p:spTree>
    <p:extLst>
      <p:ext uri="{BB962C8B-B14F-4D97-AF65-F5344CB8AC3E}">
        <p14:creationId xmlns:p14="http://schemas.microsoft.com/office/powerpoint/2010/main" val="1949790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19AD-61A3-681A-A848-A145983D61F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4599ECF-F52B-F63A-D19A-4A1261879A58}"/>
              </a:ext>
            </a:extLst>
          </p:cNvPr>
          <p:cNvSpPr>
            <a:spLocks noGrp="1"/>
          </p:cNvSpPr>
          <p:nvPr>
            <p:ph type="title"/>
          </p:nvPr>
        </p:nvSpPr>
        <p:spPr>
          <a:xfrm>
            <a:off x="838200" y="586896"/>
            <a:ext cx="10515600" cy="920749"/>
          </a:xfrm>
        </p:spPr>
        <p:txBody>
          <a:bodyPr anchor="ctr">
            <a:normAutofit/>
          </a:bodyPr>
          <a:lstStyle/>
          <a:p>
            <a:r>
              <a:rPr lang="da-DK" sz="3000" b="1" dirty="0"/>
              <a:t>Insider truslen</a:t>
            </a:r>
            <a:br>
              <a:rPr lang="da-DK" sz="3000" b="1" dirty="0"/>
            </a:br>
            <a:endParaRPr lang="da-DK" sz="3000" dirty="0"/>
          </a:p>
        </p:txBody>
      </p:sp>
      <p:grpSp>
        <p:nvGrpSpPr>
          <p:cNvPr id="3" name="Gruppe 2">
            <a:extLst>
              <a:ext uri="{FF2B5EF4-FFF2-40B4-BE49-F238E27FC236}">
                <a16:creationId xmlns:a16="http://schemas.microsoft.com/office/drawing/2014/main" id="{1E7926F3-7B99-C09A-A0E4-55E95EF488C6}"/>
              </a:ext>
            </a:extLst>
          </p:cNvPr>
          <p:cNvGrpSpPr/>
          <p:nvPr/>
        </p:nvGrpSpPr>
        <p:grpSpPr>
          <a:xfrm>
            <a:off x="932948" y="1630330"/>
            <a:ext cx="9908818" cy="3116946"/>
            <a:chOff x="1040524" y="1244847"/>
            <a:chExt cx="9908818" cy="2861370"/>
          </a:xfrm>
        </p:grpSpPr>
        <p:sp>
          <p:nvSpPr>
            <p:cNvPr id="4" name="Kombinationstegning: figur 3">
              <a:extLst>
                <a:ext uri="{FF2B5EF4-FFF2-40B4-BE49-F238E27FC236}">
                  <a16:creationId xmlns:a16="http://schemas.microsoft.com/office/drawing/2014/main" id="{0CFE42F1-1FB4-742C-3B4D-9FD7D50690AB}"/>
                </a:ext>
              </a:extLst>
            </p:cNvPr>
            <p:cNvSpPr/>
            <p:nvPr/>
          </p:nvSpPr>
          <p:spPr>
            <a:xfrm>
              <a:off x="1040524" y="1250719"/>
              <a:ext cx="2175642" cy="710018"/>
            </a:xfrm>
            <a:custGeom>
              <a:avLst/>
              <a:gdLst>
                <a:gd name="connsiteX0" fmla="*/ 0 w 3154438"/>
                <a:gd name="connsiteY0" fmla="*/ 0 h 574789"/>
                <a:gd name="connsiteX1" fmla="*/ 3154438 w 3154438"/>
                <a:gd name="connsiteY1" fmla="*/ 0 h 574789"/>
                <a:gd name="connsiteX2" fmla="*/ 3154438 w 3154438"/>
                <a:gd name="connsiteY2" fmla="*/ 574789 h 574789"/>
                <a:gd name="connsiteX3" fmla="*/ 0 w 3154438"/>
                <a:gd name="connsiteY3" fmla="*/ 574789 h 574789"/>
                <a:gd name="connsiteX4" fmla="*/ 0 w 3154438"/>
                <a:gd name="connsiteY4" fmla="*/ 0 h 574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438" h="574789">
                  <a:moveTo>
                    <a:pt x="0" y="0"/>
                  </a:moveTo>
                  <a:lnTo>
                    <a:pt x="3154438" y="0"/>
                  </a:lnTo>
                  <a:lnTo>
                    <a:pt x="3154438" y="574789"/>
                  </a:lnTo>
                  <a:lnTo>
                    <a:pt x="0" y="57478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Ondsindede</a:t>
              </a:r>
              <a:r>
                <a:rPr kumimoji="0" lang="en-US" sz="1400" b="1" i="0" u="none" strike="noStrike" kern="1200" cap="none" spc="0" normalizeH="0" baseline="0" noProof="0" dirty="0">
                  <a:ln>
                    <a:noFill/>
                  </a:ln>
                  <a:solidFill>
                    <a:prstClr val="black"/>
                  </a:solidFill>
                  <a:effectLst/>
                  <a:uLnTx/>
                  <a:uFillTx/>
                  <a:latin typeface="Montserrat"/>
                  <a:ea typeface="+mn-ea"/>
                  <a:cs typeface="+mn-cs"/>
                </a:rPr>
                <a:t> insiders</a:t>
              </a:r>
            </a:p>
          </p:txBody>
        </p:sp>
        <p:sp>
          <p:nvSpPr>
            <p:cNvPr id="5" name="Kombinationstegning: figur 4">
              <a:extLst>
                <a:ext uri="{FF2B5EF4-FFF2-40B4-BE49-F238E27FC236}">
                  <a16:creationId xmlns:a16="http://schemas.microsoft.com/office/drawing/2014/main" id="{6E648432-BE34-A739-B086-B8E16D780608}"/>
                </a:ext>
              </a:extLst>
            </p:cNvPr>
            <p:cNvSpPr/>
            <p:nvPr/>
          </p:nvSpPr>
          <p:spPr>
            <a:xfrm>
              <a:off x="3563006" y="1244847"/>
              <a:ext cx="7352637" cy="710018"/>
            </a:xfrm>
            <a:custGeom>
              <a:avLst/>
              <a:gdLst>
                <a:gd name="connsiteX0" fmla="*/ 0 w 6775210"/>
                <a:gd name="connsiteY0" fmla="*/ 0 h 584241"/>
                <a:gd name="connsiteX1" fmla="*/ 6775210 w 6775210"/>
                <a:gd name="connsiteY1" fmla="*/ 0 h 584241"/>
                <a:gd name="connsiteX2" fmla="*/ 6775210 w 6775210"/>
                <a:gd name="connsiteY2" fmla="*/ 584241 h 584241"/>
                <a:gd name="connsiteX3" fmla="*/ 0 w 6775210"/>
                <a:gd name="connsiteY3" fmla="*/ 584241 h 584241"/>
                <a:gd name="connsiteX4" fmla="*/ 0 w 6775210"/>
                <a:gd name="connsiteY4" fmla="*/ 0 h 584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210" h="584241">
                  <a:moveTo>
                    <a:pt x="0" y="0"/>
                  </a:moveTo>
                  <a:lnTo>
                    <a:pt x="6775210" y="0"/>
                  </a:lnTo>
                  <a:lnTo>
                    <a:pt x="6775210" y="584241"/>
                  </a:lnTo>
                  <a:lnTo>
                    <a:pt x="0" y="58424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 Dette er personer, der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med vilje udnytter deres adgang </a:t>
              </a:r>
              <a:r>
                <a:rPr kumimoji="0" lang="da-DK" sz="1400" b="0" i="0" u="none" strike="noStrike" kern="1200" cap="none" spc="0" normalizeH="0" baseline="0" noProof="0" dirty="0">
                  <a:ln>
                    <a:noFill/>
                  </a:ln>
                  <a:solidFill>
                    <a:prstClr val="black"/>
                  </a:solidFill>
                  <a:effectLst/>
                  <a:uLnTx/>
                  <a:uFillTx/>
                  <a:latin typeface="Montserrat"/>
                  <a:ea typeface="+mn-ea"/>
                  <a:cs typeface="+mn-cs"/>
                </a:rPr>
                <a:t>til organisationens systemer for at skade organisationen, stjæle data eller forårsage nedbrud eller økonomisk skade</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Kombinationstegning: figur 5">
              <a:extLst>
                <a:ext uri="{FF2B5EF4-FFF2-40B4-BE49-F238E27FC236}">
                  <a16:creationId xmlns:a16="http://schemas.microsoft.com/office/drawing/2014/main" id="{0F558D46-92CF-52F0-9A99-6465AB2B8D28}"/>
                </a:ext>
              </a:extLst>
            </p:cNvPr>
            <p:cNvSpPr/>
            <p:nvPr/>
          </p:nvSpPr>
          <p:spPr>
            <a:xfrm>
              <a:off x="1040525" y="3007377"/>
              <a:ext cx="2175642" cy="1098840"/>
            </a:xfrm>
            <a:custGeom>
              <a:avLst/>
              <a:gdLst>
                <a:gd name="connsiteX0" fmla="*/ 0 w 3134431"/>
                <a:gd name="connsiteY0" fmla="*/ 0 h 641199"/>
                <a:gd name="connsiteX1" fmla="*/ 3134431 w 3134431"/>
                <a:gd name="connsiteY1" fmla="*/ 0 h 641199"/>
                <a:gd name="connsiteX2" fmla="*/ 3134431 w 3134431"/>
                <a:gd name="connsiteY2" fmla="*/ 641199 h 641199"/>
                <a:gd name="connsiteX3" fmla="*/ 0 w 3134431"/>
                <a:gd name="connsiteY3" fmla="*/ 641199 h 641199"/>
                <a:gd name="connsiteX4" fmla="*/ 0 w 3134431"/>
                <a:gd name="connsiteY4" fmla="*/ 0 h 641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31" h="641199">
                  <a:moveTo>
                    <a:pt x="0" y="0"/>
                  </a:moveTo>
                  <a:lnTo>
                    <a:pt x="3134431" y="0"/>
                  </a:lnTo>
                  <a:lnTo>
                    <a:pt x="3134431" y="641199"/>
                  </a:lnTo>
                  <a:lnTo>
                    <a:pt x="0" y="641199"/>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Kompromitterede</a:t>
              </a:r>
              <a:r>
                <a:rPr kumimoji="0" lang="en-US" sz="1400" b="1" i="0" u="none" strike="noStrike" kern="1200" cap="none" spc="0" normalizeH="0" baseline="0" noProof="0" dirty="0">
                  <a:ln>
                    <a:noFill/>
                  </a:ln>
                  <a:solidFill>
                    <a:prstClr val="black"/>
                  </a:solidFill>
                  <a:effectLst/>
                  <a:uLnTx/>
                  <a:uFillTx/>
                  <a:latin typeface="Montserrat"/>
                  <a:ea typeface="+mn-ea"/>
                  <a:cs typeface="+mn-cs"/>
                </a:rPr>
                <a:t> insiders</a:t>
              </a:r>
            </a:p>
          </p:txBody>
        </p:sp>
        <p:sp>
          <p:nvSpPr>
            <p:cNvPr id="7" name="Kombinationstegning: figur 6">
              <a:extLst>
                <a:ext uri="{FF2B5EF4-FFF2-40B4-BE49-F238E27FC236}">
                  <a16:creationId xmlns:a16="http://schemas.microsoft.com/office/drawing/2014/main" id="{E0E75542-44A7-92EF-5CE9-4DE2FEBD664A}"/>
                </a:ext>
              </a:extLst>
            </p:cNvPr>
            <p:cNvSpPr/>
            <p:nvPr/>
          </p:nvSpPr>
          <p:spPr>
            <a:xfrm>
              <a:off x="3563008" y="3008253"/>
              <a:ext cx="7386334" cy="1097964"/>
            </a:xfrm>
            <a:custGeom>
              <a:avLst/>
              <a:gdLst>
                <a:gd name="connsiteX0" fmla="*/ 0 w 6741517"/>
                <a:gd name="connsiteY0" fmla="*/ 0 h 652431"/>
                <a:gd name="connsiteX1" fmla="*/ 6741517 w 6741517"/>
                <a:gd name="connsiteY1" fmla="*/ 0 h 652431"/>
                <a:gd name="connsiteX2" fmla="*/ 6741517 w 6741517"/>
                <a:gd name="connsiteY2" fmla="*/ 652431 h 652431"/>
                <a:gd name="connsiteX3" fmla="*/ 0 w 6741517"/>
                <a:gd name="connsiteY3" fmla="*/ 652431 h 652431"/>
                <a:gd name="connsiteX4" fmla="*/ 0 w 6741517"/>
                <a:gd name="connsiteY4" fmla="*/ 0 h 652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517" h="652431">
                  <a:moveTo>
                    <a:pt x="0" y="0"/>
                  </a:moveTo>
                  <a:lnTo>
                    <a:pt x="6741517" y="0"/>
                  </a:lnTo>
                  <a:lnTo>
                    <a:pt x="6741517" y="652431"/>
                  </a:lnTo>
                  <a:lnTo>
                    <a:pt x="0" y="652431"/>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Situationer, hvor en insider </a:t>
              </a:r>
              <a:r>
                <a:rPr kumimoji="0" lang="da-DK" sz="1400" b="0" i="0" u="none" strike="noStrike" kern="1200" cap="none" spc="0" normalizeH="0" baseline="0" noProof="0" dirty="0">
                  <a:ln>
                    <a:noFill/>
                  </a:ln>
                  <a:solidFill>
                    <a:srgbClr val="FF0000"/>
                  </a:solidFill>
                  <a:effectLst/>
                  <a:uLnTx/>
                  <a:uFillTx/>
                  <a:latin typeface="Montserrat"/>
                  <a:ea typeface="+mn-ea"/>
                  <a:cs typeface="+mn-cs"/>
                </a:rPr>
                <a:t>(f.eks. ansat eller leverandør) bliver kompromitteret </a:t>
              </a:r>
              <a:r>
                <a:rPr kumimoji="0" lang="da-DK" sz="1400" b="0" i="0" u="none" strike="noStrike" kern="1200" cap="none" spc="0" normalizeH="0" baseline="0" noProof="0">
                  <a:ln>
                    <a:noFill/>
                  </a:ln>
                  <a:solidFill>
                    <a:srgbClr val="FF0000"/>
                  </a:solidFill>
                  <a:effectLst/>
                  <a:uLnTx/>
                  <a:uFillTx/>
                  <a:latin typeface="Montserrat"/>
                  <a:ea typeface="+mn-ea"/>
                  <a:cs typeface="+mn-cs"/>
                </a:rPr>
                <a:t>af ekstern angriber</a:t>
              </a:r>
              <a:r>
                <a:rPr kumimoji="0" lang="da-DK" sz="1400" b="0" i="0" u="none" strike="noStrike" kern="1200" cap="none" spc="0" normalizeH="0" baseline="0" noProof="0">
                  <a:ln>
                    <a:noFill/>
                  </a:ln>
                  <a:solidFill>
                    <a:prstClr val="black"/>
                  </a:solidFill>
                  <a:effectLst/>
                  <a:uLnTx/>
                  <a:uFillTx/>
                  <a:latin typeface="Montserrat"/>
                  <a:ea typeface="+mn-ea"/>
                  <a:cs typeface="+mn-cs"/>
                </a:rPr>
                <a:t>, </a:t>
              </a:r>
              <a:r>
                <a:rPr kumimoji="0" lang="da-DK" sz="1400" b="0" i="0" u="none" strike="noStrike" kern="1200" cap="none" spc="0" normalizeH="0" baseline="0" noProof="0" dirty="0">
                  <a:ln>
                    <a:noFill/>
                  </a:ln>
                  <a:solidFill>
                    <a:prstClr val="black"/>
                  </a:solidFill>
                  <a:effectLst/>
                  <a:uLnTx/>
                  <a:uFillTx/>
                  <a:latin typeface="Montserrat"/>
                  <a:ea typeface="+mn-ea"/>
                  <a:cs typeface="+mn-cs"/>
                </a:rPr>
                <a:t>som får kontrol over deres konto og udnytter deres adgang til at udføre skadelige handlinger.</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Kombinationstegning: figur 7">
              <a:extLst>
                <a:ext uri="{FF2B5EF4-FFF2-40B4-BE49-F238E27FC236}">
                  <a16:creationId xmlns:a16="http://schemas.microsoft.com/office/drawing/2014/main" id="{F689B891-A788-A20F-D488-0A7AF5DC66F5}"/>
                </a:ext>
              </a:extLst>
            </p:cNvPr>
            <p:cNvSpPr/>
            <p:nvPr/>
          </p:nvSpPr>
          <p:spPr>
            <a:xfrm>
              <a:off x="1040524" y="2123184"/>
              <a:ext cx="2175642" cy="746082"/>
            </a:xfrm>
            <a:custGeom>
              <a:avLst/>
              <a:gdLst>
                <a:gd name="connsiteX0" fmla="*/ 0 w 3113614"/>
                <a:gd name="connsiteY0" fmla="*/ 0 h 653108"/>
                <a:gd name="connsiteX1" fmla="*/ 3113614 w 3113614"/>
                <a:gd name="connsiteY1" fmla="*/ 0 h 653108"/>
                <a:gd name="connsiteX2" fmla="*/ 3113614 w 3113614"/>
                <a:gd name="connsiteY2" fmla="*/ 653108 h 653108"/>
                <a:gd name="connsiteX3" fmla="*/ 0 w 3113614"/>
                <a:gd name="connsiteY3" fmla="*/ 653108 h 653108"/>
                <a:gd name="connsiteX4" fmla="*/ 0 w 3113614"/>
                <a:gd name="connsiteY4" fmla="*/ 0 h 653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3614" h="653108">
                  <a:moveTo>
                    <a:pt x="0" y="0"/>
                  </a:moveTo>
                  <a:lnTo>
                    <a:pt x="3113614" y="0"/>
                  </a:lnTo>
                  <a:lnTo>
                    <a:pt x="3113614" y="653108"/>
                  </a:lnTo>
                  <a:lnTo>
                    <a:pt x="0" y="653108"/>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Montserrat"/>
                  <a:ea typeface="+mn-ea"/>
                  <a:cs typeface="+mn-cs"/>
                </a:rPr>
                <a:t>Uagtsommer</a:t>
              </a:r>
              <a:r>
                <a:rPr kumimoji="0" lang="en-US" sz="1400" b="1" i="0" u="none" strike="noStrike" kern="1200" cap="none" spc="0" normalizeH="0" baseline="0" noProof="0" dirty="0">
                  <a:ln>
                    <a:noFill/>
                  </a:ln>
                  <a:solidFill>
                    <a:prstClr val="black"/>
                  </a:solidFill>
                  <a:effectLst/>
                  <a:uLnTx/>
                  <a:uFillTx/>
                  <a:latin typeface="Montserrat"/>
                  <a:ea typeface="+mn-ea"/>
                  <a:cs typeface="+mn-cs"/>
                </a:rPr>
                <a:t> insiders</a:t>
              </a:r>
            </a:p>
          </p:txBody>
        </p:sp>
        <p:sp>
          <p:nvSpPr>
            <p:cNvPr id="10" name="Kombinationstegning: figur 9">
              <a:extLst>
                <a:ext uri="{FF2B5EF4-FFF2-40B4-BE49-F238E27FC236}">
                  <a16:creationId xmlns:a16="http://schemas.microsoft.com/office/drawing/2014/main" id="{B52FE8F4-C31A-C8F8-5C30-A3DA20792F5D}"/>
                </a:ext>
              </a:extLst>
            </p:cNvPr>
            <p:cNvSpPr/>
            <p:nvPr/>
          </p:nvSpPr>
          <p:spPr>
            <a:xfrm>
              <a:off x="3563007" y="2108517"/>
              <a:ext cx="7352637" cy="746082"/>
            </a:xfrm>
            <a:custGeom>
              <a:avLst/>
              <a:gdLst>
                <a:gd name="connsiteX0" fmla="*/ 0 w 6741098"/>
                <a:gd name="connsiteY0" fmla="*/ 0 h 612920"/>
                <a:gd name="connsiteX1" fmla="*/ 6741098 w 6741098"/>
                <a:gd name="connsiteY1" fmla="*/ 0 h 612920"/>
                <a:gd name="connsiteX2" fmla="*/ 6741098 w 6741098"/>
                <a:gd name="connsiteY2" fmla="*/ 612920 h 612920"/>
                <a:gd name="connsiteX3" fmla="*/ 0 w 6741098"/>
                <a:gd name="connsiteY3" fmla="*/ 612920 h 612920"/>
                <a:gd name="connsiteX4" fmla="*/ 0 w 6741098"/>
                <a:gd name="connsiteY4" fmla="*/ 0 h 612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1098" h="612920">
                  <a:moveTo>
                    <a:pt x="0" y="0"/>
                  </a:moveTo>
                  <a:lnTo>
                    <a:pt x="6741098" y="0"/>
                  </a:lnTo>
                  <a:lnTo>
                    <a:pt x="6741098" y="612920"/>
                  </a:lnTo>
                  <a:lnTo>
                    <a:pt x="0" y="61292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da-DK" sz="1400" b="0" i="0" u="none" strike="noStrike" kern="1200" cap="none" spc="0" normalizeH="0" baseline="0" noProof="0" dirty="0">
                  <a:ln>
                    <a:noFill/>
                  </a:ln>
                  <a:solidFill>
                    <a:prstClr val="black"/>
                  </a:solidFill>
                  <a:effectLst/>
                  <a:uLnTx/>
                  <a:uFillTx/>
                  <a:latin typeface="Montserrat"/>
                  <a:ea typeface="+mn-ea"/>
                  <a:cs typeface="+mn-cs"/>
                </a:rPr>
                <a:t>Dette er personer, der ikke nødvendigvis har ondsindede intentioner, men som </a:t>
              </a:r>
              <a:r>
                <a:rPr kumimoji="0" lang="da-DK" sz="1400" b="0" i="0" u="none" strike="noStrike" kern="1200" cap="none" spc="0" normalizeH="0" baseline="0" noProof="0" dirty="0">
                  <a:ln>
                    <a:noFill/>
                  </a:ln>
                  <a:solidFill>
                    <a:srgbClr val="FF0000"/>
                  </a:solidFill>
                  <a:effectLst/>
                  <a:uLnTx/>
                  <a:uFillTx/>
                  <a:latin typeface="Montserrat"/>
                  <a:ea typeface="+mn-ea"/>
                  <a:cs typeface="+mn-cs"/>
                </a:rPr>
                <a:t>ved en fejl udsætter organisationen for risiko</a:t>
              </a:r>
              <a:r>
                <a:rPr kumimoji="0" lang="da-DK" sz="1400" b="0" i="0" u="none" strike="noStrike" kern="1200" cap="none" spc="0" normalizeH="0" baseline="0" noProof="0" dirty="0">
                  <a:ln>
                    <a:noFill/>
                  </a:ln>
                  <a:solidFill>
                    <a:prstClr val="black"/>
                  </a:solidFill>
                  <a:effectLst/>
                  <a:uLnTx/>
                  <a:uFillTx/>
                  <a:latin typeface="Montserrat"/>
                  <a:ea typeface="+mn-ea"/>
                  <a:cs typeface="+mn-cs"/>
                </a:rPr>
                <a:t>, for eksempel ved at ignorere sikkerhedsprocedurer, sende følsomme data til de forkerte personer eller bruge svage adgangskoder</a:t>
              </a:r>
              <a:endParaRPr kumimoji="0" lang="en-US" sz="1400" b="0" i="0" u="none" strike="noStrike" kern="1200" cap="none" spc="0" normalizeH="0" baseline="0" noProof="0" dirty="0">
                <a:ln>
                  <a:noFill/>
                </a:ln>
                <a:solidFill>
                  <a:prstClr val="black"/>
                </a:solidFill>
                <a:effectLst/>
                <a:uLnTx/>
                <a:uFillTx/>
                <a:latin typeface="Montserrat"/>
                <a:ea typeface="+mn-ea"/>
                <a:cs typeface="+mn-cs"/>
              </a:endParaRPr>
            </a:p>
          </p:txBody>
        </p:sp>
      </p:grpSp>
    </p:spTree>
    <p:extLst>
      <p:ext uri="{BB962C8B-B14F-4D97-AF65-F5344CB8AC3E}">
        <p14:creationId xmlns:p14="http://schemas.microsoft.com/office/powerpoint/2010/main" val="193961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BB6478-B71B-FF24-4315-40C85488CFD9}"/>
              </a:ext>
            </a:extLst>
          </p:cNvPr>
          <p:cNvSpPr>
            <a:spLocks noGrp="1"/>
          </p:cNvSpPr>
          <p:nvPr>
            <p:ph type="title"/>
          </p:nvPr>
        </p:nvSpPr>
        <p:spPr/>
        <p:txBody>
          <a:bodyPr/>
          <a:lstStyle/>
          <a:p>
            <a:r>
              <a:rPr lang="da-DK" dirty="0"/>
              <a:t>TOP 7 - 2025</a:t>
            </a:r>
          </a:p>
        </p:txBody>
      </p:sp>
      <p:pic>
        <p:nvPicPr>
          <p:cNvPr id="5" name="Pladsholder til indhold 4">
            <a:extLst>
              <a:ext uri="{FF2B5EF4-FFF2-40B4-BE49-F238E27FC236}">
                <a16:creationId xmlns:a16="http://schemas.microsoft.com/office/drawing/2014/main" id="{74DD9B52-0979-2269-A781-E1E9562B5EA8}"/>
              </a:ext>
            </a:extLst>
          </p:cNvPr>
          <p:cNvPicPr>
            <a:picLocks noGrp="1" noChangeAspect="1"/>
          </p:cNvPicPr>
          <p:nvPr>
            <p:ph sz="quarter" idx="10"/>
          </p:nvPr>
        </p:nvPicPr>
        <p:blipFill>
          <a:blip r:embed="rId2"/>
          <a:stretch>
            <a:fillRect/>
          </a:stretch>
        </p:blipFill>
        <p:spPr>
          <a:xfrm>
            <a:off x="2246964" y="780667"/>
            <a:ext cx="6620811" cy="5844516"/>
          </a:xfrm>
        </p:spPr>
      </p:pic>
      <p:sp>
        <p:nvSpPr>
          <p:cNvPr id="6" name="Tekstfelt 5">
            <a:extLst>
              <a:ext uri="{FF2B5EF4-FFF2-40B4-BE49-F238E27FC236}">
                <a16:creationId xmlns:a16="http://schemas.microsoft.com/office/drawing/2014/main" id="{F3BC9738-FD41-E785-5E63-41F973F56B3D}"/>
              </a:ext>
            </a:extLst>
          </p:cNvPr>
          <p:cNvSpPr txBox="1"/>
          <p:nvPr/>
        </p:nvSpPr>
        <p:spPr>
          <a:xfrm>
            <a:off x="1649506" y="5020235"/>
            <a:ext cx="1604682" cy="806824"/>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Tree>
    <p:extLst>
      <p:ext uri="{BB962C8B-B14F-4D97-AF65-F5344CB8AC3E}">
        <p14:creationId xmlns:p14="http://schemas.microsoft.com/office/powerpoint/2010/main" val="541972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8C1F73-767B-86C3-4434-A9FCFF9C9A82}"/>
              </a:ext>
            </a:extLst>
          </p:cNvPr>
          <p:cNvSpPr>
            <a:spLocks noGrp="1"/>
          </p:cNvSpPr>
          <p:nvPr>
            <p:ph type="title"/>
          </p:nvPr>
        </p:nvSpPr>
        <p:spPr/>
        <p:txBody>
          <a:bodyPr/>
          <a:lstStyle/>
          <a:p>
            <a:r>
              <a:rPr lang="da-DK" dirty="0" err="1"/>
              <a:t>Mitre</a:t>
            </a:r>
            <a:r>
              <a:rPr lang="da-DK" dirty="0"/>
              <a:t> </a:t>
            </a:r>
            <a:r>
              <a:rPr lang="da-DK" dirty="0" err="1"/>
              <a:t>Atack</a:t>
            </a:r>
            <a:r>
              <a:rPr lang="da-DK" dirty="0"/>
              <a:t> - MITRE ATT&amp;CK </a:t>
            </a:r>
          </a:p>
        </p:txBody>
      </p:sp>
      <p:pic>
        <p:nvPicPr>
          <p:cNvPr id="9" name="Billede 8">
            <a:extLst>
              <a:ext uri="{FF2B5EF4-FFF2-40B4-BE49-F238E27FC236}">
                <a16:creationId xmlns:a16="http://schemas.microsoft.com/office/drawing/2014/main" id="{FAE028D8-A922-F1E7-DD20-DC897362D3F3}"/>
              </a:ext>
            </a:extLst>
          </p:cNvPr>
          <p:cNvPicPr>
            <a:picLocks noChangeAspect="1"/>
          </p:cNvPicPr>
          <p:nvPr/>
        </p:nvPicPr>
        <p:blipFill>
          <a:blip r:embed="rId2"/>
          <a:stretch>
            <a:fillRect/>
          </a:stretch>
        </p:blipFill>
        <p:spPr>
          <a:xfrm>
            <a:off x="946924" y="1332912"/>
            <a:ext cx="10120194" cy="5312833"/>
          </a:xfrm>
          <a:prstGeom prst="rect">
            <a:avLst/>
          </a:prstGeom>
        </p:spPr>
      </p:pic>
    </p:spTree>
    <p:extLst>
      <p:ext uri="{BB962C8B-B14F-4D97-AF65-F5344CB8AC3E}">
        <p14:creationId xmlns:p14="http://schemas.microsoft.com/office/powerpoint/2010/main" val="3904254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C5DF-6B35-B454-50AF-4DB570C3EE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3BB6F5-BE7B-7F1A-3A76-6AEBBD4A6AFA}"/>
              </a:ext>
            </a:extLst>
          </p:cNvPr>
          <p:cNvSpPr>
            <a:spLocks noGrp="1"/>
          </p:cNvSpPr>
          <p:nvPr>
            <p:ph type="title"/>
          </p:nvPr>
        </p:nvSpPr>
        <p:spPr>
          <a:xfrm>
            <a:off x="838200" y="636323"/>
            <a:ext cx="10515600" cy="920749"/>
          </a:xfrm>
        </p:spPr>
        <p:txBody>
          <a:bodyPr anchor="ctr">
            <a:normAutofit/>
          </a:bodyPr>
          <a:lstStyle/>
          <a:p>
            <a:r>
              <a:rPr lang="da-DK" dirty="0"/>
              <a:t>MITRE ATT&amp;CK intro. – Hvad bruges det til? </a:t>
            </a:r>
          </a:p>
        </p:txBody>
      </p:sp>
      <p:graphicFrame>
        <p:nvGraphicFramePr>
          <p:cNvPr id="6" name="Rectangle 1">
            <a:extLst>
              <a:ext uri="{FF2B5EF4-FFF2-40B4-BE49-F238E27FC236}">
                <a16:creationId xmlns:a16="http://schemas.microsoft.com/office/drawing/2014/main" id="{BA087F17-751D-B69C-511E-B21D8A9EE4AA}"/>
              </a:ext>
            </a:extLst>
          </p:cNvPr>
          <p:cNvGraphicFramePr>
            <a:graphicFrameLocks noGrp="1"/>
          </p:cNvGraphicFramePr>
          <p:nvPr>
            <p:ph sz="quarter" idx="10"/>
          </p:nvPr>
        </p:nvGraphicFramePr>
        <p:xfrm>
          <a:off x="838200" y="1735494"/>
          <a:ext cx="10515600" cy="44861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1516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F18712-E847-D5A9-F77D-392FB5F33F4F}"/>
              </a:ext>
            </a:extLst>
          </p:cNvPr>
          <p:cNvSpPr>
            <a:spLocks noGrp="1"/>
          </p:cNvSpPr>
          <p:nvPr>
            <p:ph type="title"/>
          </p:nvPr>
        </p:nvSpPr>
        <p:spPr>
          <a:xfrm>
            <a:off x="838199" y="668232"/>
            <a:ext cx="11020425" cy="920749"/>
          </a:xfrm>
        </p:spPr>
        <p:txBody>
          <a:bodyPr anchor="ctr">
            <a:normAutofit/>
          </a:bodyPr>
          <a:lstStyle/>
          <a:p>
            <a:r>
              <a:rPr lang="da-DK" dirty="0"/>
              <a:t>Hvordan er MITREATT&amp;CK opbygget (indhold)</a:t>
            </a:r>
          </a:p>
        </p:txBody>
      </p:sp>
      <p:sp>
        <p:nvSpPr>
          <p:cNvPr id="4" name="Rectangle 1">
            <a:extLst>
              <a:ext uri="{FF2B5EF4-FFF2-40B4-BE49-F238E27FC236}">
                <a16:creationId xmlns:a16="http://schemas.microsoft.com/office/drawing/2014/main" id="{9CE97B40-8A8A-3FA1-59B5-290BEF4D054A}"/>
              </a:ext>
            </a:extLst>
          </p:cNvPr>
          <p:cNvSpPr>
            <a:spLocks noGrp="1" noChangeArrowheads="1"/>
          </p:cNvSpPr>
          <p:nvPr>
            <p:ph sz="quarter" idx="10"/>
          </p:nvPr>
        </p:nvSpPr>
        <p:spPr bwMode="auto">
          <a:xfrm>
            <a:off x="838200" y="1791478"/>
            <a:ext cx="10515600" cy="4398291"/>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da-DK" altLang="da-DK" b="1" i="0" u="none" strike="noStrike" cap="none" normalizeH="0" baseline="0" dirty="0">
                <a:ln>
                  <a:noFill/>
                </a:ln>
                <a:effectLst/>
              </a:rPr>
              <a:t> Taktikker</a:t>
            </a:r>
            <a:r>
              <a:rPr kumimoji="0" lang="da-DK" altLang="da-DK" b="0" i="0" u="none" strike="noStrike" cap="none" normalizeH="0" baseline="0" dirty="0">
                <a:ln>
                  <a:noFill/>
                </a:ln>
                <a:effectLst/>
              </a:rPr>
              <a:t> = Angriberens mål </a:t>
            </a:r>
          </a:p>
          <a:p>
            <a:pPr marL="0" marR="0" lvl="0" indent="0" defTabSz="914400" rtl="0" eaLnBrk="0" fontAlgn="base" latinLnBrk="0" hangingPunct="0">
              <a:spcBef>
                <a:spcPct val="0"/>
              </a:spcBef>
              <a:spcAft>
                <a:spcPts val="600"/>
              </a:spcAft>
              <a:buClrTx/>
              <a:buSzTx/>
              <a:buFontTx/>
              <a:buChar char="•"/>
              <a:tabLst/>
            </a:pPr>
            <a:r>
              <a:rPr lang="da-DK" altLang="da-DK" dirty="0"/>
              <a:t> </a:t>
            </a:r>
            <a:r>
              <a:rPr kumimoji="0" lang="da-DK" altLang="da-DK" b="1" i="0" u="none" strike="noStrike" cap="none" normalizeH="0" baseline="0" dirty="0">
                <a:ln>
                  <a:noFill/>
                </a:ln>
                <a:effectLst/>
              </a:rPr>
              <a:t>Teknikker (</a:t>
            </a:r>
            <a:r>
              <a:rPr kumimoji="0" lang="da-DK" altLang="da-DK" b="1" i="0" u="none" strike="noStrike" cap="none" normalizeH="0" baseline="0" dirty="0" err="1">
                <a:ln>
                  <a:noFill/>
                </a:ln>
                <a:effectLst/>
              </a:rPr>
              <a:t>Angrebsvectorer</a:t>
            </a:r>
            <a:r>
              <a:rPr kumimoji="0" lang="da-DK" altLang="da-DK" b="1" i="0" u="none" strike="noStrike" cap="none" normalizeH="0" baseline="0" dirty="0">
                <a:ln>
                  <a:noFill/>
                </a:ln>
                <a:effectLst/>
              </a:rPr>
              <a:t>)</a:t>
            </a:r>
            <a:r>
              <a:rPr kumimoji="0" lang="da-DK" altLang="da-DK" b="0" i="0" u="none" strike="noStrike" cap="none" normalizeH="0" baseline="0" dirty="0">
                <a:ln>
                  <a:noFill/>
                </a:ln>
                <a:effectLst/>
              </a:rPr>
              <a:t> = Måder/metoder til at opnå målene </a:t>
            </a:r>
          </a:p>
          <a:p>
            <a:pPr marL="0" marR="0" lvl="0" indent="0" defTabSz="914400" rtl="0" eaLnBrk="0" fontAlgn="base" latinLnBrk="0" hangingPunct="0">
              <a:spcBef>
                <a:spcPct val="0"/>
              </a:spcBef>
              <a:spcAft>
                <a:spcPts val="600"/>
              </a:spcAft>
              <a:buClrTx/>
              <a:buSzTx/>
              <a:buFontTx/>
              <a:buChar char="•"/>
              <a:tabLst/>
            </a:pPr>
            <a:r>
              <a:rPr kumimoji="0" lang="da-DK" altLang="da-DK" b="1" i="0" u="none" strike="noStrike" cap="none" normalizeH="0" baseline="0" dirty="0">
                <a:ln>
                  <a:noFill/>
                </a:ln>
                <a:effectLst/>
              </a:rPr>
              <a:t> Sub-teknikker</a:t>
            </a:r>
            <a:r>
              <a:rPr kumimoji="0" lang="da-DK" altLang="da-DK" b="0" i="0" u="none" strike="noStrike" cap="none" normalizeH="0" baseline="0" dirty="0">
                <a:ln>
                  <a:noFill/>
                </a:ln>
                <a:effectLst/>
              </a:rPr>
              <a:t> = Mere detaljeret beskrivelse af teknikker.</a:t>
            </a:r>
          </a:p>
          <a:p>
            <a:pPr marL="0" marR="0" lvl="0" indent="0" defTabSz="914400" rtl="0" eaLnBrk="0" fontAlgn="base" latinLnBrk="0" hangingPunct="0">
              <a:spcBef>
                <a:spcPct val="0"/>
              </a:spcBef>
              <a:spcAft>
                <a:spcPts val="600"/>
              </a:spcAft>
              <a:buClrTx/>
              <a:buSzTx/>
              <a:buFontTx/>
              <a:buChar char="•"/>
              <a:tabLst/>
            </a:pPr>
            <a:r>
              <a:rPr kumimoji="0" lang="da-DK" altLang="da-DK" b="1" i="0" u="none" strike="noStrike" cap="none" normalizeH="0" baseline="0" dirty="0">
                <a:ln>
                  <a:noFill/>
                </a:ln>
                <a:effectLst/>
              </a:rPr>
              <a:t> Procedurer</a:t>
            </a:r>
            <a:r>
              <a:rPr kumimoji="0" lang="da-DK" altLang="da-DK" b="0" i="0" u="none" strike="noStrike" cap="none" normalizeH="0" baseline="0" dirty="0">
                <a:ln>
                  <a:noFill/>
                </a:ln>
                <a:effectLst/>
              </a:rPr>
              <a:t> = Konkrete eksempler på, hvordan grupper har udført angreb</a:t>
            </a:r>
          </a:p>
          <a:p>
            <a:pPr marL="0" marR="0" lvl="0" indent="0" defTabSz="914400" rtl="0" eaLnBrk="0" fontAlgn="base" latinLnBrk="0" hangingPunct="0">
              <a:spcBef>
                <a:spcPct val="0"/>
              </a:spcBef>
              <a:spcAft>
                <a:spcPts val="600"/>
              </a:spcAft>
              <a:buClrTx/>
              <a:buSzTx/>
              <a:buFontTx/>
              <a:buChar char="•"/>
              <a:tabLst/>
            </a:pPr>
            <a:endParaRPr lang="da-DK" altLang="da-DK" dirty="0"/>
          </a:p>
          <a:p>
            <a:pPr marL="0" marR="0" lvl="0" indent="0" defTabSz="914400" rtl="0" eaLnBrk="0" fontAlgn="base" latinLnBrk="0" hangingPunct="0">
              <a:spcBef>
                <a:spcPct val="0"/>
              </a:spcBef>
              <a:spcAft>
                <a:spcPts val="600"/>
              </a:spcAft>
              <a:buClrTx/>
              <a:buSzTx/>
              <a:tabLst/>
            </a:pPr>
            <a:endParaRPr kumimoji="0" lang="da-DK" altLang="da-DK" b="0" i="0" u="none" strike="noStrike" cap="none" normalizeH="0" baseline="0" dirty="0">
              <a:ln>
                <a:noFill/>
              </a:ln>
              <a:solidFill>
                <a:srgbClr val="FF0000"/>
              </a:solidFill>
              <a:effectLst/>
            </a:endParaRPr>
          </a:p>
          <a:p>
            <a:pPr marL="0" marR="0" lvl="0" indent="0" defTabSz="914400" rtl="0" eaLnBrk="0" fontAlgn="base" latinLnBrk="0" hangingPunct="0">
              <a:spcBef>
                <a:spcPct val="0"/>
              </a:spcBef>
              <a:spcAft>
                <a:spcPts val="600"/>
              </a:spcAft>
              <a:buClrTx/>
              <a:buSzTx/>
              <a:tabLst/>
            </a:pPr>
            <a:r>
              <a:rPr lang="da-DK" altLang="da-DK" dirty="0">
                <a:solidFill>
                  <a:srgbClr val="FF0000"/>
                </a:solidFill>
              </a:rPr>
              <a:t>Link til hjemmeside:</a:t>
            </a:r>
          </a:p>
          <a:p>
            <a:pPr marL="0" marR="0" lvl="0" indent="0" defTabSz="914400" rtl="0" eaLnBrk="0" fontAlgn="base" latinLnBrk="0" hangingPunct="0">
              <a:spcBef>
                <a:spcPct val="0"/>
              </a:spcBef>
              <a:spcAft>
                <a:spcPts val="600"/>
              </a:spcAft>
              <a:buClrTx/>
              <a:buSzTx/>
              <a:tabLst/>
            </a:pPr>
            <a:endParaRPr lang="da-DK" altLang="da-DK" dirty="0">
              <a:solidFill>
                <a:srgbClr val="FF0000"/>
              </a:solidFill>
              <a:hlinkClick r:id="rId2"/>
            </a:endParaRPr>
          </a:p>
          <a:p>
            <a:pPr marL="0" marR="0" lvl="0" indent="0" defTabSz="914400" rtl="0" eaLnBrk="0" fontAlgn="base" latinLnBrk="0" hangingPunct="0">
              <a:spcBef>
                <a:spcPct val="0"/>
              </a:spcBef>
              <a:spcAft>
                <a:spcPts val="600"/>
              </a:spcAft>
              <a:buClrTx/>
              <a:buSzTx/>
              <a:tabLst/>
            </a:pPr>
            <a:r>
              <a:rPr kumimoji="0" lang="da-DK" altLang="da-DK" b="0" i="0" u="none" strike="noStrike" cap="none" normalizeH="0" baseline="0" dirty="0">
                <a:ln>
                  <a:noFill/>
                </a:ln>
                <a:solidFill>
                  <a:srgbClr val="FF0000"/>
                </a:solidFill>
                <a:effectLst/>
                <a:hlinkClick r:id="rId2"/>
              </a:rPr>
              <a:t>https://attack.mitre.org/</a:t>
            </a:r>
            <a:endParaRPr kumimoji="0" lang="da-DK" altLang="da-DK" b="0" i="0" u="none" strike="noStrike" cap="none" normalizeH="0" baseline="0" dirty="0">
              <a:ln>
                <a:noFill/>
              </a:ln>
              <a:solidFill>
                <a:srgbClr val="FF0000"/>
              </a:solidFill>
              <a:effectLst/>
            </a:endParaRPr>
          </a:p>
        </p:txBody>
      </p:sp>
    </p:spTree>
    <p:extLst>
      <p:ext uri="{BB962C8B-B14F-4D97-AF65-F5344CB8AC3E}">
        <p14:creationId xmlns:p14="http://schemas.microsoft.com/office/powerpoint/2010/main" val="1051360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BC8A8-14EE-9454-4E4E-2DAEE7C1ED1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D091DB-FA4F-DB7B-B520-96CCF4DAA5A2}"/>
              </a:ext>
            </a:extLst>
          </p:cNvPr>
          <p:cNvSpPr>
            <a:spLocks noGrp="1"/>
          </p:cNvSpPr>
          <p:nvPr>
            <p:ph type="title"/>
          </p:nvPr>
        </p:nvSpPr>
        <p:spPr/>
        <p:txBody>
          <a:bodyPr/>
          <a:lstStyle/>
          <a:p>
            <a:r>
              <a:rPr lang="da-DK" dirty="0"/>
              <a:t>Hjemmeopgave – Beskyttelse </a:t>
            </a:r>
            <a:r>
              <a:rPr lang="da-DK" dirty="0" err="1"/>
              <a:t>deep</a:t>
            </a:r>
            <a:r>
              <a:rPr lang="da-DK" dirty="0"/>
              <a:t> </a:t>
            </a:r>
            <a:r>
              <a:rPr lang="da-DK" dirty="0" err="1"/>
              <a:t>dive</a:t>
            </a:r>
            <a:endParaRPr lang="da-DK" dirty="0"/>
          </a:p>
        </p:txBody>
      </p:sp>
      <p:sp>
        <p:nvSpPr>
          <p:cNvPr id="3" name="Pladsholder til indhold 2">
            <a:extLst>
              <a:ext uri="{FF2B5EF4-FFF2-40B4-BE49-F238E27FC236}">
                <a16:creationId xmlns:a16="http://schemas.microsoft.com/office/drawing/2014/main" id="{166D1547-856E-B662-AD6D-6A94FCCE26DE}"/>
              </a:ext>
            </a:extLst>
          </p:cNvPr>
          <p:cNvSpPr>
            <a:spLocks noGrp="1"/>
          </p:cNvSpPr>
          <p:nvPr>
            <p:ph sz="quarter" idx="10"/>
          </p:nvPr>
        </p:nvSpPr>
        <p:spPr>
          <a:xfrm>
            <a:off x="1285875" y="1735494"/>
            <a:ext cx="10515600" cy="4486183"/>
          </a:xfrm>
        </p:spPr>
        <p:txBody>
          <a:bodyPr/>
          <a:lstStyle/>
          <a:p>
            <a:r>
              <a:rPr lang="da-DK" b="1" dirty="0"/>
              <a:t>Forbered 3 PowerPoint slides om det vigtigste for hvert af de områder. Brug CFCS vejledninger. </a:t>
            </a:r>
          </a:p>
          <a:p>
            <a:endParaRPr lang="da-DK" b="1" dirty="0"/>
          </a:p>
          <a:p>
            <a:r>
              <a:rPr lang="da-DK" b="1" dirty="0"/>
              <a:t>GRP 1: DDOS</a:t>
            </a:r>
          </a:p>
          <a:p>
            <a:r>
              <a:rPr lang="da-DK" b="1" dirty="0"/>
              <a:t>GRP2: PW sikkerhed</a:t>
            </a:r>
          </a:p>
          <a:p>
            <a:r>
              <a:rPr lang="da-DK" b="1" dirty="0"/>
              <a:t>GRP3: </a:t>
            </a:r>
            <a:r>
              <a:rPr lang="da-DK" b="1" dirty="0" err="1"/>
              <a:t>Ransomware</a:t>
            </a:r>
            <a:endParaRPr lang="da-DK" b="1" dirty="0"/>
          </a:p>
          <a:p>
            <a:r>
              <a:rPr lang="da-DK" b="1" dirty="0"/>
              <a:t>GRP4: Data i transport</a:t>
            </a:r>
          </a:p>
          <a:p>
            <a:r>
              <a:rPr lang="da-DK" b="1" dirty="0"/>
              <a:t>GRP5: Phishing sikkerhed</a:t>
            </a:r>
          </a:p>
          <a:p>
            <a:r>
              <a:rPr lang="da-DK" b="1" dirty="0"/>
              <a:t>GRP6: Mobil sikkerhed</a:t>
            </a:r>
          </a:p>
          <a:p>
            <a:r>
              <a:rPr lang="da-DK" b="1" dirty="0"/>
              <a:t>GRP7: Adfærdsindsatser</a:t>
            </a:r>
          </a:p>
          <a:p>
            <a:r>
              <a:rPr lang="da-DK" b="1" dirty="0"/>
              <a:t>GRP8: Logning</a:t>
            </a:r>
          </a:p>
          <a:p>
            <a:r>
              <a:rPr lang="da-DK" dirty="0"/>
              <a:t> </a:t>
            </a:r>
          </a:p>
          <a:p>
            <a:r>
              <a:rPr lang="da-DK" dirty="0">
                <a:solidFill>
                  <a:srgbClr val="FF0000"/>
                </a:solidFill>
              </a:rPr>
              <a:t>Brug min PPT skabelon på CANVAS, og send jeres 3 slides til mig på frae@eaaa.dk senest 11/11 kl. 12.00. Forbered 3-5 min. præsentation af jeres område for holdet.  </a:t>
            </a:r>
          </a:p>
          <a:p>
            <a:endParaRPr lang="da-DK" dirty="0"/>
          </a:p>
        </p:txBody>
      </p:sp>
    </p:spTree>
    <p:extLst>
      <p:ext uri="{BB962C8B-B14F-4D97-AF65-F5344CB8AC3E}">
        <p14:creationId xmlns:p14="http://schemas.microsoft.com/office/powerpoint/2010/main" val="740955190"/>
      </p:ext>
    </p:extLst>
  </p:cSld>
  <p:clrMapOvr>
    <a:masterClrMapping/>
  </p:clrMapOvr>
</p:sld>
</file>

<file path=ppt/theme/theme1.xml><?xml version="1.0" encoding="utf-8"?>
<a:theme xmlns:a="http://schemas.openxmlformats.org/drawingml/2006/main" name="Erhvervsakademi Aarhus">
  <a:themeElements>
    <a:clrScheme name="Brugerdefineret 1">
      <a:dk1>
        <a:sysClr val="windowText" lastClr="000000"/>
      </a:dk1>
      <a:lt1>
        <a:sysClr val="window" lastClr="FFFFFF"/>
      </a:lt1>
      <a:dk2>
        <a:srgbClr val="818A8F"/>
      </a:dk2>
      <a:lt2>
        <a:srgbClr val="E0E6E6"/>
      </a:lt2>
      <a:accent1>
        <a:srgbClr val="BED4DB"/>
      </a:accent1>
      <a:accent2>
        <a:srgbClr val="F4EBC0"/>
      </a:accent2>
      <a:accent3>
        <a:srgbClr val="F0E87D"/>
      </a:accent3>
      <a:accent4>
        <a:srgbClr val="80B4BF"/>
      </a:accent4>
      <a:accent5>
        <a:srgbClr val="F3F4F7"/>
      </a:accent5>
      <a:accent6>
        <a:srgbClr val="3A646D"/>
      </a:accent6>
      <a:hlink>
        <a:srgbClr val="0070C0"/>
      </a:hlink>
      <a:folHlink>
        <a:srgbClr val="532E60"/>
      </a:folHlink>
    </a:clrScheme>
    <a:fontScheme name="Erhvervsakademi Aarhus">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skabelon uden indhold, dansk  -  Skrivebeskyttet" id="{363E73E2-7A7B-4952-AE8C-D447D376FA21}" vid="{CC501A65-03DF-4975-ACA4-2D32FFB89635}"/>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2386</TotalTime>
  <Words>2199</Words>
  <Application>Microsoft Office PowerPoint</Application>
  <PresentationFormat>Widescreen</PresentationFormat>
  <Paragraphs>229</Paragraphs>
  <Slides>31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Lucida Sans</vt:lpstr>
      <vt:lpstr>Montserrat</vt:lpstr>
      <vt:lpstr>Wingdings</vt:lpstr>
      <vt:lpstr>Erhvervsakademi Aarhus</vt:lpstr>
      <vt:lpstr>PowerPoint Presentation</vt:lpstr>
      <vt:lpstr>PowerPoint Presentation</vt:lpstr>
      <vt:lpstr>Hjemmeopgave (gruppeopgave) - løsning</vt:lpstr>
      <vt:lpstr>Hvad er vi oppe imod</vt:lpstr>
      <vt:lpstr>Kendte store angreb</vt:lpstr>
      <vt:lpstr>PowerPoint Presentation</vt:lpstr>
      <vt:lpstr>Cybersikkerhed kræver opmærksomhed på mange forskellige områder </vt:lpstr>
      <vt:lpstr>Grundbegreber: Trusler, sårbarheder, risici og impact</vt:lpstr>
      <vt:lpstr>Hvorfor er forståelse for trusselsvektorer vigtige?</vt:lpstr>
      <vt:lpstr>Hvordan arbejder man med dem?</vt:lpstr>
      <vt:lpstr>The Kill Chain</vt:lpstr>
      <vt:lpstr>Ransomware attack – Kill Chain</vt:lpstr>
      <vt:lpstr>Den stigende anvendelse af IT har en bagside</vt:lpstr>
      <vt:lpstr>Cyberangreb og hacking - eksempler </vt:lpstr>
      <vt:lpstr>Opgave</vt:lpstr>
      <vt:lpstr>Databeskyttelse og privatliv </vt:lpstr>
      <vt:lpstr>Opgave</vt:lpstr>
      <vt:lpstr>Social engineering og phishing </vt:lpstr>
      <vt:lpstr>Opgave</vt:lpstr>
      <vt:lpstr>Uautoriseret adgang og identitetstyveri </vt:lpstr>
      <vt:lpstr>Opgave</vt:lpstr>
      <vt:lpstr>Sårbarheder i software </vt:lpstr>
      <vt:lpstr>Opgave</vt:lpstr>
      <vt:lpstr>Sårbarheder i cloudløsninger (hvor løsningen er leveres af tredjepart) </vt:lpstr>
      <vt:lpstr>Opgave</vt:lpstr>
      <vt:lpstr>Insider truslen </vt:lpstr>
      <vt:lpstr>TOP 7 - 2025</vt:lpstr>
      <vt:lpstr>Mitre Atack - MITRE ATT&amp;CK </vt:lpstr>
      <vt:lpstr>MITRE ATT&amp;CK intro. – Hvad bruges det til? </vt:lpstr>
      <vt:lpstr>Hvordan er MITREATT&amp;CK opbygget (indhold)</vt:lpstr>
      <vt:lpstr>Hjemmeopgave – Beskyttelse deep dive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Elkær (adjunkt – frae@eaaa.dk)</dc:creator>
  <cp:lastModifiedBy>Jonas Wittstrøm (EAA25JOWI)</cp:lastModifiedBy>
  <cp:revision>2</cp:revision>
  <dcterms:created xsi:type="dcterms:W3CDTF">2025-05-28T07:04:28Z</dcterms:created>
  <dcterms:modified xsi:type="dcterms:W3CDTF">2025-11-05T08:43:11Z</dcterms:modified>
</cp:coreProperties>
</file>