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"/>
  </p:notesMasterIdLst>
  <p:sldIdLst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5F1050-342C-4E21-B57B-570910726977}" v="1071" dt="2025-11-05T10:25:33.477"/>
    <p1510:client id="{EC2B390D-F16C-328E-7059-B5C597D5149F}" v="511" dt="2025-11-05T13:07:16.599"/>
    <p1510:client id="{F3197B8E-13C5-A7D0-5FBE-8613579A2702}" v="467" dt="2025-11-05T10:12:01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32DE69-51B8-4A65-AFA2-1DC7B95B1E72}" type="doc">
      <dgm:prSet loTypeId="urn:microsoft.com/office/officeart/2005/8/layout/vList5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7B02D07F-1379-4752-A7E6-96E5A1647EBF}">
      <dgm:prSet/>
      <dgm:spPr/>
      <dgm:t>
        <a:bodyPr/>
        <a:lstStyle/>
        <a:p>
          <a:r>
            <a:rPr lang="da-DK"/>
            <a:t>Kontakt hosting eller internetudbyder</a:t>
          </a:r>
          <a:endParaRPr lang="en-US"/>
        </a:p>
      </dgm:t>
    </dgm:pt>
    <dgm:pt modelId="{D6287D5E-B3BE-49BF-80C3-CD2FB0EAE764}" type="parTrans" cxnId="{8389F7D0-4F9A-4424-A1C6-BD8CE791F958}">
      <dgm:prSet/>
      <dgm:spPr/>
      <dgm:t>
        <a:bodyPr/>
        <a:lstStyle/>
        <a:p>
          <a:endParaRPr lang="en-US"/>
        </a:p>
      </dgm:t>
    </dgm:pt>
    <dgm:pt modelId="{B6C8386E-BCF0-4E57-A86D-8FDA40AC7BD9}" type="sibTrans" cxnId="{8389F7D0-4F9A-4424-A1C6-BD8CE791F958}">
      <dgm:prSet/>
      <dgm:spPr/>
      <dgm:t>
        <a:bodyPr/>
        <a:lstStyle/>
        <a:p>
          <a:endParaRPr lang="en-US"/>
        </a:p>
      </dgm:t>
    </dgm:pt>
    <dgm:pt modelId="{2BB13A45-672E-4016-B9C8-5CF4EB776724}">
      <dgm:prSet custT="1"/>
      <dgm:spPr/>
      <dgm:t>
        <a:bodyPr/>
        <a:lstStyle/>
        <a:p>
          <a:r>
            <a:rPr lang="da-DK" sz="1400"/>
            <a:t>Kan hjælpe med at filtrere ondsindet </a:t>
          </a:r>
          <a:r>
            <a:rPr lang="da-DK" sz="1400" err="1"/>
            <a:t>traffik</a:t>
          </a:r>
          <a:endParaRPr lang="en-US" sz="1400"/>
        </a:p>
      </dgm:t>
    </dgm:pt>
    <dgm:pt modelId="{5A9DB4ED-7DE2-43AF-AC7A-98A2F69FA81B}" type="parTrans" cxnId="{826E4F86-F902-40AF-A406-B2B55CB32A55}">
      <dgm:prSet/>
      <dgm:spPr/>
      <dgm:t>
        <a:bodyPr/>
        <a:lstStyle/>
        <a:p>
          <a:endParaRPr lang="en-US"/>
        </a:p>
      </dgm:t>
    </dgm:pt>
    <dgm:pt modelId="{44D55951-B2E1-43C7-8FF7-6BD69E21F805}" type="sibTrans" cxnId="{826E4F86-F902-40AF-A406-B2B55CB32A55}">
      <dgm:prSet/>
      <dgm:spPr/>
      <dgm:t>
        <a:bodyPr/>
        <a:lstStyle/>
        <a:p>
          <a:endParaRPr lang="en-US"/>
        </a:p>
      </dgm:t>
    </dgm:pt>
    <dgm:pt modelId="{CF45F4E8-4FB2-4B64-87D8-BF17F5CFF9A5}">
      <dgm:prSet custT="1"/>
      <dgm:spPr/>
      <dgm:t>
        <a:bodyPr/>
        <a:lstStyle/>
        <a:p>
          <a:r>
            <a:rPr lang="da-DK" sz="1400"/>
            <a:t>Omdiriger </a:t>
          </a:r>
          <a:r>
            <a:rPr lang="da-DK" sz="1400" err="1"/>
            <a:t>traffik</a:t>
          </a:r>
          <a:r>
            <a:rPr lang="da-DK" sz="1400"/>
            <a:t> via beskyttede netværk</a:t>
          </a:r>
          <a:endParaRPr lang="en-US" sz="1400"/>
        </a:p>
      </dgm:t>
    </dgm:pt>
    <dgm:pt modelId="{B0CAF181-2813-47DF-8A4E-D276E8398987}" type="parTrans" cxnId="{3425BD4E-6AC7-4CD8-83D1-2F6D70D6EB40}">
      <dgm:prSet/>
      <dgm:spPr/>
      <dgm:t>
        <a:bodyPr/>
        <a:lstStyle/>
        <a:p>
          <a:endParaRPr lang="en-US"/>
        </a:p>
      </dgm:t>
    </dgm:pt>
    <dgm:pt modelId="{496359D3-9FE2-4135-A12A-9CD59B7451F1}" type="sibTrans" cxnId="{3425BD4E-6AC7-4CD8-83D1-2F6D70D6EB40}">
      <dgm:prSet/>
      <dgm:spPr/>
      <dgm:t>
        <a:bodyPr/>
        <a:lstStyle/>
        <a:p>
          <a:endParaRPr lang="en-US"/>
        </a:p>
      </dgm:t>
    </dgm:pt>
    <dgm:pt modelId="{A98911B3-872D-4D06-9523-820249358E7D}">
      <dgm:prSet/>
      <dgm:spPr/>
      <dgm:t>
        <a:bodyPr/>
        <a:lstStyle/>
        <a:p>
          <a:r>
            <a:rPr lang="da-DK"/>
            <a:t>Aktivér DDoS-beskyttelse</a:t>
          </a:r>
          <a:endParaRPr lang="en-US"/>
        </a:p>
      </dgm:t>
    </dgm:pt>
    <dgm:pt modelId="{9D738A9A-1F7A-4B8D-8452-F740F05136E6}" type="parTrans" cxnId="{F4EAB235-F353-49BF-9AF0-2A3401E9E0D2}">
      <dgm:prSet/>
      <dgm:spPr/>
      <dgm:t>
        <a:bodyPr/>
        <a:lstStyle/>
        <a:p>
          <a:endParaRPr lang="en-US"/>
        </a:p>
      </dgm:t>
    </dgm:pt>
    <dgm:pt modelId="{732E433D-4E4A-4993-9A86-69E43C917382}" type="sibTrans" cxnId="{F4EAB235-F353-49BF-9AF0-2A3401E9E0D2}">
      <dgm:prSet/>
      <dgm:spPr/>
      <dgm:t>
        <a:bodyPr/>
        <a:lstStyle/>
        <a:p>
          <a:endParaRPr lang="en-US"/>
        </a:p>
      </dgm:t>
    </dgm:pt>
    <dgm:pt modelId="{60DC88C3-392B-411F-8A3A-2C2858B05BFC}">
      <dgm:prSet custT="1"/>
      <dgm:spPr/>
      <dgm:t>
        <a:bodyPr/>
        <a:lstStyle/>
        <a:p>
          <a:r>
            <a:rPr lang="en-US" sz="1400"/>
            <a:t>Cloudflare / Akamai / AWS Shield / Azure DDoS Protection</a:t>
          </a:r>
        </a:p>
      </dgm:t>
    </dgm:pt>
    <dgm:pt modelId="{C6EFA9E3-4BEE-4A84-90C4-26E488D4D955}" type="parTrans" cxnId="{F66ECF9E-FDDB-45FF-BB08-F68BACA85B95}">
      <dgm:prSet/>
      <dgm:spPr/>
      <dgm:t>
        <a:bodyPr/>
        <a:lstStyle/>
        <a:p>
          <a:endParaRPr lang="en-US"/>
        </a:p>
      </dgm:t>
    </dgm:pt>
    <dgm:pt modelId="{85D92420-427A-4FCF-B95D-CFC90CBE28D9}" type="sibTrans" cxnId="{F66ECF9E-FDDB-45FF-BB08-F68BACA85B95}">
      <dgm:prSet/>
      <dgm:spPr/>
      <dgm:t>
        <a:bodyPr/>
        <a:lstStyle/>
        <a:p>
          <a:endParaRPr lang="en-US"/>
        </a:p>
      </dgm:t>
    </dgm:pt>
    <dgm:pt modelId="{80C9F1F4-5A59-46BB-9FB8-55D67E497348}">
      <dgm:prSet/>
      <dgm:spPr/>
      <dgm:t>
        <a:bodyPr/>
        <a:lstStyle/>
        <a:p>
          <a:r>
            <a:rPr lang="da-DK"/>
            <a:t>Begræns netværksadgang midlertidigt</a:t>
          </a:r>
          <a:endParaRPr lang="en-US"/>
        </a:p>
      </dgm:t>
    </dgm:pt>
    <dgm:pt modelId="{5FDEC31A-D603-41E8-B69A-4AB3DEBE9877}" type="parTrans" cxnId="{F07096CF-08B0-4EB7-BC6E-94E1B6DA33C1}">
      <dgm:prSet/>
      <dgm:spPr/>
      <dgm:t>
        <a:bodyPr/>
        <a:lstStyle/>
        <a:p>
          <a:endParaRPr lang="en-US"/>
        </a:p>
      </dgm:t>
    </dgm:pt>
    <dgm:pt modelId="{B150761E-F551-4CBD-9D60-1EA018A5B089}" type="sibTrans" cxnId="{F07096CF-08B0-4EB7-BC6E-94E1B6DA33C1}">
      <dgm:prSet/>
      <dgm:spPr/>
      <dgm:t>
        <a:bodyPr/>
        <a:lstStyle/>
        <a:p>
          <a:endParaRPr lang="en-US"/>
        </a:p>
      </dgm:t>
    </dgm:pt>
    <dgm:pt modelId="{B55B0DA7-35D8-40F1-8525-3D7B23EA0CDD}">
      <dgm:prSet custT="1"/>
      <dgm:spPr/>
      <dgm:t>
        <a:bodyPr/>
        <a:lstStyle/>
        <a:p>
          <a:r>
            <a:rPr lang="da-DK" sz="1050"/>
            <a:t>Rate-limiting</a:t>
          </a:r>
          <a:endParaRPr lang="en-US" sz="1050"/>
        </a:p>
      </dgm:t>
    </dgm:pt>
    <dgm:pt modelId="{4ED4ED49-06A2-49EC-93E0-BE0270ECB8A8}" type="parTrans" cxnId="{E7752595-5CDB-49ED-9294-7DD1951A1AB2}">
      <dgm:prSet/>
      <dgm:spPr/>
      <dgm:t>
        <a:bodyPr/>
        <a:lstStyle/>
        <a:p>
          <a:endParaRPr lang="en-US"/>
        </a:p>
      </dgm:t>
    </dgm:pt>
    <dgm:pt modelId="{658AE5D7-2750-44ED-80EA-C7A52A588260}" type="sibTrans" cxnId="{E7752595-5CDB-49ED-9294-7DD1951A1AB2}">
      <dgm:prSet/>
      <dgm:spPr/>
      <dgm:t>
        <a:bodyPr/>
        <a:lstStyle/>
        <a:p>
          <a:endParaRPr lang="en-US"/>
        </a:p>
      </dgm:t>
    </dgm:pt>
    <dgm:pt modelId="{8684D0A5-9D25-44AB-AE16-5026FA8CAA5E}">
      <dgm:prSet custT="1"/>
      <dgm:spPr/>
      <dgm:t>
        <a:bodyPr/>
        <a:lstStyle/>
        <a:p>
          <a:r>
            <a:rPr lang="da-DK" sz="1050"/>
            <a:t>IP-Blokering</a:t>
          </a:r>
          <a:endParaRPr lang="en-US" sz="1050"/>
        </a:p>
      </dgm:t>
    </dgm:pt>
    <dgm:pt modelId="{46750535-C4CE-44D5-8FED-D6290001A3D6}" type="parTrans" cxnId="{EA10A3F6-1DE7-49EE-B14A-DCDFD985AC41}">
      <dgm:prSet/>
      <dgm:spPr/>
      <dgm:t>
        <a:bodyPr/>
        <a:lstStyle/>
        <a:p>
          <a:endParaRPr lang="en-US"/>
        </a:p>
      </dgm:t>
    </dgm:pt>
    <dgm:pt modelId="{205DC7D0-E553-4F47-B03E-58DFD6EA35CE}" type="sibTrans" cxnId="{EA10A3F6-1DE7-49EE-B14A-DCDFD985AC41}">
      <dgm:prSet/>
      <dgm:spPr/>
      <dgm:t>
        <a:bodyPr/>
        <a:lstStyle/>
        <a:p>
          <a:endParaRPr lang="en-US"/>
        </a:p>
      </dgm:t>
    </dgm:pt>
    <dgm:pt modelId="{5DB51A34-9422-4585-8BDE-0B954A572F73}">
      <dgm:prSet custT="1"/>
      <dgm:spPr/>
      <dgm:t>
        <a:bodyPr/>
        <a:lstStyle/>
        <a:p>
          <a:r>
            <a:rPr lang="da-DK" sz="1050" err="1"/>
            <a:t>Whitelisting</a:t>
          </a:r>
          <a:r>
            <a:rPr lang="da-DK" sz="1050"/>
            <a:t> af kendte </a:t>
          </a:r>
          <a:r>
            <a:rPr lang="da-DK" sz="1050" err="1"/>
            <a:t>IP’er</a:t>
          </a:r>
          <a:endParaRPr lang="en-US" sz="1050"/>
        </a:p>
      </dgm:t>
    </dgm:pt>
    <dgm:pt modelId="{ADB6FA3A-F876-4DA7-98BE-79FB6EE74E78}" type="parTrans" cxnId="{1B249C57-8AF7-48A1-A6BD-B7205494B39F}">
      <dgm:prSet/>
      <dgm:spPr/>
      <dgm:t>
        <a:bodyPr/>
        <a:lstStyle/>
        <a:p>
          <a:endParaRPr lang="en-US"/>
        </a:p>
      </dgm:t>
    </dgm:pt>
    <dgm:pt modelId="{1772C26A-6CD1-4609-964A-F0D74A2B4BB5}" type="sibTrans" cxnId="{1B249C57-8AF7-48A1-A6BD-B7205494B39F}">
      <dgm:prSet/>
      <dgm:spPr/>
      <dgm:t>
        <a:bodyPr/>
        <a:lstStyle/>
        <a:p>
          <a:endParaRPr lang="en-US"/>
        </a:p>
      </dgm:t>
    </dgm:pt>
    <dgm:pt modelId="{2AD15E21-A104-4DEB-9BF3-9FE0861E7C9A}">
      <dgm:prSet custT="1"/>
      <dgm:spPr/>
      <dgm:t>
        <a:bodyPr/>
        <a:lstStyle/>
        <a:p>
          <a:r>
            <a:rPr lang="da-DK" sz="1050"/>
            <a:t>Aktivering af Web Application Firewall (WAF)</a:t>
          </a:r>
          <a:endParaRPr lang="en-US" sz="1050"/>
        </a:p>
      </dgm:t>
    </dgm:pt>
    <dgm:pt modelId="{81CB92E5-F006-476D-9CC8-223C48C546D0}" type="parTrans" cxnId="{658B1308-1E8C-4BD3-B5A7-F33F6983D850}">
      <dgm:prSet/>
      <dgm:spPr/>
      <dgm:t>
        <a:bodyPr/>
        <a:lstStyle/>
        <a:p>
          <a:endParaRPr lang="en-US"/>
        </a:p>
      </dgm:t>
    </dgm:pt>
    <dgm:pt modelId="{1D6F7F88-0053-42AD-A190-45E02B6C1146}" type="sibTrans" cxnId="{658B1308-1E8C-4BD3-B5A7-F33F6983D850}">
      <dgm:prSet/>
      <dgm:spPr/>
      <dgm:t>
        <a:bodyPr/>
        <a:lstStyle/>
        <a:p>
          <a:endParaRPr lang="en-US"/>
        </a:p>
      </dgm:t>
    </dgm:pt>
    <dgm:pt modelId="{AA4C8FCD-437A-4F75-A953-A1A2368F224C}">
      <dgm:prSet/>
      <dgm:spPr/>
      <dgm:t>
        <a:bodyPr/>
        <a:lstStyle/>
        <a:p>
          <a:r>
            <a:rPr lang="da-DK"/>
            <a:t>Opret Nødplan</a:t>
          </a:r>
          <a:endParaRPr lang="en-US"/>
        </a:p>
      </dgm:t>
    </dgm:pt>
    <dgm:pt modelId="{CB3E05A2-3C70-4154-AEBF-5B704FAF9629}" type="parTrans" cxnId="{2A71F283-6806-40EB-904C-9696B68B1162}">
      <dgm:prSet/>
      <dgm:spPr/>
      <dgm:t>
        <a:bodyPr/>
        <a:lstStyle/>
        <a:p>
          <a:endParaRPr lang="en-US"/>
        </a:p>
      </dgm:t>
    </dgm:pt>
    <dgm:pt modelId="{D2AFF0AD-0EFC-4881-BEC8-CE637B487805}" type="sibTrans" cxnId="{2A71F283-6806-40EB-904C-9696B68B1162}">
      <dgm:prSet/>
      <dgm:spPr/>
      <dgm:t>
        <a:bodyPr/>
        <a:lstStyle/>
        <a:p>
          <a:endParaRPr lang="en-US"/>
        </a:p>
      </dgm:t>
    </dgm:pt>
    <dgm:pt modelId="{EF84FAF6-5163-4DFD-82CC-396BC36BB042}">
      <dgm:prSet custT="1"/>
      <dgm:spPr/>
      <dgm:t>
        <a:bodyPr/>
        <a:lstStyle/>
        <a:p>
          <a:r>
            <a:rPr lang="da-DK" sz="1400"/>
            <a:t>Skifte til backup-systemer eller midlertidig platform</a:t>
          </a:r>
          <a:endParaRPr lang="en-US" sz="1400"/>
        </a:p>
      </dgm:t>
    </dgm:pt>
    <dgm:pt modelId="{64D0C015-C8B2-4FBE-B9C0-EFE4CC094C28}" type="parTrans" cxnId="{74304409-29B4-463A-850E-FF13237FE9CA}">
      <dgm:prSet/>
      <dgm:spPr/>
      <dgm:t>
        <a:bodyPr/>
        <a:lstStyle/>
        <a:p>
          <a:endParaRPr lang="en-US"/>
        </a:p>
      </dgm:t>
    </dgm:pt>
    <dgm:pt modelId="{50359601-C7C1-4F57-A2DA-D355200F48F7}" type="sibTrans" cxnId="{74304409-29B4-463A-850E-FF13237FE9CA}">
      <dgm:prSet/>
      <dgm:spPr/>
      <dgm:t>
        <a:bodyPr/>
        <a:lstStyle/>
        <a:p>
          <a:endParaRPr lang="en-US"/>
        </a:p>
      </dgm:t>
    </dgm:pt>
    <dgm:pt modelId="{957DE612-7E63-4EF1-BE62-6F60C2009986}">
      <dgm:prSet custT="1"/>
      <dgm:spPr/>
      <dgm:t>
        <a:bodyPr/>
        <a:lstStyle/>
        <a:p>
          <a:r>
            <a:rPr lang="en-US" sz="1400" err="1"/>
            <a:t>Informere</a:t>
          </a:r>
          <a:r>
            <a:rPr lang="en-US" sz="1400"/>
            <a:t> </a:t>
          </a:r>
          <a:r>
            <a:rPr lang="en-US" sz="1400" err="1"/>
            <a:t>kunder</a:t>
          </a:r>
          <a:r>
            <a:rPr lang="en-US" sz="1400"/>
            <a:t>/</a:t>
          </a:r>
          <a:r>
            <a:rPr lang="en-US" sz="1400" err="1"/>
            <a:t>brugere</a:t>
          </a:r>
          <a:r>
            <a:rPr lang="en-US" sz="1400"/>
            <a:t> om </a:t>
          </a:r>
          <a:r>
            <a:rPr lang="en-US" sz="1400" err="1"/>
            <a:t>driftsproblemer</a:t>
          </a:r>
          <a:endParaRPr lang="en-US" sz="1400"/>
        </a:p>
      </dgm:t>
    </dgm:pt>
    <dgm:pt modelId="{7769A3C6-B5DC-45F8-B7D5-B65B564E9D67}" type="parTrans" cxnId="{14300BD2-F13F-45C7-9E09-DC668EBBE125}">
      <dgm:prSet/>
      <dgm:spPr/>
      <dgm:t>
        <a:bodyPr/>
        <a:lstStyle/>
        <a:p>
          <a:endParaRPr lang="en-US"/>
        </a:p>
      </dgm:t>
    </dgm:pt>
    <dgm:pt modelId="{2FC52D99-A468-4B02-BEDA-595C327962C3}" type="sibTrans" cxnId="{14300BD2-F13F-45C7-9E09-DC668EBBE125}">
      <dgm:prSet/>
      <dgm:spPr/>
      <dgm:t>
        <a:bodyPr/>
        <a:lstStyle/>
        <a:p>
          <a:endParaRPr lang="en-US"/>
        </a:p>
      </dgm:t>
    </dgm:pt>
    <dgm:pt modelId="{48888EA3-20A1-46E5-96CF-521B98F79321}">
      <dgm:prSet/>
      <dgm:spPr/>
      <dgm:t>
        <a:bodyPr/>
        <a:lstStyle/>
        <a:p>
          <a:r>
            <a:rPr lang="da-DK"/>
            <a:t>Logning og dokumentation</a:t>
          </a:r>
          <a:endParaRPr lang="en-US"/>
        </a:p>
      </dgm:t>
    </dgm:pt>
    <dgm:pt modelId="{E921EFE6-68D5-4BAD-AC90-3BD958173896}" type="parTrans" cxnId="{FD01E2FF-BE0A-439B-8714-353CB77C4141}">
      <dgm:prSet/>
      <dgm:spPr/>
      <dgm:t>
        <a:bodyPr/>
        <a:lstStyle/>
        <a:p>
          <a:endParaRPr lang="en-US"/>
        </a:p>
      </dgm:t>
    </dgm:pt>
    <dgm:pt modelId="{BCA81561-4B4F-4E3A-AC57-658BE8802FA6}" type="sibTrans" cxnId="{FD01E2FF-BE0A-439B-8714-353CB77C4141}">
      <dgm:prSet/>
      <dgm:spPr/>
      <dgm:t>
        <a:bodyPr/>
        <a:lstStyle/>
        <a:p>
          <a:endParaRPr lang="en-US"/>
        </a:p>
      </dgm:t>
    </dgm:pt>
    <dgm:pt modelId="{7E1E0C61-1996-4C4B-A468-E98792E46C1B}">
      <dgm:prSet custT="1"/>
      <dgm:spPr/>
      <dgm:t>
        <a:bodyPr/>
        <a:lstStyle/>
        <a:p>
          <a:r>
            <a:rPr lang="en-US" sz="1200"/>
            <a:t>Gem trafikdata</a:t>
          </a:r>
        </a:p>
      </dgm:t>
    </dgm:pt>
    <dgm:pt modelId="{84156EA2-7844-47F5-BD62-93DB812D1BD4}" type="parTrans" cxnId="{A566BE40-1A79-4FB1-B286-FF663614CE94}">
      <dgm:prSet/>
      <dgm:spPr/>
      <dgm:t>
        <a:bodyPr/>
        <a:lstStyle/>
        <a:p>
          <a:endParaRPr lang="en-US"/>
        </a:p>
      </dgm:t>
    </dgm:pt>
    <dgm:pt modelId="{651FE5CC-62CC-4EE5-BB20-FA87C76F9ED0}" type="sibTrans" cxnId="{A566BE40-1A79-4FB1-B286-FF663614CE94}">
      <dgm:prSet/>
      <dgm:spPr/>
      <dgm:t>
        <a:bodyPr/>
        <a:lstStyle/>
        <a:p>
          <a:endParaRPr lang="en-US"/>
        </a:p>
      </dgm:t>
    </dgm:pt>
    <dgm:pt modelId="{E1B5CAFB-DBE8-4945-8DA1-480F46C80B9C}">
      <dgm:prSet custT="1"/>
      <dgm:spPr/>
      <dgm:t>
        <a:bodyPr/>
        <a:lstStyle/>
        <a:p>
          <a:r>
            <a:rPr lang="en-US" sz="1200" err="1"/>
            <a:t>Dokumentér</a:t>
          </a:r>
          <a:r>
            <a:rPr lang="en-US" sz="1200"/>
            <a:t> </a:t>
          </a:r>
          <a:r>
            <a:rPr lang="en-US" sz="1200" err="1"/>
            <a:t>tidslinje</a:t>
          </a:r>
          <a:r>
            <a:rPr lang="en-US" sz="1200"/>
            <a:t> </a:t>
          </a:r>
          <a:r>
            <a:rPr lang="en-US" sz="1200" err="1"/>
            <a:t>og</a:t>
          </a:r>
          <a:r>
            <a:rPr lang="en-US" sz="1200"/>
            <a:t> </a:t>
          </a:r>
          <a:r>
            <a:rPr lang="en-US" sz="1200" err="1"/>
            <a:t>respons-handlinger</a:t>
          </a:r>
          <a:endParaRPr lang="en-US" sz="1200"/>
        </a:p>
      </dgm:t>
    </dgm:pt>
    <dgm:pt modelId="{094CF77A-F41A-447F-9553-3BD73D28D10F}" type="parTrans" cxnId="{A346984F-1B27-4E1B-ADEB-BDAA27FA0F29}">
      <dgm:prSet/>
      <dgm:spPr/>
      <dgm:t>
        <a:bodyPr/>
        <a:lstStyle/>
        <a:p>
          <a:endParaRPr lang="en-US"/>
        </a:p>
      </dgm:t>
    </dgm:pt>
    <dgm:pt modelId="{14A0FEB3-5B56-445E-9B2D-ECF9161811E3}" type="sibTrans" cxnId="{A346984F-1B27-4E1B-ADEB-BDAA27FA0F29}">
      <dgm:prSet/>
      <dgm:spPr/>
      <dgm:t>
        <a:bodyPr/>
        <a:lstStyle/>
        <a:p>
          <a:endParaRPr lang="en-US"/>
        </a:p>
      </dgm:t>
    </dgm:pt>
    <dgm:pt modelId="{86E11378-585D-49DD-9D7B-8823975CB9D5}">
      <dgm:prSet custT="1"/>
      <dgm:spPr/>
      <dgm:t>
        <a:bodyPr/>
        <a:lstStyle/>
        <a:p>
          <a:r>
            <a:rPr lang="da-DK" sz="1200"/>
            <a:t>Kan bruges til efteranalyse eller politianmeldelse</a:t>
          </a:r>
          <a:endParaRPr lang="en-US" sz="1200"/>
        </a:p>
      </dgm:t>
    </dgm:pt>
    <dgm:pt modelId="{298F4C94-A6A5-4287-9203-516D07CF3AC5}" type="parTrans" cxnId="{600817B5-D708-4E74-ABDF-CC742E1CC89E}">
      <dgm:prSet/>
      <dgm:spPr/>
      <dgm:t>
        <a:bodyPr/>
        <a:lstStyle/>
        <a:p>
          <a:endParaRPr lang="en-US"/>
        </a:p>
      </dgm:t>
    </dgm:pt>
    <dgm:pt modelId="{104AA97A-EB09-448A-99BC-E775D4C70FE3}" type="sibTrans" cxnId="{600817B5-D708-4E74-ABDF-CC742E1CC89E}">
      <dgm:prSet/>
      <dgm:spPr/>
      <dgm:t>
        <a:bodyPr/>
        <a:lstStyle/>
        <a:p>
          <a:endParaRPr lang="en-US"/>
        </a:p>
      </dgm:t>
    </dgm:pt>
    <dgm:pt modelId="{A8BB086B-FF6D-4A46-9F27-208DD47828E5}">
      <dgm:prSet/>
      <dgm:spPr/>
      <dgm:t>
        <a:bodyPr/>
        <a:lstStyle/>
        <a:p>
          <a:r>
            <a:rPr lang="da-DK"/>
            <a:t>Evaluér og forbedr beredskab (PCDA) – Efter angrebet</a:t>
          </a:r>
          <a:endParaRPr lang="en-US"/>
        </a:p>
      </dgm:t>
    </dgm:pt>
    <dgm:pt modelId="{D9442E41-C11B-4D06-A5B1-A81BB9BFECDA}" type="parTrans" cxnId="{7820DA00-7B8D-410D-8C0C-645F152D1F07}">
      <dgm:prSet/>
      <dgm:spPr/>
      <dgm:t>
        <a:bodyPr/>
        <a:lstStyle/>
        <a:p>
          <a:endParaRPr lang="en-US"/>
        </a:p>
      </dgm:t>
    </dgm:pt>
    <dgm:pt modelId="{5EA0A417-1A4B-4090-A5C2-20AD312348BC}" type="sibTrans" cxnId="{7820DA00-7B8D-410D-8C0C-645F152D1F07}">
      <dgm:prSet/>
      <dgm:spPr/>
      <dgm:t>
        <a:bodyPr/>
        <a:lstStyle/>
        <a:p>
          <a:endParaRPr lang="en-US"/>
        </a:p>
      </dgm:t>
    </dgm:pt>
    <dgm:pt modelId="{D735278D-7865-4657-972C-151DC3521BBE}">
      <dgm:prSet custT="1"/>
      <dgm:spPr/>
      <dgm:t>
        <a:bodyPr/>
        <a:lstStyle/>
        <a:p>
          <a:r>
            <a:rPr lang="en-US" sz="1200"/>
            <a:t>Gennemfør teknisk post-mortem</a:t>
          </a:r>
        </a:p>
      </dgm:t>
    </dgm:pt>
    <dgm:pt modelId="{CB9CD0C5-73D3-41F4-97B2-A535DCE9D3E6}" type="parTrans" cxnId="{E7B2EC43-9B70-4554-9B4A-6AD7413B9000}">
      <dgm:prSet/>
      <dgm:spPr/>
      <dgm:t>
        <a:bodyPr/>
        <a:lstStyle/>
        <a:p>
          <a:endParaRPr lang="en-US"/>
        </a:p>
      </dgm:t>
    </dgm:pt>
    <dgm:pt modelId="{69BE992D-6753-499B-8554-2F8C89643BBB}" type="sibTrans" cxnId="{E7B2EC43-9B70-4554-9B4A-6AD7413B9000}">
      <dgm:prSet/>
      <dgm:spPr/>
      <dgm:t>
        <a:bodyPr/>
        <a:lstStyle/>
        <a:p>
          <a:endParaRPr lang="en-US"/>
        </a:p>
      </dgm:t>
    </dgm:pt>
    <dgm:pt modelId="{3AEA9F75-3307-425D-81EE-269928527E02}">
      <dgm:prSet custT="1"/>
      <dgm:spPr/>
      <dgm:t>
        <a:bodyPr/>
        <a:lstStyle/>
        <a:p>
          <a:r>
            <a:rPr lang="en-US" sz="1200"/>
            <a:t>Stram sikkerhedsforanstaltninger</a:t>
          </a:r>
        </a:p>
      </dgm:t>
    </dgm:pt>
    <dgm:pt modelId="{CD2DBA31-BE2C-44CC-A41C-E7156BE7D490}" type="parTrans" cxnId="{EAED9D3C-17DC-4A14-AF3D-0E9627EDB718}">
      <dgm:prSet/>
      <dgm:spPr/>
      <dgm:t>
        <a:bodyPr/>
        <a:lstStyle/>
        <a:p>
          <a:endParaRPr lang="en-US"/>
        </a:p>
      </dgm:t>
    </dgm:pt>
    <dgm:pt modelId="{0F1028F3-9317-4196-826E-BE3A8F7C7A69}" type="sibTrans" cxnId="{EAED9D3C-17DC-4A14-AF3D-0E9627EDB718}">
      <dgm:prSet/>
      <dgm:spPr/>
      <dgm:t>
        <a:bodyPr/>
        <a:lstStyle/>
        <a:p>
          <a:endParaRPr lang="en-US"/>
        </a:p>
      </dgm:t>
    </dgm:pt>
    <dgm:pt modelId="{E4416201-A1C3-4325-9AA0-5C2EB596A658}">
      <dgm:prSet custT="1"/>
      <dgm:spPr/>
      <dgm:t>
        <a:bodyPr/>
        <a:lstStyle/>
        <a:p>
          <a:r>
            <a:rPr lang="en-US" sz="1200" err="1"/>
            <a:t>Opdater</a:t>
          </a:r>
          <a:r>
            <a:rPr lang="en-US" sz="1200"/>
            <a:t> </a:t>
          </a:r>
          <a:r>
            <a:rPr lang="en-US" sz="1200" err="1"/>
            <a:t>beredskabsplaner</a:t>
          </a:r>
          <a:endParaRPr lang="en-US" sz="1200"/>
        </a:p>
      </dgm:t>
    </dgm:pt>
    <dgm:pt modelId="{2BB5AB8B-CC82-4790-9428-A06523597E4B}" type="parTrans" cxnId="{1E9621DA-CEB5-4E75-9D18-96D82C5313D4}">
      <dgm:prSet/>
      <dgm:spPr/>
      <dgm:t>
        <a:bodyPr/>
        <a:lstStyle/>
        <a:p>
          <a:endParaRPr lang="en-US"/>
        </a:p>
      </dgm:t>
    </dgm:pt>
    <dgm:pt modelId="{5A252B09-7A83-43FD-8DC9-6E14D57025E5}" type="sibTrans" cxnId="{1E9621DA-CEB5-4E75-9D18-96D82C5313D4}">
      <dgm:prSet/>
      <dgm:spPr/>
      <dgm:t>
        <a:bodyPr/>
        <a:lstStyle/>
        <a:p>
          <a:endParaRPr lang="en-US"/>
        </a:p>
      </dgm:t>
    </dgm:pt>
    <dgm:pt modelId="{98F4FAFA-9407-4718-8AF6-C2F7960DA451}" type="pres">
      <dgm:prSet presAssocID="{CE32DE69-51B8-4A65-AFA2-1DC7B95B1E72}" presName="Name0" presStyleCnt="0">
        <dgm:presLayoutVars>
          <dgm:dir/>
          <dgm:animLvl val="lvl"/>
          <dgm:resizeHandles val="exact"/>
        </dgm:presLayoutVars>
      </dgm:prSet>
      <dgm:spPr/>
    </dgm:pt>
    <dgm:pt modelId="{60140FD5-6D2D-4219-84DD-359E297CADDC}" type="pres">
      <dgm:prSet presAssocID="{7B02D07F-1379-4752-A7E6-96E5A1647EBF}" presName="linNode" presStyleCnt="0"/>
      <dgm:spPr/>
    </dgm:pt>
    <dgm:pt modelId="{7A0F3BA8-B676-4E7F-AD1E-5A50E0395958}" type="pres">
      <dgm:prSet presAssocID="{7B02D07F-1379-4752-A7E6-96E5A1647EBF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64CB9369-1604-475B-BC4E-363B2F867182}" type="pres">
      <dgm:prSet presAssocID="{7B02D07F-1379-4752-A7E6-96E5A1647EBF}" presName="descendantText" presStyleLbl="alignAccFollowNode1" presStyleIdx="0" presStyleCnt="6">
        <dgm:presLayoutVars>
          <dgm:bulletEnabled val="1"/>
        </dgm:presLayoutVars>
      </dgm:prSet>
      <dgm:spPr/>
    </dgm:pt>
    <dgm:pt modelId="{4757766E-CC59-477E-863B-B240E2BF5869}" type="pres">
      <dgm:prSet presAssocID="{B6C8386E-BCF0-4E57-A86D-8FDA40AC7BD9}" presName="sp" presStyleCnt="0"/>
      <dgm:spPr/>
    </dgm:pt>
    <dgm:pt modelId="{5DA45013-AA3F-4BA8-8AA0-023016BB9FC5}" type="pres">
      <dgm:prSet presAssocID="{A98911B3-872D-4D06-9523-820249358E7D}" presName="linNode" presStyleCnt="0"/>
      <dgm:spPr/>
    </dgm:pt>
    <dgm:pt modelId="{3BA588BF-DCE5-4100-86C0-3304CAF5CF9A}" type="pres">
      <dgm:prSet presAssocID="{A98911B3-872D-4D06-9523-820249358E7D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0A13CED9-F51E-44D3-8AAF-A39781E1416F}" type="pres">
      <dgm:prSet presAssocID="{A98911B3-872D-4D06-9523-820249358E7D}" presName="descendantText" presStyleLbl="alignAccFollowNode1" presStyleIdx="1" presStyleCnt="6">
        <dgm:presLayoutVars>
          <dgm:bulletEnabled val="1"/>
        </dgm:presLayoutVars>
      </dgm:prSet>
      <dgm:spPr/>
    </dgm:pt>
    <dgm:pt modelId="{3456FFBC-B7AD-46D9-8B2A-7E8846FF170E}" type="pres">
      <dgm:prSet presAssocID="{732E433D-4E4A-4993-9A86-69E43C917382}" presName="sp" presStyleCnt="0"/>
      <dgm:spPr/>
    </dgm:pt>
    <dgm:pt modelId="{F4BF745A-4D4C-461A-9B6C-DC39D0A10208}" type="pres">
      <dgm:prSet presAssocID="{80C9F1F4-5A59-46BB-9FB8-55D67E497348}" presName="linNode" presStyleCnt="0"/>
      <dgm:spPr/>
    </dgm:pt>
    <dgm:pt modelId="{8DFD91B8-C88D-4DFF-8F52-4BBF1C62A7DE}" type="pres">
      <dgm:prSet presAssocID="{80C9F1F4-5A59-46BB-9FB8-55D67E497348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5A9367BE-B973-420E-994D-37D785127B74}" type="pres">
      <dgm:prSet presAssocID="{80C9F1F4-5A59-46BB-9FB8-55D67E497348}" presName="descendantText" presStyleLbl="alignAccFollowNode1" presStyleIdx="2" presStyleCnt="6">
        <dgm:presLayoutVars>
          <dgm:bulletEnabled val="1"/>
        </dgm:presLayoutVars>
      </dgm:prSet>
      <dgm:spPr/>
    </dgm:pt>
    <dgm:pt modelId="{8C10B427-E5A3-402E-81D8-96F02D02952F}" type="pres">
      <dgm:prSet presAssocID="{B150761E-F551-4CBD-9D60-1EA018A5B089}" presName="sp" presStyleCnt="0"/>
      <dgm:spPr/>
    </dgm:pt>
    <dgm:pt modelId="{39136D7F-80CF-40F6-85DD-72F949CA6590}" type="pres">
      <dgm:prSet presAssocID="{AA4C8FCD-437A-4F75-A953-A1A2368F224C}" presName="linNode" presStyleCnt="0"/>
      <dgm:spPr/>
    </dgm:pt>
    <dgm:pt modelId="{12EF90A3-E4A3-4E07-AA0D-421D501624A9}" type="pres">
      <dgm:prSet presAssocID="{AA4C8FCD-437A-4F75-A953-A1A2368F224C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00677EF8-5355-40F7-A1ED-CD6A1F479240}" type="pres">
      <dgm:prSet presAssocID="{AA4C8FCD-437A-4F75-A953-A1A2368F224C}" presName="descendantText" presStyleLbl="alignAccFollowNode1" presStyleIdx="3" presStyleCnt="6">
        <dgm:presLayoutVars>
          <dgm:bulletEnabled val="1"/>
        </dgm:presLayoutVars>
      </dgm:prSet>
      <dgm:spPr/>
    </dgm:pt>
    <dgm:pt modelId="{9731C63F-C5D8-4B5F-855F-AF858F282DF4}" type="pres">
      <dgm:prSet presAssocID="{D2AFF0AD-0EFC-4881-BEC8-CE637B487805}" presName="sp" presStyleCnt="0"/>
      <dgm:spPr/>
    </dgm:pt>
    <dgm:pt modelId="{10B87EC6-2A7C-4877-A933-6EFB9C540C1F}" type="pres">
      <dgm:prSet presAssocID="{48888EA3-20A1-46E5-96CF-521B98F79321}" presName="linNode" presStyleCnt="0"/>
      <dgm:spPr/>
    </dgm:pt>
    <dgm:pt modelId="{B4F03D6F-CDFB-4364-8E04-6DC22C12318A}" type="pres">
      <dgm:prSet presAssocID="{48888EA3-20A1-46E5-96CF-521B98F79321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B97703C0-7DDC-46CD-AC29-5A73CF14CE69}" type="pres">
      <dgm:prSet presAssocID="{48888EA3-20A1-46E5-96CF-521B98F79321}" presName="descendantText" presStyleLbl="alignAccFollowNode1" presStyleIdx="4" presStyleCnt="6">
        <dgm:presLayoutVars>
          <dgm:bulletEnabled val="1"/>
        </dgm:presLayoutVars>
      </dgm:prSet>
      <dgm:spPr/>
    </dgm:pt>
    <dgm:pt modelId="{627E9968-AFF1-425F-B882-38FC535031D9}" type="pres">
      <dgm:prSet presAssocID="{BCA81561-4B4F-4E3A-AC57-658BE8802FA6}" presName="sp" presStyleCnt="0"/>
      <dgm:spPr/>
    </dgm:pt>
    <dgm:pt modelId="{672D80A5-7BC6-4EFB-A332-45E97554BF4A}" type="pres">
      <dgm:prSet presAssocID="{A8BB086B-FF6D-4A46-9F27-208DD47828E5}" presName="linNode" presStyleCnt="0"/>
      <dgm:spPr/>
    </dgm:pt>
    <dgm:pt modelId="{66EC77BF-D82B-408A-BA51-8E6D2694906F}" type="pres">
      <dgm:prSet presAssocID="{A8BB086B-FF6D-4A46-9F27-208DD47828E5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19AFEDA9-882A-45A0-AD97-B8B430577FCE}" type="pres">
      <dgm:prSet presAssocID="{A8BB086B-FF6D-4A46-9F27-208DD47828E5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7820DA00-7B8D-410D-8C0C-645F152D1F07}" srcId="{CE32DE69-51B8-4A65-AFA2-1DC7B95B1E72}" destId="{A8BB086B-FF6D-4A46-9F27-208DD47828E5}" srcOrd="5" destOrd="0" parTransId="{D9442E41-C11B-4D06-A5B1-A81BB9BFECDA}" sibTransId="{5EA0A417-1A4B-4090-A5C2-20AD312348BC}"/>
    <dgm:cxn modelId="{658B1308-1E8C-4BD3-B5A7-F33F6983D850}" srcId="{80C9F1F4-5A59-46BB-9FB8-55D67E497348}" destId="{2AD15E21-A104-4DEB-9BF3-9FE0861E7C9A}" srcOrd="3" destOrd="0" parTransId="{81CB92E5-F006-476D-9CC8-223C48C546D0}" sibTransId="{1D6F7F88-0053-42AD-A190-45E02B6C1146}"/>
    <dgm:cxn modelId="{74304409-29B4-463A-850E-FF13237FE9CA}" srcId="{AA4C8FCD-437A-4F75-A953-A1A2368F224C}" destId="{EF84FAF6-5163-4DFD-82CC-396BC36BB042}" srcOrd="0" destOrd="0" parTransId="{64D0C015-C8B2-4FBE-B9C0-EFE4CC094C28}" sibTransId="{50359601-C7C1-4F57-A2DA-D355200F48F7}"/>
    <dgm:cxn modelId="{290AE70E-7358-40B9-B8A5-5B57E2931231}" type="presOf" srcId="{CE32DE69-51B8-4A65-AFA2-1DC7B95B1E72}" destId="{98F4FAFA-9407-4718-8AF6-C2F7960DA451}" srcOrd="0" destOrd="0" presId="urn:microsoft.com/office/officeart/2005/8/layout/vList5"/>
    <dgm:cxn modelId="{7350AD26-704C-4574-B17D-4DD4FEDBF125}" type="presOf" srcId="{B55B0DA7-35D8-40F1-8525-3D7B23EA0CDD}" destId="{5A9367BE-B973-420E-994D-37D785127B74}" srcOrd="0" destOrd="0" presId="urn:microsoft.com/office/officeart/2005/8/layout/vList5"/>
    <dgm:cxn modelId="{33B8902A-B71A-4298-8E2D-1881E57D688F}" type="presOf" srcId="{86E11378-585D-49DD-9D7B-8823975CB9D5}" destId="{B97703C0-7DDC-46CD-AC29-5A73CF14CE69}" srcOrd="0" destOrd="2" presId="urn:microsoft.com/office/officeart/2005/8/layout/vList5"/>
    <dgm:cxn modelId="{F4EAB235-F353-49BF-9AF0-2A3401E9E0D2}" srcId="{CE32DE69-51B8-4A65-AFA2-1DC7B95B1E72}" destId="{A98911B3-872D-4D06-9523-820249358E7D}" srcOrd="1" destOrd="0" parTransId="{9D738A9A-1F7A-4B8D-8452-F740F05136E6}" sibTransId="{732E433D-4E4A-4993-9A86-69E43C917382}"/>
    <dgm:cxn modelId="{089E8E39-F4AE-44E6-B0A8-9378F8443C88}" type="presOf" srcId="{80C9F1F4-5A59-46BB-9FB8-55D67E497348}" destId="{8DFD91B8-C88D-4DFF-8F52-4BBF1C62A7DE}" srcOrd="0" destOrd="0" presId="urn:microsoft.com/office/officeart/2005/8/layout/vList5"/>
    <dgm:cxn modelId="{EAED9D3C-17DC-4A14-AF3D-0E9627EDB718}" srcId="{A8BB086B-FF6D-4A46-9F27-208DD47828E5}" destId="{3AEA9F75-3307-425D-81EE-269928527E02}" srcOrd="1" destOrd="0" parTransId="{CD2DBA31-BE2C-44CC-A41C-E7156BE7D490}" sibTransId="{0F1028F3-9317-4196-826E-BE3A8F7C7A69}"/>
    <dgm:cxn modelId="{A566BE40-1A79-4FB1-B286-FF663614CE94}" srcId="{48888EA3-20A1-46E5-96CF-521B98F79321}" destId="{7E1E0C61-1996-4C4B-A468-E98792E46C1B}" srcOrd="0" destOrd="0" parTransId="{84156EA2-7844-47F5-BD62-93DB812D1BD4}" sibTransId="{651FE5CC-62CC-4EE5-BB20-FA87C76F9ED0}"/>
    <dgm:cxn modelId="{E7B2EC43-9B70-4554-9B4A-6AD7413B9000}" srcId="{A8BB086B-FF6D-4A46-9F27-208DD47828E5}" destId="{D735278D-7865-4657-972C-151DC3521BBE}" srcOrd="0" destOrd="0" parTransId="{CB9CD0C5-73D3-41F4-97B2-A535DCE9D3E6}" sibTransId="{69BE992D-6753-499B-8554-2F8C89643BBB}"/>
    <dgm:cxn modelId="{6D95DC66-73BF-4734-996A-A558CE14962F}" type="presOf" srcId="{7B02D07F-1379-4752-A7E6-96E5A1647EBF}" destId="{7A0F3BA8-B676-4E7F-AD1E-5A50E0395958}" srcOrd="0" destOrd="0" presId="urn:microsoft.com/office/officeart/2005/8/layout/vList5"/>
    <dgm:cxn modelId="{6E4BD248-E9AB-4564-BFF7-86D8284355BE}" type="presOf" srcId="{2AD15E21-A104-4DEB-9BF3-9FE0861E7C9A}" destId="{5A9367BE-B973-420E-994D-37D785127B74}" srcOrd="0" destOrd="3" presId="urn:microsoft.com/office/officeart/2005/8/layout/vList5"/>
    <dgm:cxn modelId="{439F9349-FD5B-41CF-8EB3-2A7C16EB1E0E}" type="presOf" srcId="{7E1E0C61-1996-4C4B-A468-E98792E46C1B}" destId="{B97703C0-7DDC-46CD-AC29-5A73CF14CE69}" srcOrd="0" destOrd="0" presId="urn:microsoft.com/office/officeart/2005/8/layout/vList5"/>
    <dgm:cxn modelId="{819AE96C-80D0-47FA-A1A8-D92F16B40B4B}" type="presOf" srcId="{CF45F4E8-4FB2-4B64-87D8-BF17F5CFF9A5}" destId="{64CB9369-1604-475B-BC4E-363B2F867182}" srcOrd="0" destOrd="1" presId="urn:microsoft.com/office/officeart/2005/8/layout/vList5"/>
    <dgm:cxn modelId="{71F9C86D-5EEA-4F67-BE00-6FC5F2F00440}" type="presOf" srcId="{8684D0A5-9D25-44AB-AE16-5026FA8CAA5E}" destId="{5A9367BE-B973-420E-994D-37D785127B74}" srcOrd="0" destOrd="1" presId="urn:microsoft.com/office/officeart/2005/8/layout/vList5"/>
    <dgm:cxn modelId="{3425BD4E-6AC7-4CD8-83D1-2F6D70D6EB40}" srcId="{7B02D07F-1379-4752-A7E6-96E5A1647EBF}" destId="{CF45F4E8-4FB2-4B64-87D8-BF17F5CFF9A5}" srcOrd="1" destOrd="0" parTransId="{B0CAF181-2813-47DF-8A4E-D276E8398987}" sibTransId="{496359D3-9FE2-4135-A12A-9CD59B7451F1}"/>
    <dgm:cxn modelId="{A346984F-1B27-4E1B-ADEB-BDAA27FA0F29}" srcId="{48888EA3-20A1-46E5-96CF-521B98F79321}" destId="{E1B5CAFB-DBE8-4945-8DA1-480F46C80B9C}" srcOrd="1" destOrd="0" parTransId="{094CF77A-F41A-447F-9553-3BD73D28D10F}" sibTransId="{14A0FEB3-5B56-445E-9B2D-ECF9161811E3}"/>
    <dgm:cxn modelId="{44CCB652-4E76-4858-B266-F62BF19BAD48}" type="presOf" srcId="{A98911B3-872D-4D06-9523-820249358E7D}" destId="{3BA588BF-DCE5-4100-86C0-3304CAF5CF9A}" srcOrd="0" destOrd="0" presId="urn:microsoft.com/office/officeart/2005/8/layout/vList5"/>
    <dgm:cxn modelId="{1B249C57-8AF7-48A1-A6BD-B7205494B39F}" srcId="{80C9F1F4-5A59-46BB-9FB8-55D67E497348}" destId="{5DB51A34-9422-4585-8BDE-0B954A572F73}" srcOrd="2" destOrd="0" parTransId="{ADB6FA3A-F876-4DA7-98BE-79FB6EE74E78}" sibTransId="{1772C26A-6CD1-4609-964A-F0D74A2B4BB5}"/>
    <dgm:cxn modelId="{1EB7CB59-1212-4514-B806-00B9DF7DCD52}" type="presOf" srcId="{EF84FAF6-5163-4DFD-82CC-396BC36BB042}" destId="{00677EF8-5355-40F7-A1ED-CD6A1F479240}" srcOrd="0" destOrd="0" presId="urn:microsoft.com/office/officeart/2005/8/layout/vList5"/>
    <dgm:cxn modelId="{2A71F283-6806-40EB-904C-9696B68B1162}" srcId="{CE32DE69-51B8-4A65-AFA2-1DC7B95B1E72}" destId="{AA4C8FCD-437A-4F75-A953-A1A2368F224C}" srcOrd="3" destOrd="0" parTransId="{CB3E05A2-3C70-4154-AEBF-5B704FAF9629}" sibTransId="{D2AFF0AD-0EFC-4881-BEC8-CE637B487805}"/>
    <dgm:cxn modelId="{CD362F84-D2C4-41A0-9245-EBC5294CFC9B}" type="presOf" srcId="{48888EA3-20A1-46E5-96CF-521B98F79321}" destId="{B4F03D6F-CDFB-4364-8E04-6DC22C12318A}" srcOrd="0" destOrd="0" presId="urn:microsoft.com/office/officeart/2005/8/layout/vList5"/>
    <dgm:cxn modelId="{826E4F86-F902-40AF-A406-B2B55CB32A55}" srcId="{7B02D07F-1379-4752-A7E6-96E5A1647EBF}" destId="{2BB13A45-672E-4016-B9C8-5CF4EB776724}" srcOrd="0" destOrd="0" parTransId="{5A9DB4ED-7DE2-43AF-AC7A-98A2F69FA81B}" sibTransId="{44D55951-B2E1-43C7-8FF7-6BD69E21F805}"/>
    <dgm:cxn modelId="{8DC95089-9965-4CE4-9232-010083BE1E21}" type="presOf" srcId="{E4416201-A1C3-4325-9AA0-5C2EB596A658}" destId="{19AFEDA9-882A-45A0-AD97-B8B430577FCE}" srcOrd="0" destOrd="2" presId="urn:microsoft.com/office/officeart/2005/8/layout/vList5"/>
    <dgm:cxn modelId="{B893A78D-10AC-41BB-BC51-0C801773B2B7}" type="presOf" srcId="{5DB51A34-9422-4585-8BDE-0B954A572F73}" destId="{5A9367BE-B973-420E-994D-37D785127B74}" srcOrd="0" destOrd="2" presId="urn:microsoft.com/office/officeart/2005/8/layout/vList5"/>
    <dgm:cxn modelId="{E7752595-5CDB-49ED-9294-7DD1951A1AB2}" srcId="{80C9F1F4-5A59-46BB-9FB8-55D67E497348}" destId="{B55B0DA7-35D8-40F1-8525-3D7B23EA0CDD}" srcOrd="0" destOrd="0" parTransId="{4ED4ED49-06A2-49EC-93E0-BE0270ECB8A8}" sibTransId="{658AE5D7-2750-44ED-80EA-C7A52A588260}"/>
    <dgm:cxn modelId="{38BD599E-5E26-41E0-AF38-1E56B0B977A1}" type="presOf" srcId="{AA4C8FCD-437A-4F75-A953-A1A2368F224C}" destId="{12EF90A3-E4A3-4E07-AA0D-421D501624A9}" srcOrd="0" destOrd="0" presId="urn:microsoft.com/office/officeart/2005/8/layout/vList5"/>
    <dgm:cxn modelId="{F66ECF9E-FDDB-45FF-BB08-F68BACA85B95}" srcId="{A98911B3-872D-4D06-9523-820249358E7D}" destId="{60DC88C3-392B-411F-8A3A-2C2858B05BFC}" srcOrd="0" destOrd="0" parTransId="{C6EFA9E3-4BEE-4A84-90C4-26E488D4D955}" sibTransId="{85D92420-427A-4FCF-B95D-CFC90CBE28D9}"/>
    <dgm:cxn modelId="{4D17D79F-C650-4600-AA67-D34F66BCE320}" type="presOf" srcId="{E1B5CAFB-DBE8-4945-8DA1-480F46C80B9C}" destId="{B97703C0-7DDC-46CD-AC29-5A73CF14CE69}" srcOrd="0" destOrd="1" presId="urn:microsoft.com/office/officeart/2005/8/layout/vList5"/>
    <dgm:cxn modelId="{A559E0A2-2E01-4809-8EB0-02CE896D2D26}" type="presOf" srcId="{D735278D-7865-4657-972C-151DC3521BBE}" destId="{19AFEDA9-882A-45A0-AD97-B8B430577FCE}" srcOrd="0" destOrd="0" presId="urn:microsoft.com/office/officeart/2005/8/layout/vList5"/>
    <dgm:cxn modelId="{CCCED6A3-D19E-45AB-BB62-FEB59CCD4787}" type="presOf" srcId="{957DE612-7E63-4EF1-BE62-6F60C2009986}" destId="{00677EF8-5355-40F7-A1ED-CD6A1F479240}" srcOrd="0" destOrd="1" presId="urn:microsoft.com/office/officeart/2005/8/layout/vList5"/>
    <dgm:cxn modelId="{D979BBAA-0244-42E6-9838-9104882F9084}" type="presOf" srcId="{A8BB086B-FF6D-4A46-9F27-208DD47828E5}" destId="{66EC77BF-D82B-408A-BA51-8E6D2694906F}" srcOrd="0" destOrd="0" presId="urn:microsoft.com/office/officeart/2005/8/layout/vList5"/>
    <dgm:cxn modelId="{600817B5-D708-4E74-ABDF-CC742E1CC89E}" srcId="{48888EA3-20A1-46E5-96CF-521B98F79321}" destId="{86E11378-585D-49DD-9D7B-8823975CB9D5}" srcOrd="2" destOrd="0" parTransId="{298F4C94-A6A5-4287-9203-516D07CF3AC5}" sibTransId="{104AA97A-EB09-448A-99BC-E775D4C70FE3}"/>
    <dgm:cxn modelId="{F07096CF-08B0-4EB7-BC6E-94E1B6DA33C1}" srcId="{CE32DE69-51B8-4A65-AFA2-1DC7B95B1E72}" destId="{80C9F1F4-5A59-46BB-9FB8-55D67E497348}" srcOrd="2" destOrd="0" parTransId="{5FDEC31A-D603-41E8-B69A-4AB3DEBE9877}" sibTransId="{B150761E-F551-4CBD-9D60-1EA018A5B089}"/>
    <dgm:cxn modelId="{8389F7D0-4F9A-4424-A1C6-BD8CE791F958}" srcId="{CE32DE69-51B8-4A65-AFA2-1DC7B95B1E72}" destId="{7B02D07F-1379-4752-A7E6-96E5A1647EBF}" srcOrd="0" destOrd="0" parTransId="{D6287D5E-B3BE-49BF-80C3-CD2FB0EAE764}" sibTransId="{B6C8386E-BCF0-4E57-A86D-8FDA40AC7BD9}"/>
    <dgm:cxn modelId="{14300BD2-F13F-45C7-9E09-DC668EBBE125}" srcId="{AA4C8FCD-437A-4F75-A953-A1A2368F224C}" destId="{957DE612-7E63-4EF1-BE62-6F60C2009986}" srcOrd="1" destOrd="0" parTransId="{7769A3C6-B5DC-45F8-B7D5-B65B564E9D67}" sibTransId="{2FC52D99-A468-4B02-BEDA-595C327962C3}"/>
    <dgm:cxn modelId="{1FF147D2-7153-49C4-9921-9A3D1619B970}" type="presOf" srcId="{60DC88C3-392B-411F-8A3A-2C2858B05BFC}" destId="{0A13CED9-F51E-44D3-8AAF-A39781E1416F}" srcOrd="0" destOrd="0" presId="urn:microsoft.com/office/officeart/2005/8/layout/vList5"/>
    <dgm:cxn modelId="{1E9621DA-CEB5-4E75-9D18-96D82C5313D4}" srcId="{A8BB086B-FF6D-4A46-9F27-208DD47828E5}" destId="{E4416201-A1C3-4325-9AA0-5C2EB596A658}" srcOrd="2" destOrd="0" parTransId="{2BB5AB8B-CC82-4790-9428-A06523597E4B}" sibTransId="{5A252B09-7A83-43FD-8DC9-6E14D57025E5}"/>
    <dgm:cxn modelId="{6F3168EE-6432-4ACC-BE77-847C8F635D0D}" type="presOf" srcId="{3AEA9F75-3307-425D-81EE-269928527E02}" destId="{19AFEDA9-882A-45A0-AD97-B8B430577FCE}" srcOrd="0" destOrd="1" presId="urn:microsoft.com/office/officeart/2005/8/layout/vList5"/>
    <dgm:cxn modelId="{EA10A3F6-1DE7-49EE-B14A-DCDFD985AC41}" srcId="{80C9F1F4-5A59-46BB-9FB8-55D67E497348}" destId="{8684D0A5-9D25-44AB-AE16-5026FA8CAA5E}" srcOrd="1" destOrd="0" parTransId="{46750535-C4CE-44D5-8FED-D6290001A3D6}" sibTransId="{205DC7D0-E553-4F47-B03E-58DFD6EA35CE}"/>
    <dgm:cxn modelId="{5CB427FB-0384-494C-81A6-29390E29AE0E}" type="presOf" srcId="{2BB13A45-672E-4016-B9C8-5CF4EB776724}" destId="{64CB9369-1604-475B-BC4E-363B2F867182}" srcOrd="0" destOrd="0" presId="urn:microsoft.com/office/officeart/2005/8/layout/vList5"/>
    <dgm:cxn modelId="{FD01E2FF-BE0A-439B-8714-353CB77C4141}" srcId="{CE32DE69-51B8-4A65-AFA2-1DC7B95B1E72}" destId="{48888EA3-20A1-46E5-96CF-521B98F79321}" srcOrd="4" destOrd="0" parTransId="{E921EFE6-68D5-4BAD-AC90-3BD958173896}" sibTransId="{BCA81561-4B4F-4E3A-AC57-658BE8802FA6}"/>
    <dgm:cxn modelId="{C4725899-C919-45F8-985B-FE04C2989913}" type="presParOf" srcId="{98F4FAFA-9407-4718-8AF6-C2F7960DA451}" destId="{60140FD5-6D2D-4219-84DD-359E297CADDC}" srcOrd="0" destOrd="0" presId="urn:microsoft.com/office/officeart/2005/8/layout/vList5"/>
    <dgm:cxn modelId="{98BC66A4-961B-43EC-9058-64D36316896A}" type="presParOf" srcId="{60140FD5-6D2D-4219-84DD-359E297CADDC}" destId="{7A0F3BA8-B676-4E7F-AD1E-5A50E0395958}" srcOrd="0" destOrd="0" presId="urn:microsoft.com/office/officeart/2005/8/layout/vList5"/>
    <dgm:cxn modelId="{169C3D72-AEE3-4FFE-B816-ACCB70897FCF}" type="presParOf" srcId="{60140FD5-6D2D-4219-84DD-359E297CADDC}" destId="{64CB9369-1604-475B-BC4E-363B2F867182}" srcOrd="1" destOrd="0" presId="urn:microsoft.com/office/officeart/2005/8/layout/vList5"/>
    <dgm:cxn modelId="{1C71B5F2-54AD-45B0-8A16-3501FC153175}" type="presParOf" srcId="{98F4FAFA-9407-4718-8AF6-C2F7960DA451}" destId="{4757766E-CC59-477E-863B-B240E2BF5869}" srcOrd="1" destOrd="0" presId="urn:microsoft.com/office/officeart/2005/8/layout/vList5"/>
    <dgm:cxn modelId="{65075574-A779-4654-A5B3-EBD48ECBC7B5}" type="presParOf" srcId="{98F4FAFA-9407-4718-8AF6-C2F7960DA451}" destId="{5DA45013-AA3F-4BA8-8AA0-023016BB9FC5}" srcOrd="2" destOrd="0" presId="urn:microsoft.com/office/officeart/2005/8/layout/vList5"/>
    <dgm:cxn modelId="{8E874998-6FE3-49FB-8FBE-07DA96F021D5}" type="presParOf" srcId="{5DA45013-AA3F-4BA8-8AA0-023016BB9FC5}" destId="{3BA588BF-DCE5-4100-86C0-3304CAF5CF9A}" srcOrd="0" destOrd="0" presId="urn:microsoft.com/office/officeart/2005/8/layout/vList5"/>
    <dgm:cxn modelId="{9A2A10A5-8DBC-43FF-9D17-A754CE718D2D}" type="presParOf" srcId="{5DA45013-AA3F-4BA8-8AA0-023016BB9FC5}" destId="{0A13CED9-F51E-44D3-8AAF-A39781E1416F}" srcOrd="1" destOrd="0" presId="urn:microsoft.com/office/officeart/2005/8/layout/vList5"/>
    <dgm:cxn modelId="{C788D4EB-99DF-497A-B6AA-96D3E4189E27}" type="presParOf" srcId="{98F4FAFA-9407-4718-8AF6-C2F7960DA451}" destId="{3456FFBC-B7AD-46D9-8B2A-7E8846FF170E}" srcOrd="3" destOrd="0" presId="urn:microsoft.com/office/officeart/2005/8/layout/vList5"/>
    <dgm:cxn modelId="{9B536897-E95D-41F0-8308-46EE23124541}" type="presParOf" srcId="{98F4FAFA-9407-4718-8AF6-C2F7960DA451}" destId="{F4BF745A-4D4C-461A-9B6C-DC39D0A10208}" srcOrd="4" destOrd="0" presId="urn:microsoft.com/office/officeart/2005/8/layout/vList5"/>
    <dgm:cxn modelId="{E8EEC920-8D87-406B-80C3-7873EB38DDB0}" type="presParOf" srcId="{F4BF745A-4D4C-461A-9B6C-DC39D0A10208}" destId="{8DFD91B8-C88D-4DFF-8F52-4BBF1C62A7DE}" srcOrd="0" destOrd="0" presId="urn:microsoft.com/office/officeart/2005/8/layout/vList5"/>
    <dgm:cxn modelId="{F38ECCE2-E29F-4FAA-A46A-10A523B766A6}" type="presParOf" srcId="{F4BF745A-4D4C-461A-9B6C-DC39D0A10208}" destId="{5A9367BE-B973-420E-994D-37D785127B74}" srcOrd="1" destOrd="0" presId="urn:microsoft.com/office/officeart/2005/8/layout/vList5"/>
    <dgm:cxn modelId="{8BE45AA9-8A51-4C3B-9FB2-938122425C90}" type="presParOf" srcId="{98F4FAFA-9407-4718-8AF6-C2F7960DA451}" destId="{8C10B427-E5A3-402E-81D8-96F02D02952F}" srcOrd="5" destOrd="0" presId="urn:microsoft.com/office/officeart/2005/8/layout/vList5"/>
    <dgm:cxn modelId="{5B36256F-05F9-44C5-92CF-1985EFA36426}" type="presParOf" srcId="{98F4FAFA-9407-4718-8AF6-C2F7960DA451}" destId="{39136D7F-80CF-40F6-85DD-72F949CA6590}" srcOrd="6" destOrd="0" presId="urn:microsoft.com/office/officeart/2005/8/layout/vList5"/>
    <dgm:cxn modelId="{E91F25B2-C01E-4C7A-992C-A2D0A6A4A383}" type="presParOf" srcId="{39136D7F-80CF-40F6-85DD-72F949CA6590}" destId="{12EF90A3-E4A3-4E07-AA0D-421D501624A9}" srcOrd="0" destOrd="0" presId="urn:microsoft.com/office/officeart/2005/8/layout/vList5"/>
    <dgm:cxn modelId="{9BF2DBAE-CD1A-4C88-93DE-435E722F822A}" type="presParOf" srcId="{39136D7F-80CF-40F6-85DD-72F949CA6590}" destId="{00677EF8-5355-40F7-A1ED-CD6A1F479240}" srcOrd="1" destOrd="0" presId="urn:microsoft.com/office/officeart/2005/8/layout/vList5"/>
    <dgm:cxn modelId="{70E7A317-6841-42D1-A919-63DC9FFD544B}" type="presParOf" srcId="{98F4FAFA-9407-4718-8AF6-C2F7960DA451}" destId="{9731C63F-C5D8-4B5F-855F-AF858F282DF4}" srcOrd="7" destOrd="0" presId="urn:microsoft.com/office/officeart/2005/8/layout/vList5"/>
    <dgm:cxn modelId="{826D9517-DD97-41B2-AFB4-C602EEBBA1B9}" type="presParOf" srcId="{98F4FAFA-9407-4718-8AF6-C2F7960DA451}" destId="{10B87EC6-2A7C-4877-A933-6EFB9C540C1F}" srcOrd="8" destOrd="0" presId="urn:microsoft.com/office/officeart/2005/8/layout/vList5"/>
    <dgm:cxn modelId="{D794A490-D558-4642-BDD9-597E5BE77B09}" type="presParOf" srcId="{10B87EC6-2A7C-4877-A933-6EFB9C540C1F}" destId="{B4F03D6F-CDFB-4364-8E04-6DC22C12318A}" srcOrd="0" destOrd="0" presId="urn:microsoft.com/office/officeart/2005/8/layout/vList5"/>
    <dgm:cxn modelId="{12CCE16E-A504-4F59-B4D8-B476AA8C3676}" type="presParOf" srcId="{10B87EC6-2A7C-4877-A933-6EFB9C540C1F}" destId="{B97703C0-7DDC-46CD-AC29-5A73CF14CE69}" srcOrd="1" destOrd="0" presId="urn:microsoft.com/office/officeart/2005/8/layout/vList5"/>
    <dgm:cxn modelId="{19BF5ED3-1A57-4CFE-8BCF-B300F689AD99}" type="presParOf" srcId="{98F4FAFA-9407-4718-8AF6-C2F7960DA451}" destId="{627E9968-AFF1-425F-B882-38FC535031D9}" srcOrd="9" destOrd="0" presId="urn:microsoft.com/office/officeart/2005/8/layout/vList5"/>
    <dgm:cxn modelId="{DFA38B63-8B0E-4A2B-B0B5-4A3E5C0B164A}" type="presParOf" srcId="{98F4FAFA-9407-4718-8AF6-C2F7960DA451}" destId="{672D80A5-7BC6-4EFB-A332-45E97554BF4A}" srcOrd="10" destOrd="0" presId="urn:microsoft.com/office/officeart/2005/8/layout/vList5"/>
    <dgm:cxn modelId="{78480BF6-5AD7-485D-8E71-8F575AD9AEA4}" type="presParOf" srcId="{672D80A5-7BC6-4EFB-A332-45E97554BF4A}" destId="{66EC77BF-D82B-408A-BA51-8E6D2694906F}" srcOrd="0" destOrd="0" presId="urn:microsoft.com/office/officeart/2005/8/layout/vList5"/>
    <dgm:cxn modelId="{A48D9D5A-BA23-4F5D-9588-F2D671918DED}" type="presParOf" srcId="{672D80A5-7BC6-4EFB-A332-45E97554BF4A}" destId="{19AFEDA9-882A-45A0-AD97-B8B430577FC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CB9369-1604-475B-BC4E-363B2F867182}">
      <dsp:nvSpPr>
        <dsp:cNvPr id="0" name=""/>
        <dsp:cNvSpPr/>
      </dsp:nvSpPr>
      <dsp:spPr>
        <a:xfrm rot="5400000">
          <a:off x="6872275" y="-3015881"/>
          <a:ext cx="556665" cy="67299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400" kern="1200"/>
            <a:t>Kan hjælpe med at filtrere ondsindet </a:t>
          </a:r>
          <a:r>
            <a:rPr lang="da-DK" sz="1400" kern="1200" err="1"/>
            <a:t>traffik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400" kern="1200"/>
            <a:t>Omdiriger </a:t>
          </a:r>
          <a:r>
            <a:rPr lang="da-DK" sz="1400" kern="1200" err="1"/>
            <a:t>traffik</a:t>
          </a:r>
          <a:r>
            <a:rPr lang="da-DK" sz="1400" kern="1200"/>
            <a:t> via beskyttede netværk</a:t>
          </a:r>
          <a:endParaRPr lang="en-US" sz="1400" kern="1200"/>
        </a:p>
      </dsp:txBody>
      <dsp:txXfrm rot="-5400000">
        <a:off x="3785616" y="97952"/>
        <a:ext cx="6702810" cy="502317"/>
      </dsp:txXfrm>
    </dsp:sp>
    <dsp:sp modelId="{7A0F3BA8-B676-4E7F-AD1E-5A50E0395958}">
      <dsp:nvSpPr>
        <dsp:cNvPr id="0" name=""/>
        <dsp:cNvSpPr/>
      </dsp:nvSpPr>
      <dsp:spPr>
        <a:xfrm>
          <a:off x="0" y="1195"/>
          <a:ext cx="3785616" cy="6958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/>
            <a:t>Kontakt hosting eller internetudbyder</a:t>
          </a:r>
          <a:endParaRPr lang="en-US" sz="1900" kern="1200"/>
        </a:p>
      </dsp:txBody>
      <dsp:txXfrm>
        <a:off x="33968" y="35163"/>
        <a:ext cx="3717680" cy="627895"/>
      </dsp:txXfrm>
    </dsp:sp>
    <dsp:sp modelId="{0A13CED9-F51E-44D3-8AAF-A39781E1416F}">
      <dsp:nvSpPr>
        <dsp:cNvPr id="0" name=""/>
        <dsp:cNvSpPr/>
      </dsp:nvSpPr>
      <dsp:spPr>
        <a:xfrm rot="5400000">
          <a:off x="6872275" y="-2285257"/>
          <a:ext cx="556665" cy="67299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Cloudflare / Akamai / AWS Shield / Azure DDoS Protection</a:t>
          </a:r>
        </a:p>
      </dsp:txBody>
      <dsp:txXfrm rot="-5400000">
        <a:off x="3785616" y="828576"/>
        <a:ext cx="6702810" cy="502317"/>
      </dsp:txXfrm>
    </dsp:sp>
    <dsp:sp modelId="{3BA588BF-DCE5-4100-86C0-3304CAF5CF9A}">
      <dsp:nvSpPr>
        <dsp:cNvPr id="0" name=""/>
        <dsp:cNvSpPr/>
      </dsp:nvSpPr>
      <dsp:spPr>
        <a:xfrm>
          <a:off x="0" y="731818"/>
          <a:ext cx="3785616" cy="6958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/>
            <a:t>Aktivér DDoS-beskyttelse</a:t>
          </a:r>
          <a:endParaRPr lang="en-US" sz="1900" kern="1200"/>
        </a:p>
      </dsp:txBody>
      <dsp:txXfrm>
        <a:off x="33968" y="765786"/>
        <a:ext cx="3717680" cy="627895"/>
      </dsp:txXfrm>
    </dsp:sp>
    <dsp:sp modelId="{5A9367BE-B973-420E-994D-37D785127B74}">
      <dsp:nvSpPr>
        <dsp:cNvPr id="0" name=""/>
        <dsp:cNvSpPr/>
      </dsp:nvSpPr>
      <dsp:spPr>
        <a:xfrm rot="5400000">
          <a:off x="6872275" y="-1554634"/>
          <a:ext cx="556665" cy="67299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050" kern="1200"/>
            <a:t>Rate-limiting</a:t>
          </a:r>
          <a:endParaRPr lang="en-US" sz="1050" kern="120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050" kern="1200"/>
            <a:t>IP-Blokering</a:t>
          </a:r>
          <a:endParaRPr lang="en-US" sz="1050" kern="120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050" kern="1200" err="1"/>
            <a:t>Whitelisting</a:t>
          </a:r>
          <a:r>
            <a:rPr lang="da-DK" sz="1050" kern="1200"/>
            <a:t> af kendte </a:t>
          </a:r>
          <a:r>
            <a:rPr lang="da-DK" sz="1050" kern="1200" err="1"/>
            <a:t>IP’er</a:t>
          </a:r>
          <a:endParaRPr lang="en-US" sz="1050" kern="120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050" kern="1200"/>
            <a:t>Aktivering af Web Application Firewall (WAF)</a:t>
          </a:r>
          <a:endParaRPr lang="en-US" sz="1050" kern="1200"/>
        </a:p>
      </dsp:txBody>
      <dsp:txXfrm rot="-5400000">
        <a:off x="3785616" y="1559199"/>
        <a:ext cx="6702810" cy="502317"/>
      </dsp:txXfrm>
    </dsp:sp>
    <dsp:sp modelId="{8DFD91B8-C88D-4DFF-8F52-4BBF1C62A7DE}">
      <dsp:nvSpPr>
        <dsp:cNvPr id="0" name=""/>
        <dsp:cNvSpPr/>
      </dsp:nvSpPr>
      <dsp:spPr>
        <a:xfrm>
          <a:off x="0" y="1462441"/>
          <a:ext cx="3785616" cy="6958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/>
            <a:t>Begræns netværksadgang midlertidigt</a:t>
          </a:r>
          <a:endParaRPr lang="en-US" sz="1900" kern="1200"/>
        </a:p>
      </dsp:txBody>
      <dsp:txXfrm>
        <a:off x="33968" y="1496409"/>
        <a:ext cx="3717680" cy="627895"/>
      </dsp:txXfrm>
    </dsp:sp>
    <dsp:sp modelId="{00677EF8-5355-40F7-A1ED-CD6A1F479240}">
      <dsp:nvSpPr>
        <dsp:cNvPr id="0" name=""/>
        <dsp:cNvSpPr/>
      </dsp:nvSpPr>
      <dsp:spPr>
        <a:xfrm rot="5400000">
          <a:off x="6872275" y="-824011"/>
          <a:ext cx="556665" cy="67299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400" kern="1200"/>
            <a:t>Skifte til backup-systemer eller midlertidig platform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err="1"/>
            <a:t>Informere</a:t>
          </a:r>
          <a:r>
            <a:rPr lang="en-US" sz="1400" kern="1200"/>
            <a:t> </a:t>
          </a:r>
          <a:r>
            <a:rPr lang="en-US" sz="1400" kern="1200" err="1"/>
            <a:t>kunder</a:t>
          </a:r>
          <a:r>
            <a:rPr lang="en-US" sz="1400" kern="1200"/>
            <a:t>/</a:t>
          </a:r>
          <a:r>
            <a:rPr lang="en-US" sz="1400" kern="1200" err="1"/>
            <a:t>brugere</a:t>
          </a:r>
          <a:r>
            <a:rPr lang="en-US" sz="1400" kern="1200"/>
            <a:t> om </a:t>
          </a:r>
          <a:r>
            <a:rPr lang="en-US" sz="1400" kern="1200" err="1"/>
            <a:t>driftsproblemer</a:t>
          </a:r>
          <a:endParaRPr lang="en-US" sz="1400" kern="1200"/>
        </a:p>
      </dsp:txBody>
      <dsp:txXfrm rot="-5400000">
        <a:off x="3785616" y="2289822"/>
        <a:ext cx="6702810" cy="502317"/>
      </dsp:txXfrm>
    </dsp:sp>
    <dsp:sp modelId="{12EF90A3-E4A3-4E07-AA0D-421D501624A9}">
      <dsp:nvSpPr>
        <dsp:cNvPr id="0" name=""/>
        <dsp:cNvSpPr/>
      </dsp:nvSpPr>
      <dsp:spPr>
        <a:xfrm>
          <a:off x="0" y="2193064"/>
          <a:ext cx="3785616" cy="6958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/>
            <a:t>Opret Nødplan</a:t>
          </a:r>
          <a:endParaRPr lang="en-US" sz="1900" kern="1200"/>
        </a:p>
      </dsp:txBody>
      <dsp:txXfrm>
        <a:off x="33968" y="2227032"/>
        <a:ext cx="3717680" cy="627895"/>
      </dsp:txXfrm>
    </dsp:sp>
    <dsp:sp modelId="{B97703C0-7DDC-46CD-AC29-5A73CF14CE69}">
      <dsp:nvSpPr>
        <dsp:cNvPr id="0" name=""/>
        <dsp:cNvSpPr/>
      </dsp:nvSpPr>
      <dsp:spPr>
        <a:xfrm rot="5400000">
          <a:off x="6872275" y="-93388"/>
          <a:ext cx="556665" cy="67299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Gem trafikdata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err="1"/>
            <a:t>Dokumentér</a:t>
          </a:r>
          <a:r>
            <a:rPr lang="en-US" sz="1200" kern="1200"/>
            <a:t> </a:t>
          </a:r>
          <a:r>
            <a:rPr lang="en-US" sz="1200" kern="1200" err="1"/>
            <a:t>tidslinje</a:t>
          </a:r>
          <a:r>
            <a:rPr lang="en-US" sz="1200" kern="1200"/>
            <a:t> </a:t>
          </a:r>
          <a:r>
            <a:rPr lang="en-US" sz="1200" kern="1200" err="1"/>
            <a:t>og</a:t>
          </a:r>
          <a:r>
            <a:rPr lang="en-US" sz="1200" kern="1200"/>
            <a:t> </a:t>
          </a:r>
          <a:r>
            <a:rPr lang="en-US" sz="1200" kern="1200" err="1"/>
            <a:t>respons-handlinger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200" kern="1200"/>
            <a:t>Kan bruges til efteranalyse eller politianmeldelse</a:t>
          </a:r>
          <a:endParaRPr lang="en-US" sz="1200" kern="1200"/>
        </a:p>
      </dsp:txBody>
      <dsp:txXfrm rot="-5400000">
        <a:off x="3785616" y="3020445"/>
        <a:ext cx="6702810" cy="502317"/>
      </dsp:txXfrm>
    </dsp:sp>
    <dsp:sp modelId="{B4F03D6F-CDFB-4364-8E04-6DC22C12318A}">
      <dsp:nvSpPr>
        <dsp:cNvPr id="0" name=""/>
        <dsp:cNvSpPr/>
      </dsp:nvSpPr>
      <dsp:spPr>
        <a:xfrm>
          <a:off x="0" y="2923688"/>
          <a:ext cx="3785616" cy="6958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/>
            <a:t>Logning og dokumentation</a:t>
          </a:r>
          <a:endParaRPr lang="en-US" sz="1900" kern="1200"/>
        </a:p>
      </dsp:txBody>
      <dsp:txXfrm>
        <a:off x="33968" y="2957656"/>
        <a:ext cx="3717680" cy="627895"/>
      </dsp:txXfrm>
    </dsp:sp>
    <dsp:sp modelId="{19AFEDA9-882A-45A0-AD97-B8B430577FCE}">
      <dsp:nvSpPr>
        <dsp:cNvPr id="0" name=""/>
        <dsp:cNvSpPr/>
      </dsp:nvSpPr>
      <dsp:spPr>
        <a:xfrm rot="5400000">
          <a:off x="6872275" y="637235"/>
          <a:ext cx="556665" cy="67299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Gennemfør teknisk post-mortem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Stram sikkerhedsforanstaltninger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err="1"/>
            <a:t>Opdater</a:t>
          </a:r>
          <a:r>
            <a:rPr lang="en-US" sz="1200" kern="1200"/>
            <a:t> </a:t>
          </a:r>
          <a:r>
            <a:rPr lang="en-US" sz="1200" kern="1200" err="1"/>
            <a:t>beredskabsplaner</a:t>
          </a:r>
          <a:endParaRPr lang="en-US" sz="1200" kern="1200"/>
        </a:p>
      </dsp:txBody>
      <dsp:txXfrm rot="-5400000">
        <a:off x="3785616" y="3751068"/>
        <a:ext cx="6702810" cy="502317"/>
      </dsp:txXfrm>
    </dsp:sp>
    <dsp:sp modelId="{66EC77BF-D82B-408A-BA51-8E6D2694906F}">
      <dsp:nvSpPr>
        <dsp:cNvPr id="0" name=""/>
        <dsp:cNvSpPr/>
      </dsp:nvSpPr>
      <dsp:spPr>
        <a:xfrm>
          <a:off x="0" y="3654311"/>
          <a:ext cx="3785616" cy="6958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/>
            <a:t>Evaluér og forbedr beredskab (PCDA) – Efter angrebet</a:t>
          </a:r>
          <a:endParaRPr lang="en-US" sz="1900" kern="1200"/>
        </a:p>
      </dsp:txBody>
      <dsp:txXfrm>
        <a:off x="33968" y="3688279"/>
        <a:ext cx="3717680" cy="6278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1FAAAB-3E1F-402F-A143-4F26D41BD7A9}" type="datetimeFigureOut">
              <a:rPr lang="da-DK" smtClean="0"/>
              <a:t>11-11-2025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7436B-E400-4E89-9D9B-4489887BD23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37184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7436B-E400-4E89-9D9B-4489887BD23D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48016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83AF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D3BAC-2A5F-41C1-BD0C-D09737E0A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latin typeface="Lucida Sans" panose="020B060203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49F173-E3CA-4613-ABCF-CEF462F76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Lucida Sans" panose="020B0602030504020204" pitchFamily="34" charset="0"/>
              </a:defRPr>
            </a:lvl1pPr>
            <a:lvl2pPr marL="457174" indent="0" algn="ctr">
              <a:buNone/>
              <a:defRPr sz="2000"/>
            </a:lvl2pPr>
            <a:lvl3pPr marL="914348" indent="0" algn="ctr">
              <a:buNone/>
              <a:defRPr sz="1800"/>
            </a:lvl3pPr>
            <a:lvl4pPr marL="1371521" indent="0" algn="ctr">
              <a:buNone/>
              <a:defRPr sz="1600"/>
            </a:lvl4pPr>
            <a:lvl5pPr marL="1828695" indent="0" algn="ctr">
              <a:buNone/>
              <a:defRPr sz="1600"/>
            </a:lvl5pPr>
            <a:lvl6pPr marL="2285869" indent="0" algn="ctr">
              <a:buNone/>
              <a:defRPr sz="1600"/>
            </a:lvl6pPr>
            <a:lvl7pPr marL="2743043" indent="0" algn="ctr">
              <a:buNone/>
              <a:defRPr sz="1600"/>
            </a:lvl7pPr>
            <a:lvl8pPr marL="3200217" indent="0" algn="ctr">
              <a:buNone/>
              <a:defRPr sz="1600"/>
            </a:lvl8pPr>
            <a:lvl9pPr marL="365739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045A5-AAA5-4913-803D-C53CF0A48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4804E-7294-44C0-9492-E9F029850BC5}" type="datetime1">
              <a:rPr lang="da-DK" smtClean="0"/>
              <a:t>11-11-2025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B1A7F-BF87-40EB-818B-710D15FE1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4AA4A-6534-494C-9145-F8DCFE7C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B8F64-9488-4781-89D6-36C6475ADA5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8603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83AF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2F3E-5642-4669-B1B8-1E1F219BA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Lucida Sans" panose="020B060203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4274F-77CE-4024-A803-421333DAF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Lucida Sans" panose="020B0602030504020204" pitchFamily="34" charset="0"/>
              </a:defRPr>
            </a:lvl1pPr>
            <a:lvl2pPr>
              <a:defRPr>
                <a:latin typeface="Lucida Sans" panose="020B0602030504020204" pitchFamily="34" charset="0"/>
              </a:defRPr>
            </a:lvl2pPr>
            <a:lvl3pPr>
              <a:defRPr>
                <a:latin typeface="Lucida Sans" panose="020B0602030504020204" pitchFamily="34" charset="0"/>
              </a:defRPr>
            </a:lvl3pPr>
            <a:lvl4pPr>
              <a:defRPr>
                <a:latin typeface="Lucida Sans" panose="020B0602030504020204" pitchFamily="34" charset="0"/>
              </a:defRPr>
            </a:lvl4pPr>
            <a:lvl5pPr>
              <a:defRPr>
                <a:latin typeface="Lucida Sans" panose="020B0602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EBAAF-710F-424F-A5A5-3574E0A72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FFBA1-F283-4C23-9F6D-4B63FCA77DC6}" type="datetime1">
              <a:rPr lang="da-DK" smtClean="0"/>
              <a:t>11-11-2025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3E6F4-4CF1-43D5-A457-79AFA1011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0C9FC-DDCB-466A-8E49-7192B2A85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B8F64-9488-4781-89D6-36C6475ADA5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90348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83AF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C4B67-544A-4B3C-8443-174A520D9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>
                <a:latin typeface="Lucida Sans" panose="020B060203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4E1A1-2CD2-4DEE-B33E-16777561B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85000"/>
                  </a:schemeClr>
                </a:solidFill>
                <a:latin typeface="Lucida Sans" panose="020B0602030504020204" pitchFamily="34" charset="0"/>
              </a:defRPr>
            </a:lvl1pPr>
            <a:lvl2pPr marL="45717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4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2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6160F-32EE-4986-8510-15F861392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A1DAA-DDC6-4DA0-BDAB-BCC79528A4AE}" type="datetime1">
              <a:rPr lang="da-DK" smtClean="0"/>
              <a:t>11-11-2025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DFB66-29CF-407F-BF10-6E628C8F8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3CE18-6B36-4798-B960-97A8EA411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B8F64-9488-4781-89D6-36C6475ADA5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41271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3F2C0-0927-4AAB-956A-7AD926DE2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3FDEC-543D-4393-849D-5B873F2CFA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8351F-3534-48FB-B3BF-B1E96C8D00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BA386-4EBC-4A32-998D-5659BF96C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0C5E2-9B6C-4D71-B04D-A74EC5E69BFC}" type="datetime1">
              <a:rPr lang="da-DK" smtClean="0"/>
              <a:t>11-11-2025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DB9A9-7CDE-4490-B916-F5D069EED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B2EF9D-747A-4C65-A692-9B43E28CB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B8F64-9488-4781-89D6-36C6475ADA5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35266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EC93B-0C93-441E-A5AC-B628EF894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6D409-34AE-443B-8638-753CA8A9B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4" indent="0">
              <a:buNone/>
              <a:defRPr sz="2000" b="1"/>
            </a:lvl2pPr>
            <a:lvl3pPr marL="914348" indent="0">
              <a:buNone/>
              <a:defRPr sz="1800" b="1"/>
            </a:lvl3pPr>
            <a:lvl4pPr marL="1371521" indent="0">
              <a:buNone/>
              <a:defRPr sz="1600" b="1"/>
            </a:lvl4pPr>
            <a:lvl5pPr marL="1828695" indent="0">
              <a:buNone/>
              <a:defRPr sz="1600" b="1"/>
            </a:lvl5pPr>
            <a:lvl6pPr marL="2285869" indent="0">
              <a:buNone/>
              <a:defRPr sz="1600" b="1"/>
            </a:lvl6pPr>
            <a:lvl7pPr marL="2743043" indent="0">
              <a:buNone/>
              <a:defRPr sz="1600" b="1"/>
            </a:lvl7pPr>
            <a:lvl8pPr marL="3200217" indent="0">
              <a:buNone/>
              <a:defRPr sz="1600" b="1"/>
            </a:lvl8pPr>
            <a:lvl9pPr marL="365739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55948-9F6C-4C3F-8BEF-511EB1697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533A5C-2981-4078-BFCC-7AC969F0F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4" indent="0">
              <a:buNone/>
              <a:defRPr sz="2000" b="1"/>
            </a:lvl2pPr>
            <a:lvl3pPr marL="914348" indent="0">
              <a:buNone/>
              <a:defRPr sz="1800" b="1"/>
            </a:lvl3pPr>
            <a:lvl4pPr marL="1371521" indent="0">
              <a:buNone/>
              <a:defRPr sz="1600" b="1"/>
            </a:lvl4pPr>
            <a:lvl5pPr marL="1828695" indent="0">
              <a:buNone/>
              <a:defRPr sz="1600" b="1"/>
            </a:lvl5pPr>
            <a:lvl6pPr marL="2285869" indent="0">
              <a:buNone/>
              <a:defRPr sz="1600" b="1"/>
            </a:lvl6pPr>
            <a:lvl7pPr marL="2743043" indent="0">
              <a:buNone/>
              <a:defRPr sz="1600" b="1"/>
            </a:lvl7pPr>
            <a:lvl8pPr marL="3200217" indent="0">
              <a:buNone/>
              <a:defRPr sz="1600" b="1"/>
            </a:lvl8pPr>
            <a:lvl9pPr marL="365739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ADC318-CD31-4A8E-89D9-8037AFA67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189CA9-ECA7-4071-B690-A883764BC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36140-EFCB-43B7-92C7-11E8FF972C03}" type="datetime1">
              <a:rPr lang="da-DK" smtClean="0"/>
              <a:t>11-11-2025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FA2D3B-EB1C-41DE-976D-E168B4C97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91BFAD-2CAF-4D82-B180-C51F7787A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B8F64-9488-4781-89D6-36C6475ADA5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2917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A5F1-AA27-4075-B012-71DB5E604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Lucida Sans" panose="020B06020305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8F770D-3E99-4D5D-B6D4-98C0B2380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CD42C-EBEA-492E-AA58-8BD43FF16E06}" type="datetime1">
              <a:rPr lang="da-DK" smtClean="0"/>
              <a:t>11-11-2025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9DBAA0-9B16-4397-895C-DA59D8DAA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3C49E6-F199-4857-BDD4-E5AB091ED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B8F64-9488-4781-89D6-36C6475ADA5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59538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83AF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C68B62-A931-4386-891B-83FBA9DCB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B7084-09DB-4BE4-9210-FD80A8CE5451}" type="datetime1">
              <a:rPr lang="da-DK" smtClean="0"/>
              <a:t>11-11-2025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2F9744-7E7E-4D8E-80CA-CE74A1B9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7A83F-2F14-4A52-9F36-F0CC8C892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B8F64-9488-4781-89D6-36C6475ADA5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03441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E0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C68B62-A931-4386-891B-83FBA9DCB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47345-7F95-49BC-A65A-4BF0940A4B4A}" type="datetime1">
              <a:rPr lang="da-DK" smtClean="0"/>
              <a:t>11-11-2025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2F9744-7E7E-4D8E-80CA-CE74A1B9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7A83F-2F14-4A52-9F36-F0CC8C892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B8F64-9488-4781-89D6-36C6475ADA5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09774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077F2-15A8-400B-9DF4-D646B10E0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7C79F-8D9F-455D-80F8-C8411C158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714EF6-FDF1-4879-96D5-5ADB275AB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4" indent="0">
              <a:buNone/>
              <a:defRPr sz="1400"/>
            </a:lvl2pPr>
            <a:lvl3pPr marL="914348" indent="0">
              <a:buNone/>
              <a:defRPr sz="1200"/>
            </a:lvl3pPr>
            <a:lvl4pPr marL="1371521" indent="0">
              <a:buNone/>
              <a:defRPr sz="1000"/>
            </a:lvl4pPr>
            <a:lvl5pPr marL="1828695" indent="0">
              <a:buNone/>
              <a:defRPr sz="1000"/>
            </a:lvl5pPr>
            <a:lvl6pPr marL="2285869" indent="0">
              <a:buNone/>
              <a:defRPr sz="1000"/>
            </a:lvl6pPr>
            <a:lvl7pPr marL="2743043" indent="0">
              <a:buNone/>
              <a:defRPr sz="1000"/>
            </a:lvl7pPr>
            <a:lvl8pPr marL="3200217" indent="0">
              <a:buNone/>
              <a:defRPr sz="1000"/>
            </a:lvl8pPr>
            <a:lvl9pPr marL="365739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89B00-3080-4FE1-827D-A0297EEFE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21366-4925-409C-B13E-0B6264D9B662}" type="datetime1">
              <a:rPr lang="da-DK" smtClean="0"/>
              <a:t>11-11-2025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7FA31-2324-466B-9236-8F86B8905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71FD4-A4BC-464C-B5EF-E16D3CF81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B8F64-9488-4781-89D6-36C6475ADA5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64298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82D63-AD34-4B38-B9F7-86F1DA71E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9393D-B51F-4FED-A28C-08868182AD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4" indent="0">
              <a:buNone/>
              <a:defRPr sz="2800"/>
            </a:lvl2pPr>
            <a:lvl3pPr marL="914348" indent="0">
              <a:buNone/>
              <a:defRPr sz="2400"/>
            </a:lvl3pPr>
            <a:lvl4pPr marL="1371521" indent="0">
              <a:buNone/>
              <a:defRPr sz="2000"/>
            </a:lvl4pPr>
            <a:lvl5pPr marL="1828695" indent="0">
              <a:buNone/>
              <a:defRPr sz="2000"/>
            </a:lvl5pPr>
            <a:lvl6pPr marL="2285869" indent="0">
              <a:buNone/>
              <a:defRPr sz="2000"/>
            </a:lvl6pPr>
            <a:lvl7pPr marL="2743043" indent="0">
              <a:buNone/>
              <a:defRPr sz="2000"/>
            </a:lvl7pPr>
            <a:lvl8pPr marL="3200217" indent="0">
              <a:buNone/>
              <a:defRPr sz="2000"/>
            </a:lvl8pPr>
            <a:lvl9pPr marL="365739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43AE6-6C04-45C5-91B5-191268BDC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4" indent="0">
              <a:buNone/>
              <a:defRPr sz="1400"/>
            </a:lvl2pPr>
            <a:lvl3pPr marL="914348" indent="0">
              <a:buNone/>
              <a:defRPr sz="1200"/>
            </a:lvl3pPr>
            <a:lvl4pPr marL="1371521" indent="0">
              <a:buNone/>
              <a:defRPr sz="1000"/>
            </a:lvl4pPr>
            <a:lvl5pPr marL="1828695" indent="0">
              <a:buNone/>
              <a:defRPr sz="1000"/>
            </a:lvl5pPr>
            <a:lvl6pPr marL="2285869" indent="0">
              <a:buNone/>
              <a:defRPr sz="1000"/>
            </a:lvl6pPr>
            <a:lvl7pPr marL="2743043" indent="0">
              <a:buNone/>
              <a:defRPr sz="1000"/>
            </a:lvl7pPr>
            <a:lvl8pPr marL="3200217" indent="0">
              <a:buNone/>
              <a:defRPr sz="1000"/>
            </a:lvl8pPr>
            <a:lvl9pPr marL="365739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FFC4C-4A7D-448D-BD7C-4AE9C1861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F827D-4804-4F7B-A521-F39B5E6028E4}" type="datetime1">
              <a:rPr lang="da-DK" smtClean="0"/>
              <a:t>11-11-2025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7CDE8-7437-41CA-A3C1-DEBA8135F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58808-B0F6-4643-A3E8-2F6951D62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B8F64-9488-4781-89D6-36C6475ADA5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33360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85920-16AE-44EB-92B0-635AB9D26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9676A1-1AC9-47A2-8C07-B056D48FE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B559E-C4A8-4B24-B798-BEC1A5E86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982D9-C4AC-48E3-A1AA-03F31A88CC29}" type="datetime1">
              <a:rPr lang="da-DK" smtClean="0"/>
              <a:t>11-11-2025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7A126-9371-4FD9-9D26-B1B5E475E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F3D30-EA9B-41B1-8E29-2823E4921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B8F64-9488-4781-89D6-36C6475ADA5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6406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8396A1-6C0E-4692-A8A2-9EB8DBB7D8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443216-F229-4E68-8D56-2B628CF36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835F0-5175-400B-84A6-75D3DCA65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1348A-F269-4157-A821-764565098492}" type="datetime1">
              <a:rPr lang="da-DK" smtClean="0"/>
              <a:t>11-11-2025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9B0A6-DEEA-452E-BB52-D40D2FF13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1D1E6-4297-4855-8F26-0BCB8F05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B8F64-9488-4781-89D6-36C6475ADA5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066445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vid baggrund tekstfe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36324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endParaRPr lang="da-DK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1735494"/>
            <a:ext cx="10515600" cy="44861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da-DK"/>
          </a:p>
        </p:txBody>
      </p:sp>
      <p:pic>
        <p:nvPicPr>
          <p:cNvPr id="3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6322C49-B95F-04A8-524B-8BD871BECF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055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kstslide med bobl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5F463F55-49D6-8CAE-8DD2-F7A1198E52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B946C45-58BE-DCD7-C886-6F5840F56A58}"/>
              </a:ext>
            </a:extLst>
          </p:cNvPr>
          <p:cNvSpPr/>
          <p:nvPr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68233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1791479"/>
            <a:ext cx="10515600" cy="43982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CA7105EB-7427-7071-AD31-64EFAB69908E}"/>
              </a:ext>
            </a:extLst>
          </p:cNvPr>
          <p:cNvSpPr/>
          <p:nvPr userDrawn="1"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AF1C85A-20F7-C79F-0633-B74EE8556810}"/>
              </a:ext>
            </a:extLst>
          </p:cNvPr>
          <p:cNvSpPr/>
          <p:nvPr userDrawn="1"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8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D68DDE10-B68E-3872-E02C-F6BFCDF373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627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28F5BC-88C6-4D2A-A636-207A47451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48722-8A44-4553-8C33-F3424AD1C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4D33C-7267-474C-A606-43D47E9088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65104-611F-4FE7-B265-D0CE49253412}" type="datetime1">
              <a:rPr lang="da-DK" smtClean="0"/>
              <a:t>11-11-2025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A3DFD-A775-4A18-A706-BCCB13A7D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34420-74C4-4405-9B17-264466A0DA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B8F64-9488-4781-89D6-36C6475ADA5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70437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ftr="0" dt="0"/>
  <p:txStyles>
    <p:titleStyle>
      <a:lvl1pPr algn="l" defTabSz="91434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7" indent="-228587" algn="l" defTabSz="91434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1" indent="-228587" algn="l" defTabSz="91434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34" indent="-228587" algn="l" defTabSz="91434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08" indent="-228587" algn="l" defTabSz="91434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82" indent="-228587" algn="l" defTabSz="91434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55" indent="-228587" algn="l" defTabSz="91434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29" indent="-228587" algn="l" defTabSz="91434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3" indent="-228587" algn="l" defTabSz="91434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77" indent="-228587" algn="l" defTabSz="91434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3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9143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9143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1" algn="l" defTabSz="9143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5" algn="l" defTabSz="9143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69" algn="l" defTabSz="9143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3" algn="l" defTabSz="9143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17" algn="l" defTabSz="9143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0" algn="l" defTabSz="91434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29233-771C-4633-8E38-8EDF651C7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62574D-FCBA-40F2-0B12-27B5E18E2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86496"/>
            <a:fld id="{E99B8F64-9488-4781-89D6-36C6475ADA53}" type="slidenum">
              <a:rPr lang="da-DK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586496"/>
              <a:t>1</a:t>
            </a:fld>
            <a:endParaRPr lang="da-DK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9BB789D0-CC45-6B52-4676-DD7505C74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5" name="Tekstfelt 4">
            <a:extLst>
              <a:ext uri="{FF2B5EF4-FFF2-40B4-BE49-F238E27FC236}">
                <a16:creationId xmlns:a16="http://schemas.microsoft.com/office/drawing/2014/main" id="{7398738C-DB9B-2613-5116-BA5BA90B5BB5}"/>
              </a:ext>
            </a:extLst>
          </p:cNvPr>
          <p:cNvSpPr txBox="1"/>
          <p:nvPr/>
        </p:nvSpPr>
        <p:spPr>
          <a:xfrm>
            <a:off x="635000" y="2055815"/>
            <a:ext cx="518160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a-DK" sz="2000" err="1">
                <a:solidFill>
                  <a:schemeClr val="bg1"/>
                </a:solidFill>
              </a:rPr>
              <a:t>DDoS</a:t>
            </a:r>
            <a:endParaRPr lang="da-DK" sz="2000">
              <a:solidFill>
                <a:schemeClr val="bg1"/>
              </a:solidFill>
            </a:endParaRPr>
          </a:p>
          <a:p>
            <a:r>
              <a:rPr lang="da-DK" sz="2000">
                <a:solidFill>
                  <a:schemeClr val="bg1"/>
                </a:solidFill>
              </a:rPr>
              <a:t>Yousef, Nathan, Bastian og Jonas</a:t>
            </a:r>
          </a:p>
        </p:txBody>
      </p:sp>
    </p:spTree>
    <p:extLst>
      <p:ext uri="{BB962C8B-B14F-4D97-AF65-F5344CB8AC3E}">
        <p14:creationId xmlns:p14="http://schemas.microsoft.com/office/powerpoint/2010/main" val="3278143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D7D8F3-EBB6-CB18-A9B7-555612B07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a-DK"/>
              <a:t>DDOS (Distributed </a:t>
            </a:r>
            <a:r>
              <a:rPr lang="da-DK" err="1"/>
              <a:t>Denial</a:t>
            </a:r>
            <a:r>
              <a:rPr lang="da-DK"/>
              <a:t> Of Service)</a:t>
            </a:r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2EBA992-609F-575E-0B4C-38F7FEC8E6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da-DK" sz="1800"/>
              <a:t>Hacker laver et </a:t>
            </a:r>
            <a:r>
              <a:rPr lang="da-DK" sz="1800" err="1"/>
              <a:t>botnet</a:t>
            </a:r>
            <a:r>
              <a:rPr lang="da-DK" sz="1800"/>
              <a:t> </a:t>
            </a:r>
            <a:endParaRPr lang="en-US" sz="1800"/>
          </a:p>
          <a:p>
            <a:pPr marL="227965" indent="-227965">
              <a:buFont typeface="Calibri" panose="020B0604020202020204" pitchFamily="34" charset="0"/>
              <a:buChar char="-"/>
            </a:pPr>
            <a:r>
              <a:rPr lang="da-DK" sz="1800" err="1"/>
              <a:t>Botnettet</a:t>
            </a:r>
            <a:r>
              <a:rPr lang="da-DK" sz="1800"/>
              <a:t> sender mange </a:t>
            </a:r>
            <a:r>
              <a:rPr lang="da-DK" sz="1800" err="1"/>
              <a:t>packets</a:t>
            </a:r>
            <a:r>
              <a:rPr lang="da-DK" sz="1800"/>
              <a:t> til server (eller maskine) </a:t>
            </a:r>
          </a:p>
          <a:p>
            <a:pPr marL="227965" indent="-227965">
              <a:buFont typeface="Calibri" panose="020B0604020202020204" pitchFamily="34" charset="0"/>
              <a:buChar char="-"/>
            </a:pPr>
            <a:r>
              <a:rPr lang="da-DK" sz="1800"/>
              <a:t>Får meget trafik, server kan ikke tål det og stopper med at virke</a:t>
            </a:r>
          </a:p>
          <a:p>
            <a:pPr marL="0" indent="0">
              <a:buNone/>
            </a:pPr>
            <a:endParaRPr lang="da-DK" sz="1800"/>
          </a:p>
          <a:p>
            <a:pPr marL="227965" indent="-227965">
              <a:buFont typeface="Calibri" panose="020B0604020202020204" pitchFamily="34" charset="0"/>
              <a:buChar char="-"/>
            </a:pPr>
            <a:r>
              <a:rPr lang="da-DK" sz="1800"/>
              <a:t>System går offline, kunder kan ikke få adgang til hjemmeside</a:t>
            </a:r>
          </a:p>
          <a:p>
            <a:pPr marL="227965" indent="-227965">
              <a:buFont typeface="Calibri" panose="020B0604020202020204" pitchFamily="34" charset="0"/>
              <a:buChar char="-"/>
            </a:pPr>
            <a:r>
              <a:rPr lang="da-DK" sz="1800"/>
              <a:t>Virksomheden taber penge hvis det </a:t>
            </a:r>
            <a:r>
              <a:rPr lang="da-DK" sz="1800" err="1"/>
              <a:t>salger</a:t>
            </a:r>
            <a:r>
              <a:rPr lang="da-DK" sz="1800"/>
              <a:t> online</a:t>
            </a:r>
          </a:p>
          <a:p>
            <a:pPr marL="227965" indent="-227965">
              <a:buFont typeface="Calibri" panose="020B0604020202020204" pitchFamily="34" charset="0"/>
              <a:buChar char="-"/>
            </a:pPr>
            <a:endParaRPr lang="da-DK" sz="1800"/>
          </a:p>
          <a:p>
            <a:pPr marL="227965" indent="-227965">
              <a:buFont typeface="Calibri" panose="020B0604020202020204" pitchFamily="34" charset="0"/>
              <a:buChar char="-"/>
            </a:pPr>
            <a:r>
              <a:rPr lang="da-DK" sz="1800"/>
              <a:t>Kommer høj trafik, </a:t>
            </a:r>
            <a:r>
              <a:rPr lang="da-DK" sz="1800" err="1"/>
              <a:t>spike</a:t>
            </a:r>
            <a:r>
              <a:rPr lang="da-DK" sz="1800"/>
              <a:t> i netværkstrafik</a:t>
            </a:r>
          </a:p>
          <a:p>
            <a:pPr marL="227965" indent="-227965">
              <a:buFont typeface="Calibri" panose="020B0604020202020204" pitchFamily="34" charset="0"/>
              <a:buChar char="-"/>
            </a:pPr>
            <a:r>
              <a:rPr lang="da-DK" sz="1800"/>
              <a:t>Langsom eller utilgængelig service fordi mange </a:t>
            </a:r>
            <a:r>
              <a:rPr lang="da-DK" sz="1800" err="1"/>
              <a:t>packets</a:t>
            </a:r>
            <a:r>
              <a:rPr lang="da-DK" sz="1800"/>
              <a:t> på samme tid</a:t>
            </a:r>
          </a:p>
          <a:p>
            <a:pPr marL="227965" indent="-227965">
              <a:buFont typeface="Calibri" panose="020B0604020202020204" pitchFamily="34" charset="0"/>
              <a:buChar char="-"/>
            </a:pPr>
            <a:endParaRPr lang="da-DK" sz="1800"/>
          </a:p>
          <a:p>
            <a:pPr marL="227965" indent="-227965">
              <a:buFont typeface="Calibri" panose="020B0604020202020204" pitchFamily="34" charset="0"/>
              <a:buChar char="-"/>
            </a:pPr>
            <a:endParaRPr lang="da-DK" sz="1800"/>
          </a:p>
        </p:txBody>
      </p:sp>
      <p:pic>
        <p:nvPicPr>
          <p:cNvPr id="5" name="Picture 4" descr="What is a distributed denial-of-service (DDoS) attack? | Cloudflare">
            <a:extLst>
              <a:ext uri="{FF2B5EF4-FFF2-40B4-BE49-F238E27FC236}">
                <a16:creationId xmlns:a16="http://schemas.microsoft.com/office/drawing/2014/main" id="{40D0CA89-4DDF-7FE0-6344-9193E638E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705894"/>
            <a:ext cx="5181600" cy="2590800"/>
          </a:xfrm>
          <a:prstGeom prst="rect">
            <a:avLst/>
          </a:prstGeom>
          <a:noFill/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F3195E7-E128-250C-04F7-04EABF8A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9B8F64-9488-4781-89D6-36C6475ADA53}" type="slidenum">
              <a:rPr lang="da-DK" smtClean="0"/>
              <a:pPr>
                <a:spcAft>
                  <a:spcPts val="600"/>
                </a:spcAft>
              </a:pPr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49671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A14247-E51B-9A65-1C84-634C1C479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3200"/>
              <a:t>Hvad er forbyggende tiltag til denne type angreb?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9BC33F9-7E81-0317-5173-12336505F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27965" indent="-227965"/>
            <a:r>
              <a:rPr lang="da-DK" sz="1800">
                <a:latin typeface="Lucida Sans"/>
              </a:rPr>
              <a:t>Beskriv hvordan virksomheden kan beskytte sig mod denne type angreb (foranstaltninger).</a:t>
            </a:r>
            <a:endParaRPr lang="da-DK">
              <a:latin typeface="Lucida Sans"/>
            </a:endParaRPr>
          </a:p>
          <a:p>
            <a:pPr marL="227965" indent="-227965"/>
            <a:r>
              <a:rPr lang="da-DK" sz="1800">
                <a:latin typeface="Lucida Sans"/>
              </a:rPr>
              <a:t>Netværkssegmentering - adskil produktionsnet fra administrationsnet</a:t>
            </a:r>
          </a:p>
          <a:p>
            <a:pPr marL="227965" indent="-227965"/>
            <a:r>
              <a:rPr lang="da-DK" sz="1800">
                <a:latin typeface="Lucida Sans"/>
              </a:rPr>
              <a:t>Anvend VPN for skabe en sikker krypteret forbindelse og beskytte følsomme data.</a:t>
            </a:r>
            <a:endParaRPr lang="da-DK" sz="1800" dirty="0">
              <a:latin typeface="Lucida Sans"/>
            </a:endParaRPr>
          </a:p>
          <a:p>
            <a:pPr marL="227965" indent="-227965"/>
            <a:r>
              <a:rPr lang="da-DK" sz="1800" dirty="0">
                <a:latin typeface="Lucida Sans"/>
              </a:rPr>
              <a:t>Vælg nogen af de internet udbydere som fx har nogle pakker med </a:t>
            </a:r>
            <a:r>
              <a:rPr lang="da-DK" sz="1800" err="1">
                <a:latin typeface="Lucida Sans"/>
              </a:rPr>
              <a:t>Ddos</a:t>
            </a:r>
            <a:r>
              <a:rPr lang="da-DK" sz="1800" dirty="0">
                <a:latin typeface="Lucida Sans"/>
              </a:rPr>
              <a:t> beskyttelse i form trafik filtrering med en lidt mere avanceret router </a:t>
            </a:r>
          </a:p>
          <a:p>
            <a:pPr marL="227965" indent="-227965"/>
            <a:r>
              <a:rPr lang="da-DK" sz="1800" dirty="0">
                <a:latin typeface="Lucida Sans"/>
              </a:rPr>
              <a:t>Brug en CDN så flere kopier af hjemmesiden er fordelt over flere forskellige geografiske steder (</a:t>
            </a:r>
            <a:r>
              <a:rPr lang="da-DK" sz="1800" dirty="0" err="1">
                <a:latin typeface="Lucida Sans"/>
              </a:rPr>
              <a:t>trafisk</a:t>
            </a:r>
            <a:r>
              <a:rPr lang="da-DK" sz="1800" dirty="0">
                <a:latin typeface="Lucida Sans"/>
              </a:rPr>
              <a:t> bliver automatisk sendt til nærmeste server. Fordel er at alt pres ikke rammer en server) </a:t>
            </a:r>
          </a:p>
          <a:p>
            <a:pPr marL="227965" indent="-227965"/>
            <a:r>
              <a:rPr lang="da-DK" sz="1800" dirty="0" err="1">
                <a:latin typeface="Lucida Sans"/>
              </a:rPr>
              <a:t>Awareness</a:t>
            </a:r>
            <a:r>
              <a:rPr lang="da-DK" sz="1800" dirty="0">
                <a:latin typeface="Lucida Sans"/>
              </a:rPr>
              <a:t>: lær relevante medarbejdere at genkende symptomer</a:t>
            </a:r>
          </a:p>
          <a:p>
            <a:pPr marL="227965" indent="-227965"/>
            <a:r>
              <a:rPr lang="da-DK" sz="1800" dirty="0">
                <a:latin typeface="Lucida Sans"/>
              </a:rPr>
              <a:t>Indføre overvågning af trafik flow og </a:t>
            </a:r>
            <a:r>
              <a:rPr lang="da-DK" sz="1800">
                <a:latin typeface="Lucida Sans"/>
              </a:rPr>
              <a:t>trafik monitorering.</a:t>
            </a:r>
            <a:endParaRPr lang="da-DK" sz="1800" dirty="0">
              <a:latin typeface="Lucida Sans"/>
            </a:endParaRP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7B326D4-D974-B049-B1CF-D29B1FFD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B8F64-9488-4781-89D6-36C6475ADA53}" type="slidenum">
              <a:rPr lang="da-DK" smtClean="0"/>
              <a:t>3</a:t>
            </a:fld>
            <a:endParaRPr lang="da-DK"/>
          </a:p>
        </p:txBody>
      </p:sp>
      <p:pic>
        <p:nvPicPr>
          <p:cNvPr id="5" name="Billede 4" descr="What Is a Remote Access VPN? - Palo Alto Networks">
            <a:extLst>
              <a:ext uri="{FF2B5EF4-FFF2-40B4-BE49-F238E27FC236}">
                <a16:creationId xmlns:a16="http://schemas.microsoft.com/office/drawing/2014/main" id="{89ACE602-F389-8A2D-AF4E-109B9BFDA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893" y="4862045"/>
            <a:ext cx="2351805" cy="131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222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FDDB80-DEFC-11E8-1AFA-D21F2940A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a-DK"/>
              <a:t>Hvordan kan virksomheden håndtere angreb af denne type?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44A50B0F-41AD-C658-B8F2-24FDDD7A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E99B8F64-9488-4781-89D6-36C6475ADA53}" type="slidenum">
              <a:rPr lang="da-DK" smtClean="0"/>
              <a:pPr>
                <a:spcAft>
                  <a:spcPts val="600"/>
                </a:spcAft>
              </a:pPr>
              <a:t>4</a:t>
            </a:fld>
            <a:endParaRPr lang="da-DK"/>
          </a:p>
        </p:txBody>
      </p:sp>
      <p:sp>
        <p:nvSpPr>
          <p:cNvPr id="4" name="Pladsholder til slidenummer 3" hidden="1">
            <a:extLst>
              <a:ext uri="{FF2B5EF4-FFF2-40B4-BE49-F238E27FC236}">
                <a16:creationId xmlns:a16="http://schemas.microsoft.com/office/drawing/2014/main" id="{5119C3F5-12B2-E083-9984-307EBB3A8AC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E99B8F64-9488-4781-89D6-36C6475ADA53}" type="slidenum">
              <a:rPr lang="da-DK" smtClean="0"/>
              <a:pPr>
                <a:spcAft>
                  <a:spcPts val="600"/>
                </a:spcAft>
              </a:pPr>
              <a:t>4</a:t>
            </a:fld>
            <a:endParaRPr lang="da-DK"/>
          </a:p>
        </p:txBody>
      </p:sp>
      <p:graphicFrame>
        <p:nvGraphicFramePr>
          <p:cNvPr id="8" name="Pladsholder til indhold 2">
            <a:extLst>
              <a:ext uri="{FF2B5EF4-FFF2-40B4-BE49-F238E27FC236}">
                <a16:creationId xmlns:a16="http://schemas.microsoft.com/office/drawing/2014/main" id="{0BCA3DED-E8F8-01C1-BEB3-CBBAC25D7F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4379346"/>
              </p:ext>
            </p:extLst>
          </p:nvPr>
        </p:nvGraphicFramePr>
        <p:xfrm>
          <a:off x="838201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62898560"/>
      </p:ext>
    </p:extLst>
  </p:cSld>
  <p:clrMapOvr>
    <a:masterClrMapping/>
  </p:clrMapOvr>
</p:sld>
</file>

<file path=ppt/theme/theme1.xml><?xml version="1.0" encoding="utf-8"?>
<a:theme xmlns:a="http://schemas.openxmlformats.org/drawingml/2006/main" name="hhj_eaaa_clolo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hj_eaaa_clolor" id="{CF20907C-8C5B-4B6A-8770-B7B39DD0EA72}" vid="{9F9E0729-24BE-40D5-A7E1-140C7D7C39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ab3b100-03f7-4950-ab93-53133cf5802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E527BAD215B414A9E1B0F42094B246A" ma:contentTypeVersion="5" ma:contentTypeDescription="Opret et nyt dokument." ma:contentTypeScope="" ma:versionID="4510495ed306faeeea15d653c329b1e0">
  <xsd:schema xmlns:xsd="http://www.w3.org/2001/XMLSchema" xmlns:xs="http://www.w3.org/2001/XMLSchema" xmlns:p="http://schemas.microsoft.com/office/2006/metadata/properties" xmlns:ns3="2ab3b100-03f7-4950-ab93-53133cf58025" targetNamespace="http://schemas.microsoft.com/office/2006/metadata/properties" ma:root="true" ma:fieldsID="1fd9501a6286edbdf57c4aa5bb8d1b45" ns3:_="">
    <xsd:import namespace="2ab3b100-03f7-4950-ab93-53133cf5802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b3b100-03f7-4950-ab93-53133cf5802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EB01227-28E0-42F4-950D-00E7C54D22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460273C-4E34-4C92-BF30-951660ED5372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2ab3b100-03f7-4950-ab93-53133cf58025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535F6EA-3AC4-4B89-94BA-289BA81FCC03}">
  <ds:schemaRefs>
    <ds:schemaRef ds:uri="2ab3b100-03f7-4950-ab93-53133cf580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1b29427a-4ed3-4f0e-a3ff-ced1342f64ac}" enabled="0" method="" siteId="{1b29427a-4ed3-4f0e-a3ff-ced1342f64a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</Words>
  <Application>Microsoft Office PowerPoint</Application>
  <PresentationFormat>Widescreen</PresentationFormat>
  <Paragraphs>48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Lucida Sans</vt:lpstr>
      <vt:lpstr>hhj_eaaa_clolor</vt:lpstr>
      <vt:lpstr>PowerPoint Presentation</vt:lpstr>
      <vt:lpstr>DDOS (Distributed Denial Of Service)</vt:lpstr>
      <vt:lpstr>Hvad er forbyggende tiltag til denne type angreb?</vt:lpstr>
      <vt:lpstr>Hvordan kan virksomheden håndtere angreb af denne type?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Elkær (adjunkt – frae@eaaa.dk)</dc:creator>
  <cp:lastModifiedBy>Jonas Wittstrøm (EAA25JOWI)</cp:lastModifiedBy>
  <cp:revision>1</cp:revision>
  <dcterms:created xsi:type="dcterms:W3CDTF">2025-10-31T12:02:22Z</dcterms:created>
  <dcterms:modified xsi:type="dcterms:W3CDTF">2025-11-11T09:32:23Z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0x010100FE527BAD215B414A9E1B0F42094B246A</vt:lpwstr>
  </property>
</Properties>
</file>