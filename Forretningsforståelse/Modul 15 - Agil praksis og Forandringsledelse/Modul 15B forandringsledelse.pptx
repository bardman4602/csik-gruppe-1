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1758" r:id="rId2"/>
    <p:sldId id="579" r:id="rId3"/>
    <p:sldId id="1471" r:id="rId4"/>
    <p:sldId id="1477" r:id="rId5"/>
    <p:sldId id="1480" r:id="rId6"/>
    <p:sldId id="1514" r:id="rId7"/>
    <p:sldId id="1515" r:id="rId8"/>
    <p:sldId id="1516" r:id="rId9"/>
    <p:sldId id="1526" r:id="rId10"/>
    <p:sldId id="1517" r:id="rId11"/>
    <p:sldId id="1495" r:id="rId12"/>
    <p:sldId id="1759" r:id="rId13"/>
    <p:sldId id="1518" r:id="rId14"/>
    <p:sldId id="1519" r:id="rId15"/>
    <p:sldId id="1520" r:id="rId16"/>
    <p:sldId id="1521" r:id="rId17"/>
    <p:sldId id="1522" r:id="rId18"/>
    <p:sldId id="1523" r:id="rId19"/>
    <p:sldId id="1524" r:id="rId20"/>
    <p:sldId id="1527" r:id="rId21"/>
    <p:sldId id="1525" r:id="rId22"/>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7" d="100"/>
          <a:sy n="67" d="100"/>
        </p:scale>
        <p:origin x="572"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Elkær (adjunkt – frae@eaaa.dk)" userId="1b06cd64-16c4-48f5-b285-7568c937f1a0" providerId="ADAL" clId="{E9811E54-1FA8-43F7-AC43-A1164A70C0D5}"/>
    <pc:docChg chg="undo custSel addSld delSld modSld">
      <pc:chgData name="Frank Elkær (adjunkt – frae@eaaa.dk)" userId="1b06cd64-16c4-48f5-b285-7568c937f1a0" providerId="ADAL" clId="{E9811E54-1FA8-43F7-AC43-A1164A70C0D5}" dt="2025-12-10T15:54:36.742" v="733" actId="1076"/>
      <pc:docMkLst>
        <pc:docMk/>
      </pc:docMkLst>
      <pc:sldChg chg="modSp mod">
        <pc:chgData name="Frank Elkær (adjunkt – frae@eaaa.dk)" userId="1b06cd64-16c4-48f5-b285-7568c937f1a0" providerId="ADAL" clId="{E9811E54-1FA8-43F7-AC43-A1164A70C0D5}" dt="2025-12-05T15:17:21.273" v="171" actId="20577"/>
        <pc:sldMkLst>
          <pc:docMk/>
          <pc:sldMk cId="1707281567" sldId="579"/>
        </pc:sldMkLst>
        <pc:graphicFrameChg chg="mod modGraphic">
          <ac:chgData name="Frank Elkær (adjunkt – frae@eaaa.dk)" userId="1b06cd64-16c4-48f5-b285-7568c937f1a0" providerId="ADAL" clId="{E9811E54-1FA8-43F7-AC43-A1164A70C0D5}" dt="2025-12-05T15:17:21.273" v="171" actId="20577"/>
          <ac:graphicFrameMkLst>
            <pc:docMk/>
            <pc:sldMk cId="1707281567" sldId="579"/>
            <ac:graphicFrameMk id="6" creationId="{E48297EF-360C-4FA0-A1E5-4A707255DB3A}"/>
          </ac:graphicFrameMkLst>
        </pc:graphicFrameChg>
      </pc:sldChg>
      <pc:sldChg chg="modSp mod">
        <pc:chgData name="Frank Elkær (adjunkt – frae@eaaa.dk)" userId="1b06cd64-16c4-48f5-b285-7568c937f1a0" providerId="ADAL" clId="{E9811E54-1FA8-43F7-AC43-A1164A70C0D5}" dt="2025-12-03T17:01:04.674" v="3" actId="12"/>
        <pc:sldMkLst>
          <pc:docMk/>
          <pc:sldMk cId="1635588858" sldId="1480"/>
        </pc:sldMkLst>
        <pc:spChg chg="mod">
          <ac:chgData name="Frank Elkær (adjunkt – frae@eaaa.dk)" userId="1b06cd64-16c4-48f5-b285-7568c937f1a0" providerId="ADAL" clId="{E9811E54-1FA8-43F7-AC43-A1164A70C0D5}" dt="2025-12-03T17:00:53.245" v="1" actId="20577"/>
          <ac:spMkLst>
            <pc:docMk/>
            <pc:sldMk cId="1635588858" sldId="1480"/>
            <ac:spMk id="5" creationId="{1C586DFC-D0B2-EC53-66AE-792739B9617E}"/>
          </ac:spMkLst>
        </pc:spChg>
        <pc:spChg chg="mod">
          <ac:chgData name="Frank Elkær (adjunkt – frae@eaaa.dk)" userId="1b06cd64-16c4-48f5-b285-7568c937f1a0" providerId="ADAL" clId="{E9811E54-1FA8-43F7-AC43-A1164A70C0D5}" dt="2025-12-03T17:01:04.674" v="3" actId="12"/>
          <ac:spMkLst>
            <pc:docMk/>
            <pc:sldMk cId="1635588858" sldId="1480"/>
            <ac:spMk id="6" creationId="{862BCC34-247C-7BDB-49EA-708724CEBE43}"/>
          </ac:spMkLst>
        </pc:spChg>
      </pc:sldChg>
      <pc:sldChg chg="modSp mod">
        <pc:chgData name="Frank Elkær (adjunkt – frae@eaaa.dk)" userId="1b06cd64-16c4-48f5-b285-7568c937f1a0" providerId="ADAL" clId="{E9811E54-1FA8-43F7-AC43-A1164A70C0D5}" dt="2025-12-05T15:43:52.189" v="579" actId="20577"/>
        <pc:sldMkLst>
          <pc:docMk/>
          <pc:sldMk cId="8777234" sldId="1495"/>
        </pc:sldMkLst>
        <pc:spChg chg="mod">
          <ac:chgData name="Frank Elkær (adjunkt – frae@eaaa.dk)" userId="1b06cd64-16c4-48f5-b285-7568c937f1a0" providerId="ADAL" clId="{E9811E54-1FA8-43F7-AC43-A1164A70C0D5}" dt="2025-12-05T15:43:52.189" v="579" actId="20577"/>
          <ac:spMkLst>
            <pc:docMk/>
            <pc:sldMk cId="8777234" sldId="1495"/>
            <ac:spMk id="3" creationId="{3FF65496-5AE8-43F6-A4C2-3D8B2075CE4A}"/>
          </ac:spMkLst>
        </pc:spChg>
      </pc:sldChg>
      <pc:sldChg chg="modSp mod">
        <pc:chgData name="Frank Elkær (adjunkt – frae@eaaa.dk)" userId="1b06cd64-16c4-48f5-b285-7568c937f1a0" providerId="ADAL" clId="{E9811E54-1FA8-43F7-AC43-A1164A70C0D5}" dt="2025-12-10T15:54:36.742" v="733" actId="1076"/>
        <pc:sldMkLst>
          <pc:docMk/>
          <pc:sldMk cId="576241739" sldId="1516"/>
        </pc:sldMkLst>
        <pc:spChg chg="mod">
          <ac:chgData name="Frank Elkær (adjunkt – frae@eaaa.dk)" userId="1b06cd64-16c4-48f5-b285-7568c937f1a0" providerId="ADAL" clId="{E9811E54-1FA8-43F7-AC43-A1164A70C0D5}" dt="2025-12-03T17:01:46.273" v="5" actId="20577"/>
          <ac:spMkLst>
            <pc:docMk/>
            <pc:sldMk cId="576241739" sldId="1516"/>
            <ac:spMk id="2" creationId="{154061B0-1454-08A9-750E-5EFB8F0BCD79}"/>
          </ac:spMkLst>
        </pc:spChg>
        <pc:spChg chg="mod">
          <ac:chgData name="Frank Elkær (adjunkt – frae@eaaa.dk)" userId="1b06cd64-16c4-48f5-b285-7568c937f1a0" providerId="ADAL" clId="{E9811E54-1FA8-43F7-AC43-A1164A70C0D5}" dt="2025-12-10T15:54:36.742" v="733" actId="1076"/>
          <ac:spMkLst>
            <pc:docMk/>
            <pc:sldMk cId="576241739" sldId="1516"/>
            <ac:spMk id="3" creationId="{42554C66-92C8-55DC-ED55-F0FC07191DBD}"/>
          </ac:spMkLst>
        </pc:spChg>
      </pc:sldChg>
      <pc:sldChg chg="modSp mod">
        <pc:chgData name="Frank Elkær (adjunkt – frae@eaaa.dk)" userId="1b06cd64-16c4-48f5-b285-7568c937f1a0" providerId="ADAL" clId="{E9811E54-1FA8-43F7-AC43-A1164A70C0D5}" dt="2025-12-10T15:52:40.322" v="732" actId="20577"/>
        <pc:sldMkLst>
          <pc:docMk/>
          <pc:sldMk cId="2645167547" sldId="1517"/>
        </pc:sldMkLst>
        <pc:spChg chg="mod">
          <ac:chgData name="Frank Elkær (adjunkt – frae@eaaa.dk)" userId="1b06cd64-16c4-48f5-b285-7568c937f1a0" providerId="ADAL" clId="{E9811E54-1FA8-43F7-AC43-A1164A70C0D5}" dt="2025-12-10T15:52:40.322" v="732" actId="20577"/>
          <ac:spMkLst>
            <pc:docMk/>
            <pc:sldMk cId="2645167547" sldId="1517"/>
            <ac:spMk id="4" creationId="{F5038F67-13B6-A76A-1D99-1FFD93337764}"/>
          </ac:spMkLst>
        </pc:spChg>
      </pc:sldChg>
      <pc:sldChg chg="modSp mod">
        <pc:chgData name="Frank Elkær (adjunkt – frae@eaaa.dk)" userId="1b06cd64-16c4-48f5-b285-7568c937f1a0" providerId="ADAL" clId="{E9811E54-1FA8-43F7-AC43-A1164A70C0D5}" dt="2025-12-05T15:53:56.022" v="658" actId="20577"/>
        <pc:sldMkLst>
          <pc:docMk/>
          <pc:sldMk cId="4138604717" sldId="1518"/>
        </pc:sldMkLst>
        <pc:spChg chg="mod">
          <ac:chgData name="Frank Elkær (adjunkt – frae@eaaa.dk)" userId="1b06cd64-16c4-48f5-b285-7568c937f1a0" providerId="ADAL" clId="{E9811E54-1FA8-43F7-AC43-A1164A70C0D5}" dt="2025-12-05T15:53:56.022" v="658" actId="20577"/>
          <ac:spMkLst>
            <pc:docMk/>
            <pc:sldMk cId="4138604717" sldId="1518"/>
            <ac:spMk id="3" creationId="{E0626836-9518-0C88-6348-F696349166ED}"/>
          </ac:spMkLst>
        </pc:spChg>
      </pc:sldChg>
      <pc:sldChg chg="modSp mod">
        <pc:chgData name="Frank Elkær (adjunkt – frae@eaaa.dk)" userId="1b06cd64-16c4-48f5-b285-7568c937f1a0" providerId="ADAL" clId="{E9811E54-1FA8-43F7-AC43-A1164A70C0D5}" dt="2025-12-05T15:54:13.058" v="659" actId="20577"/>
        <pc:sldMkLst>
          <pc:docMk/>
          <pc:sldMk cId="1777133382" sldId="1519"/>
        </pc:sldMkLst>
        <pc:spChg chg="mod">
          <ac:chgData name="Frank Elkær (adjunkt – frae@eaaa.dk)" userId="1b06cd64-16c4-48f5-b285-7568c937f1a0" providerId="ADAL" clId="{E9811E54-1FA8-43F7-AC43-A1164A70C0D5}" dt="2025-12-05T15:54:13.058" v="659" actId="20577"/>
          <ac:spMkLst>
            <pc:docMk/>
            <pc:sldMk cId="1777133382" sldId="1519"/>
            <ac:spMk id="4" creationId="{6A48B73C-5DB6-BA82-591A-DC9FD72D3485}"/>
          </ac:spMkLst>
        </pc:spChg>
        <pc:spChg chg="mod">
          <ac:chgData name="Frank Elkær (adjunkt – frae@eaaa.dk)" userId="1b06cd64-16c4-48f5-b285-7568c937f1a0" providerId="ADAL" clId="{E9811E54-1FA8-43F7-AC43-A1164A70C0D5}" dt="2025-12-05T15:53:47.069" v="657" actId="20577"/>
          <ac:spMkLst>
            <pc:docMk/>
            <pc:sldMk cId="1777133382" sldId="1519"/>
            <ac:spMk id="6" creationId="{4FD9F023-4C0E-116C-7D53-BF6B54981B12}"/>
          </ac:spMkLst>
        </pc:spChg>
      </pc:sldChg>
      <pc:sldChg chg="modSp mod">
        <pc:chgData name="Frank Elkær (adjunkt – frae@eaaa.dk)" userId="1b06cd64-16c4-48f5-b285-7568c937f1a0" providerId="ADAL" clId="{E9811E54-1FA8-43F7-AC43-A1164A70C0D5}" dt="2025-12-05T15:54:50.271" v="661" actId="113"/>
        <pc:sldMkLst>
          <pc:docMk/>
          <pc:sldMk cId="3826700827" sldId="1520"/>
        </pc:sldMkLst>
        <pc:spChg chg="mod">
          <ac:chgData name="Frank Elkær (adjunkt – frae@eaaa.dk)" userId="1b06cd64-16c4-48f5-b285-7568c937f1a0" providerId="ADAL" clId="{E9811E54-1FA8-43F7-AC43-A1164A70C0D5}" dt="2025-12-05T15:54:50.271" v="661" actId="113"/>
          <ac:spMkLst>
            <pc:docMk/>
            <pc:sldMk cId="3826700827" sldId="1520"/>
            <ac:spMk id="3" creationId="{93D45721-B245-99DE-3A04-30EB9C45707D}"/>
          </ac:spMkLst>
        </pc:spChg>
      </pc:sldChg>
      <pc:sldChg chg="modSp mod">
        <pc:chgData name="Frank Elkær (adjunkt – frae@eaaa.dk)" userId="1b06cd64-16c4-48f5-b285-7568c937f1a0" providerId="ADAL" clId="{E9811E54-1FA8-43F7-AC43-A1164A70C0D5}" dt="2025-12-05T15:57:08.952" v="682" actId="20577"/>
        <pc:sldMkLst>
          <pc:docMk/>
          <pc:sldMk cId="1250507324" sldId="1521"/>
        </pc:sldMkLst>
        <pc:spChg chg="mod">
          <ac:chgData name="Frank Elkær (adjunkt – frae@eaaa.dk)" userId="1b06cd64-16c4-48f5-b285-7568c937f1a0" providerId="ADAL" clId="{E9811E54-1FA8-43F7-AC43-A1164A70C0D5}" dt="2025-12-05T15:57:08.952" v="682" actId="20577"/>
          <ac:spMkLst>
            <pc:docMk/>
            <pc:sldMk cId="1250507324" sldId="1521"/>
            <ac:spMk id="3" creationId="{353C6456-5E23-A973-F813-E0EA5B15A6D2}"/>
          </ac:spMkLst>
        </pc:spChg>
      </pc:sldChg>
      <pc:sldChg chg="modSp mod">
        <pc:chgData name="Frank Elkær (adjunkt – frae@eaaa.dk)" userId="1b06cd64-16c4-48f5-b285-7568c937f1a0" providerId="ADAL" clId="{E9811E54-1FA8-43F7-AC43-A1164A70C0D5}" dt="2025-12-05T15:58:26.147" v="684" actId="20577"/>
        <pc:sldMkLst>
          <pc:docMk/>
          <pc:sldMk cId="1309012589" sldId="1523"/>
        </pc:sldMkLst>
        <pc:spChg chg="mod">
          <ac:chgData name="Frank Elkær (adjunkt – frae@eaaa.dk)" userId="1b06cd64-16c4-48f5-b285-7568c937f1a0" providerId="ADAL" clId="{E9811E54-1FA8-43F7-AC43-A1164A70C0D5}" dt="2025-12-05T15:58:26.147" v="684" actId="20577"/>
          <ac:spMkLst>
            <pc:docMk/>
            <pc:sldMk cId="1309012589" sldId="1523"/>
            <ac:spMk id="3" creationId="{C9BE5C73-8AB0-EFEC-7731-0C7BC6578E0D}"/>
          </ac:spMkLst>
        </pc:spChg>
      </pc:sldChg>
      <pc:sldChg chg="modSp mod">
        <pc:chgData name="Frank Elkær (adjunkt – frae@eaaa.dk)" userId="1b06cd64-16c4-48f5-b285-7568c937f1a0" providerId="ADAL" clId="{E9811E54-1FA8-43F7-AC43-A1164A70C0D5}" dt="2025-12-05T15:59:37.845" v="693" actId="20577"/>
        <pc:sldMkLst>
          <pc:docMk/>
          <pc:sldMk cId="739563546" sldId="1524"/>
        </pc:sldMkLst>
        <pc:spChg chg="mod">
          <ac:chgData name="Frank Elkær (adjunkt – frae@eaaa.dk)" userId="1b06cd64-16c4-48f5-b285-7568c937f1a0" providerId="ADAL" clId="{E9811E54-1FA8-43F7-AC43-A1164A70C0D5}" dt="2025-12-05T15:59:37.845" v="693" actId="20577"/>
          <ac:spMkLst>
            <pc:docMk/>
            <pc:sldMk cId="739563546" sldId="1524"/>
            <ac:spMk id="3" creationId="{7647AB21-EDB9-3E22-8145-0A177604A19D}"/>
          </ac:spMkLst>
        </pc:spChg>
      </pc:sldChg>
      <pc:sldChg chg="modSp mod">
        <pc:chgData name="Frank Elkær (adjunkt – frae@eaaa.dk)" userId="1b06cd64-16c4-48f5-b285-7568c937f1a0" providerId="ADAL" clId="{E9811E54-1FA8-43F7-AC43-A1164A70C0D5}" dt="2025-12-05T16:01:58.279" v="725" actId="20577"/>
        <pc:sldMkLst>
          <pc:docMk/>
          <pc:sldMk cId="1322982940" sldId="1525"/>
        </pc:sldMkLst>
        <pc:spChg chg="mod">
          <ac:chgData name="Frank Elkær (adjunkt – frae@eaaa.dk)" userId="1b06cd64-16c4-48f5-b285-7568c937f1a0" providerId="ADAL" clId="{E9811E54-1FA8-43F7-AC43-A1164A70C0D5}" dt="2025-12-05T16:01:58.279" v="725" actId="20577"/>
          <ac:spMkLst>
            <pc:docMk/>
            <pc:sldMk cId="1322982940" sldId="1525"/>
            <ac:spMk id="3" creationId="{088DC0AD-ADEE-9028-AA6A-D7292EDDD416}"/>
          </ac:spMkLst>
        </pc:spChg>
      </pc:sldChg>
      <pc:sldChg chg="modSp mod">
        <pc:chgData name="Frank Elkær (adjunkt – frae@eaaa.dk)" userId="1b06cd64-16c4-48f5-b285-7568c937f1a0" providerId="ADAL" clId="{E9811E54-1FA8-43F7-AC43-A1164A70C0D5}" dt="2025-12-05T16:01:20.223" v="711" actId="1076"/>
        <pc:sldMkLst>
          <pc:docMk/>
          <pc:sldMk cId="776688504" sldId="1527"/>
        </pc:sldMkLst>
        <pc:spChg chg="mod">
          <ac:chgData name="Frank Elkær (adjunkt – frae@eaaa.dk)" userId="1b06cd64-16c4-48f5-b285-7568c937f1a0" providerId="ADAL" clId="{E9811E54-1FA8-43F7-AC43-A1164A70C0D5}" dt="2025-12-05T16:01:20.223" v="711" actId="1076"/>
          <ac:spMkLst>
            <pc:docMk/>
            <pc:sldMk cId="776688504" sldId="1527"/>
            <ac:spMk id="3" creationId="{6E2D6575-4E31-A548-7EA3-D9067098FC86}"/>
          </ac:spMkLst>
        </pc:spChg>
        <pc:picChg chg="mod">
          <ac:chgData name="Frank Elkær (adjunkt – frae@eaaa.dk)" userId="1b06cd64-16c4-48f5-b285-7568c937f1a0" providerId="ADAL" clId="{E9811E54-1FA8-43F7-AC43-A1164A70C0D5}" dt="2025-12-05T16:01:11.061" v="709" actId="1076"/>
          <ac:picMkLst>
            <pc:docMk/>
            <pc:sldMk cId="776688504" sldId="1527"/>
            <ac:picMk id="7" creationId="{6FB10F9F-2570-3B5C-580D-83E80CCC419D}"/>
          </ac:picMkLst>
        </pc:picChg>
        <pc:picChg chg="mod">
          <ac:chgData name="Frank Elkær (adjunkt – frae@eaaa.dk)" userId="1b06cd64-16c4-48f5-b285-7568c937f1a0" providerId="ADAL" clId="{E9811E54-1FA8-43F7-AC43-A1164A70C0D5}" dt="2025-12-05T16:01:13.951" v="710" actId="1076"/>
          <ac:picMkLst>
            <pc:docMk/>
            <pc:sldMk cId="776688504" sldId="1527"/>
            <ac:picMk id="9" creationId="{0C71752E-E376-54F4-5605-C099E2A6C21F}"/>
          </ac:picMkLst>
        </pc:picChg>
      </pc:sldChg>
      <pc:sldChg chg="modSp mod">
        <pc:chgData name="Frank Elkær (adjunkt – frae@eaaa.dk)" userId="1b06cd64-16c4-48f5-b285-7568c937f1a0" providerId="ADAL" clId="{E9811E54-1FA8-43F7-AC43-A1164A70C0D5}" dt="2025-12-03T17:04:40.812" v="9" actId="20577"/>
        <pc:sldMkLst>
          <pc:docMk/>
          <pc:sldMk cId="3344525705" sldId="1758"/>
        </pc:sldMkLst>
        <pc:spChg chg="mod">
          <ac:chgData name="Frank Elkær (adjunkt – frae@eaaa.dk)" userId="1b06cd64-16c4-48f5-b285-7568c937f1a0" providerId="ADAL" clId="{E9811E54-1FA8-43F7-AC43-A1164A70C0D5}" dt="2025-12-03T17:04:40.812" v="9" actId="20577"/>
          <ac:spMkLst>
            <pc:docMk/>
            <pc:sldMk cId="3344525705" sldId="1758"/>
            <ac:spMk id="6" creationId="{9B2ED424-CED4-C31A-DF5F-647FC5A2A5F0}"/>
          </ac:spMkLst>
        </pc:spChg>
      </pc:sldChg>
      <pc:sldChg chg="modSp mod">
        <pc:chgData name="Frank Elkær (adjunkt – frae@eaaa.dk)" userId="1b06cd64-16c4-48f5-b285-7568c937f1a0" providerId="ADAL" clId="{E9811E54-1FA8-43F7-AC43-A1164A70C0D5}" dt="2025-12-05T15:47:53.859" v="637" actId="20577"/>
        <pc:sldMkLst>
          <pc:docMk/>
          <pc:sldMk cId="1096974738" sldId="1759"/>
        </pc:sldMkLst>
        <pc:spChg chg="mod">
          <ac:chgData name="Frank Elkær (adjunkt – frae@eaaa.dk)" userId="1b06cd64-16c4-48f5-b285-7568c937f1a0" providerId="ADAL" clId="{E9811E54-1FA8-43F7-AC43-A1164A70C0D5}" dt="2025-12-05T15:47:53.859" v="637" actId="20577"/>
          <ac:spMkLst>
            <pc:docMk/>
            <pc:sldMk cId="1096974738" sldId="1759"/>
            <ac:spMk id="3" creationId="{14DD19C8-EA8A-50EC-28F9-A9A91C22CED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38F6D6-CED1-4140-BBA4-90780199585E}" type="doc">
      <dgm:prSet loTypeId="urn:microsoft.com/office/officeart/2005/8/layout/matrix3" loCatId="matrix" qsTypeId="urn:microsoft.com/office/officeart/2005/8/quickstyle/simple1" qsCatId="simple" csTypeId="urn:microsoft.com/office/officeart/2005/8/colors/accent1_3" csCatId="accent1" phldr="1"/>
      <dgm:spPr/>
      <dgm:t>
        <a:bodyPr/>
        <a:lstStyle/>
        <a:p>
          <a:endParaRPr lang="da-DK"/>
        </a:p>
      </dgm:t>
    </dgm:pt>
    <dgm:pt modelId="{0B0B9D13-E896-46B0-87CF-45A6F31B9597}">
      <dgm:prSet phldrT="[Tekst]"/>
      <dgm:spPr/>
      <dgm:t>
        <a:bodyPr/>
        <a:lstStyle/>
        <a:p>
          <a:r>
            <a:rPr lang="da-DK" dirty="0">
              <a:solidFill>
                <a:schemeClr val="tx1"/>
              </a:solidFill>
            </a:rPr>
            <a:t>Organisation ændringer</a:t>
          </a:r>
        </a:p>
      </dgm:t>
    </dgm:pt>
    <dgm:pt modelId="{1F1A2D1A-92D0-46C4-AF39-5265B9191B64}" type="parTrans" cxnId="{D00015C4-BF00-4F7D-8F74-BD329AFB0699}">
      <dgm:prSet/>
      <dgm:spPr/>
      <dgm:t>
        <a:bodyPr/>
        <a:lstStyle/>
        <a:p>
          <a:endParaRPr lang="da-DK"/>
        </a:p>
      </dgm:t>
    </dgm:pt>
    <dgm:pt modelId="{308E5453-71D5-48F2-A91A-AA20FFD6B52A}" type="sibTrans" cxnId="{D00015C4-BF00-4F7D-8F74-BD329AFB0699}">
      <dgm:prSet/>
      <dgm:spPr/>
      <dgm:t>
        <a:bodyPr/>
        <a:lstStyle/>
        <a:p>
          <a:endParaRPr lang="da-DK"/>
        </a:p>
      </dgm:t>
    </dgm:pt>
    <dgm:pt modelId="{D9614BA3-5B35-4B28-803E-0359593286C9}">
      <dgm:prSet phldrT="[Tekst]"/>
      <dgm:spPr/>
      <dgm:t>
        <a:bodyPr/>
        <a:lstStyle/>
        <a:p>
          <a:r>
            <a:rPr lang="da-DK" dirty="0">
              <a:solidFill>
                <a:schemeClr val="tx1"/>
              </a:solidFill>
            </a:rPr>
            <a:t>Opkøb og fusioner</a:t>
          </a:r>
        </a:p>
      </dgm:t>
    </dgm:pt>
    <dgm:pt modelId="{60E64589-370D-4E62-A244-0F26B3C46F8C}" type="parTrans" cxnId="{AE49E7C0-98C3-42E0-98F0-B5692393377D}">
      <dgm:prSet/>
      <dgm:spPr/>
      <dgm:t>
        <a:bodyPr/>
        <a:lstStyle/>
        <a:p>
          <a:endParaRPr lang="da-DK"/>
        </a:p>
      </dgm:t>
    </dgm:pt>
    <dgm:pt modelId="{CF837480-489A-47A4-89BF-2B6FF70D47B6}" type="sibTrans" cxnId="{AE49E7C0-98C3-42E0-98F0-B5692393377D}">
      <dgm:prSet/>
      <dgm:spPr/>
      <dgm:t>
        <a:bodyPr/>
        <a:lstStyle/>
        <a:p>
          <a:endParaRPr lang="da-DK"/>
        </a:p>
      </dgm:t>
    </dgm:pt>
    <dgm:pt modelId="{F635DBBE-91DA-4387-B1CB-1681E054B9E3}">
      <dgm:prSet phldrT="[Tekst]"/>
      <dgm:spPr>
        <a:ln w="25400"/>
      </dgm:spPr>
      <dgm:t>
        <a:bodyPr/>
        <a:lstStyle/>
        <a:p>
          <a:r>
            <a:rPr lang="da-DK" dirty="0">
              <a:solidFill>
                <a:schemeClr val="tx1"/>
              </a:solidFill>
            </a:rPr>
            <a:t>Ændrede</a:t>
          </a:r>
          <a:r>
            <a:rPr lang="da-DK" baseline="0" dirty="0">
              <a:solidFill>
                <a:schemeClr val="tx1"/>
              </a:solidFill>
            </a:rPr>
            <a:t> arbejdsgange som følge af sikkerhed</a:t>
          </a:r>
          <a:endParaRPr lang="da-DK" dirty="0">
            <a:solidFill>
              <a:schemeClr val="tx1"/>
            </a:solidFill>
          </a:endParaRPr>
        </a:p>
      </dgm:t>
    </dgm:pt>
    <dgm:pt modelId="{65E7D0D2-EF32-4B62-AE23-DD845D80AA2F}" type="parTrans" cxnId="{E28A2A75-93E5-4B55-B8D5-CDCED25B79C8}">
      <dgm:prSet/>
      <dgm:spPr/>
      <dgm:t>
        <a:bodyPr/>
        <a:lstStyle/>
        <a:p>
          <a:endParaRPr lang="da-DK"/>
        </a:p>
      </dgm:t>
    </dgm:pt>
    <dgm:pt modelId="{C4BCDC2E-7FAD-4101-8E08-69B77F9D856B}" type="sibTrans" cxnId="{E28A2A75-93E5-4B55-B8D5-CDCED25B79C8}">
      <dgm:prSet/>
      <dgm:spPr/>
      <dgm:t>
        <a:bodyPr/>
        <a:lstStyle/>
        <a:p>
          <a:endParaRPr lang="da-DK"/>
        </a:p>
      </dgm:t>
    </dgm:pt>
    <dgm:pt modelId="{BC277DC2-8F01-4B40-893E-174B018E7035}">
      <dgm:prSet phldrT="[Tekst]"/>
      <dgm:spPr/>
      <dgm:t>
        <a:bodyPr/>
        <a:lstStyle/>
        <a:p>
          <a:r>
            <a:rPr lang="da-DK" dirty="0">
              <a:solidFill>
                <a:schemeClr val="tx1"/>
              </a:solidFill>
            </a:rPr>
            <a:t>Ændring af IT-systemer og processer</a:t>
          </a:r>
        </a:p>
      </dgm:t>
    </dgm:pt>
    <dgm:pt modelId="{11DFB78B-FB3E-42D9-A696-1E78B5021F41}" type="parTrans" cxnId="{8927258C-B747-4FA8-9A5A-1B71B64F4CAC}">
      <dgm:prSet/>
      <dgm:spPr/>
      <dgm:t>
        <a:bodyPr/>
        <a:lstStyle/>
        <a:p>
          <a:endParaRPr lang="da-DK"/>
        </a:p>
      </dgm:t>
    </dgm:pt>
    <dgm:pt modelId="{A1DE6F32-2087-4280-8A0C-D5BF1DCFAE2A}" type="sibTrans" cxnId="{8927258C-B747-4FA8-9A5A-1B71B64F4CAC}">
      <dgm:prSet/>
      <dgm:spPr/>
      <dgm:t>
        <a:bodyPr/>
        <a:lstStyle/>
        <a:p>
          <a:endParaRPr lang="da-DK"/>
        </a:p>
      </dgm:t>
    </dgm:pt>
    <dgm:pt modelId="{B1E6CF3B-BD07-4623-876F-F89AB6421020}" type="pres">
      <dgm:prSet presAssocID="{FD38F6D6-CED1-4140-BBA4-90780199585E}" presName="matrix" presStyleCnt="0">
        <dgm:presLayoutVars>
          <dgm:chMax val="1"/>
          <dgm:dir/>
          <dgm:resizeHandles val="exact"/>
        </dgm:presLayoutVars>
      </dgm:prSet>
      <dgm:spPr/>
    </dgm:pt>
    <dgm:pt modelId="{168D77B8-97FC-486D-B0A2-BBDA0B09089C}" type="pres">
      <dgm:prSet presAssocID="{FD38F6D6-CED1-4140-BBA4-90780199585E}" presName="diamond" presStyleLbl="bgShp" presStyleIdx="0" presStyleCnt="1"/>
      <dgm:spPr/>
    </dgm:pt>
    <dgm:pt modelId="{673789F3-7409-4BF0-BE37-D56A1E75F9A6}" type="pres">
      <dgm:prSet presAssocID="{FD38F6D6-CED1-4140-BBA4-90780199585E}" presName="quad1" presStyleLbl="node1" presStyleIdx="0" presStyleCnt="4" custLinFactNeighborY="-3276">
        <dgm:presLayoutVars>
          <dgm:chMax val="0"/>
          <dgm:chPref val="0"/>
          <dgm:bulletEnabled val="1"/>
        </dgm:presLayoutVars>
      </dgm:prSet>
      <dgm:spPr/>
    </dgm:pt>
    <dgm:pt modelId="{BE64F1ED-8BD0-4AC0-8FF8-3980FE70E975}" type="pres">
      <dgm:prSet presAssocID="{FD38F6D6-CED1-4140-BBA4-90780199585E}" presName="quad2" presStyleLbl="node1" presStyleIdx="1" presStyleCnt="4">
        <dgm:presLayoutVars>
          <dgm:chMax val="0"/>
          <dgm:chPref val="0"/>
          <dgm:bulletEnabled val="1"/>
        </dgm:presLayoutVars>
      </dgm:prSet>
      <dgm:spPr/>
    </dgm:pt>
    <dgm:pt modelId="{23957831-B549-46D4-901C-6EEE79FA84F5}" type="pres">
      <dgm:prSet presAssocID="{FD38F6D6-CED1-4140-BBA4-90780199585E}" presName="quad3" presStyleLbl="node1" presStyleIdx="2" presStyleCnt="4">
        <dgm:presLayoutVars>
          <dgm:chMax val="0"/>
          <dgm:chPref val="0"/>
          <dgm:bulletEnabled val="1"/>
        </dgm:presLayoutVars>
      </dgm:prSet>
      <dgm:spPr/>
    </dgm:pt>
    <dgm:pt modelId="{967E7B1C-3993-4139-BF70-42FB07A7262F}" type="pres">
      <dgm:prSet presAssocID="{FD38F6D6-CED1-4140-BBA4-90780199585E}" presName="quad4" presStyleLbl="node1" presStyleIdx="3" presStyleCnt="4">
        <dgm:presLayoutVars>
          <dgm:chMax val="0"/>
          <dgm:chPref val="0"/>
          <dgm:bulletEnabled val="1"/>
        </dgm:presLayoutVars>
      </dgm:prSet>
      <dgm:spPr/>
    </dgm:pt>
  </dgm:ptLst>
  <dgm:cxnLst>
    <dgm:cxn modelId="{E28A2A75-93E5-4B55-B8D5-CDCED25B79C8}" srcId="{FD38F6D6-CED1-4140-BBA4-90780199585E}" destId="{F635DBBE-91DA-4387-B1CB-1681E054B9E3}" srcOrd="2" destOrd="0" parTransId="{65E7D0D2-EF32-4B62-AE23-DD845D80AA2F}" sibTransId="{C4BCDC2E-7FAD-4101-8E08-69B77F9D856B}"/>
    <dgm:cxn modelId="{78E19282-6399-4B94-B587-F353F6F9347B}" type="presOf" srcId="{FD38F6D6-CED1-4140-BBA4-90780199585E}" destId="{B1E6CF3B-BD07-4623-876F-F89AB6421020}" srcOrd="0" destOrd="0" presId="urn:microsoft.com/office/officeart/2005/8/layout/matrix3"/>
    <dgm:cxn modelId="{8927258C-B747-4FA8-9A5A-1B71B64F4CAC}" srcId="{FD38F6D6-CED1-4140-BBA4-90780199585E}" destId="{BC277DC2-8F01-4B40-893E-174B018E7035}" srcOrd="3" destOrd="0" parTransId="{11DFB78B-FB3E-42D9-A696-1E78B5021F41}" sibTransId="{A1DE6F32-2087-4280-8A0C-D5BF1DCFAE2A}"/>
    <dgm:cxn modelId="{3306CFBF-9AA2-480E-9431-BB279781C8A7}" type="presOf" srcId="{D9614BA3-5B35-4B28-803E-0359593286C9}" destId="{BE64F1ED-8BD0-4AC0-8FF8-3980FE70E975}" srcOrd="0" destOrd="0" presId="urn:microsoft.com/office/officeart/2005/8/layout/matrix3"/>
    <dgm:cxn modelId="{AE49E7C0-98C3-42E0-98F0-B5692393377D}" srcId="{FD38F6D6-CED1-4140-BBA4-90780199585E}" destId="{D9614BA3-5B35-4B28-803E-0359593286C9}" srcOrd="1" destOrd="0" parTransId="{60E64589-370D-4E62-A244-0F26B3C46F8C}" sibTransId="{CF837480-489A-47A4-89BF-2B6FF70D47B6}"/>
    <dgm:cxn modelId="{D00015C4-BF00-4F7D-8F74-BD329AFB0699}" srcId="{FD38F6D6-CED1-4140-BBA4-90780199585E}" destId="{0B0B9D13-E896-46B0-87CF-45A6F31B9597}" srcOrd="0" destOrd="0" parTransId="{1F1A2D1A-92D0-46C4-AF39-5265B9191B64}" sibTransId="{308E5453-71D5-48F2-A91A-AA20FFD6B52A}"/>
    <dgm:cxn modelId="{E13B78C4-92E8-43DD-9B8F-8E5779D602F2}" type="presOf" srcId="{0B0B9D13-E896-46B0-87CF-45A6F31B9597}" destId="{673789F3-7409-4BF0-BE37-D56A1E75F9A6}" srcOrd="0" destOrd="0" presId="urn:microsoft.com/office/officeart/2005/8/layout/matrix3"/>
    <dgm:cxn modelId="{45BAE7E6-02B4-433F-AF30-BD69F75EA6D8}" type="presOf" srcId="{F635DBBE-91DA-4387-B1CB-1681E054B9E3}" destId="{23957831-B549-46D4-901C-6EEE79FA84F5}" srcOrd="0" destOrd="0" presId="urn:microsoft.com/office/officeart/2005/8/layout/matrix3"/>
    <dgm:cxn modelId="{5C69A6FA-57B7-4C06-9BA9-668CE17A6C33}" type="presOf" srcId="{BC277DC2-8F01-4B40-893E-174B018E7035}" destId="{967E7B1C-3993-4139-BF70-42FB07A7262F}" srcOrd="0" destOrd="0" presId="urn:microsoft.com/office/officeart/2005/8/layout/matrix3"/>
    <dgm:cxn modelId="{DC3DFD47-69AD-491C-900B-DA85CA6F2E8D}" type="presParOf" srcId="{B1E6CF3B-BD07-4623-876F-F89AB6421020}" destId="{168D77B8-97FC-486D-B0A2-BBDA0B09089C}" srcOrd="0" destOrd="0" presId="urn:microsoft.com/office/officeart/2005/8/layout/matrix3"/>
    <dgm:cxn modelId="{085237A7-2CE2-4DF7-AF03-AF71680FC9B5}" type="presParOf" srcId="{B1E6CF3B-BD07-4623-876F-F89AB6421020}" destId="{673789F3-7409-4BF0-BE37-D56A1E75F9A6}" srcOrd="1" destOrd="0" presId="urn:microsoft.com/office/officeart/2005/8/layout/matrix3"/>
    <dgm:cxn modelId="{FDDFE9BC-05AA-4F42-864D-527C6FC92E05}" type="presParOf" srcId="{B1E6CF3B-BD07-4623-876F-F89AB6421020}" destId="{BE64F1ED-8BD0-4AC0-8FF8-3980FE70E975}" srcOrd="2" destOrd="0" presId="urn:microsoft.com/office/officeart/2005/8/layout/matrix3"/>
    <dgm:cxn modelId="{572C25C2-573D-445F-858F-9588CE68B9FE}" type="presParOf" srcId="{B1E6CF3B-BD07-4623-876F-F89AB6421020}" destId="{23957831-B549-46D4-901C-6EEE79FA84F5}" srcOrd="3" destOrd="0" presId="urn:microsoft.com/office/officeart/2005/8/layout/matrix3"/>
    <dgm:cxn modelId="{CF2EDB1E-5582-48FB-AAEC-BE922EBD572C}" type="presParOf" srcId="{B1E6CF3B-BD07-4623-876F-F89AB6421020}" destId="{967E7B1C-3993-4139-BF70-42FB07A7262F}"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8D77B8-97FC-486D-B0A2-BBDA0B09089C}">
      <dsp:nvSpPr>
        <dsp:cNvPr id="0" name=""/>
        <dsp:cNvSpPr/>
      </dsp:nvSpPr>
      <dsp:spPr>
        <a:xfrm>
          <a:off x="3058318" y="0"/>
          <a:ext cx="4398963" cy="4398963"/>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3789F3-7409-4BF0-BE37-D56A1E75F9A6}">
      <dsp:nvSpPr>
        <dsp:cNvPr id="0" name=""/>
        <dsp:cNvSpPr/>
      </dsp:nvSpPr>
      <dsp:spPr>
        <a:xfrm>
          <a:off x="3476219" y="361698"/>
          <a:ext cx="1715595" cy="1715595"/>
        </a:xfrm>
        <a:prstGeom prst="roundRect">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a:solidFill>
                <a:schemeClr val="tx1"/>
              </a:solidFill>
            </a:rPr>
            <a:t>Organisation ændringer</a:t>
          </a:r>
        </a:p>
      </dsp:txBody>
      <dsp:txXfrm>
        <a:off x="3559967" y="445446"/>
        <a:ext cx="1548099" cy="1548099"/>
      </dsp:txXfrm>
    </dsp:sp>
    <dsp:sp modelId="{BE64F1ED-8BD0-4AC0-8FF8-3980FE70E975}">
      <dsp:nvSpPr>
        <dsp:cNvPr id="0" name=""/>
        <dsp:cNvSpPr/>
      </dsp:nvSpPr>
      <dsp:spPr>
        <a:xfrm>
          <a:off x="5323784" y="417901"/>
          <a:ext cx="1715595" cy="1715595"/>
        </a:xfrm>
        <a:prstGeom prst="roundRect">
          <a:avLst/>
        </a:prstGeom>
        <a:solidFill>
          <a:schemeClr val="accent1">
            <a:shade val="80000"/>
            <a:hueOff val="8340"/>
            <a:satOff val="2784"/>
            <a:lumOff val="47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a:solidFill>
                <a:schemeClr val="tx1"/>
              </a:solidFill>
            </a:rPr>
            <a:t>Opkøb og fusioner</a:t>
          </a:r>
        </a:p>
      </dsp:txBody>
      <dsp:txXfrm>
        <a:off x="5407532" y="501649"/>
        <a:ext cx="1548099" cy="1548099"/>
      </dsp:txXfrm>
    </dsp:sp>
    <dsp:sp modelId="{23957831-B549-46D4-901C-6EEE79FA84F5}">
      <dsp:nvSpPr>
        <dsp:cNvPr id="0" name=""/>
        <dsp:cNvSpPr/>
      </dsp:nvSpPr>
      <dsp:spPr>
        <a:xfrm>
          <a:off x="3476219" y="2265465"/>
          <a:ext cx="1715595" cy="1715595"/>
        </a:xfrm>
        <a:prstGeom prst="roundRect">
          <a:avLst/>
        </a:prstGeom>
        <a:solidFill>
          <a:schemeClr val="accent1">
            <a:shade val="80000"/>
            <a:hueOff val="16680"/>
            <a:satOff val="5567"/>
            <a:lumOff val="9501"/>
            <a:alphaOff val="0"/>
          </a:schemeClr>
        </a:solidFill>
        <a:ln w="25400"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a:solidFill>
                <a:schemeClr val="tx1"/>
              </a:solidFill>
            </a:rPr>
            <a:t>Ændrede</a:t>
          </a:r>
          <a:r>
            <a:rPr lang="da-DK" sz="1600" kern="1200" baseline="0" dirty="0">
              <a:solidFill>
                <a:schemeClr val="tx1"/>
              </a:solidFill>
            </a:rPr>
            <a:t> arbejdsgange som følge af sikkerhed</a:t>
          </a:r>
          <a:endParaRPr lang="da-DK" sz="1600" kern="1200" dirty="0">
            <a:solidFill>
              <a:schemeClr val="tx1"/>
            </a:solidFill>
          </a:endParaRPr>
        </a:p>
      </dsp:txBody>
      <dsp:txXfrm>
        <a:off x="3559967" y="2349213"/>
        <a:ext cx="1548099" cy="1548099"/>
      </dsp:txXfrm>
    </dsp:sp>
    <dsp:sp modelId="{967E7B1C-3993-4139-BF70-42FB07A7262F}">
      <dsp:nvSpPr>
        <dsp:cNvPr id="0" name=""/>
        <dsp:cNvSpPr/>
      </dsp:nvSpPr>
      <dsp:spPr>
        <a:xfrm>
          <a:off x="5323784" y="2265465"/>
          <a:ext cx="1715595" cy="1715595"/>
        </a:xfrm>
        <a:prstGeom prst="roundRect">
          <a:avLst/>
        </a:prstGeom>
        <a:solidFill>
          <a:schemeClr val="accent1">
            <a:shade val="80000"/>
            <a:hueOff val="25020"/>
            <a:satOff val="8351"/>
            <a:lumOff val="142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a:solidFill>
                <a:schemeClr val="tx1"/>
              </a:solidFill>
            </a:rPr>
            <a:t>Ændring af IT-systemer og processer</a:t>
          </a:r>
        </a:p>
      </dsp:txBody>
      <dsp:txXfrm>
        <a:off x="5407532" y="2349213"/>
        <a:ext cx="1548099" cy="1548099"/>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2139EB-C833-4A20-A0DD-E2430A8BDF55}" type="datetimeFigureOut">
              <a:rPr lang="da-DK" smtClean="0"/>
              <a:t>10-12-2025</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CA806C-6BD9-4354-A9B1-4BC6B96056A8}" type="slidenum">
              <a:rPr lang="da-DK" smtClean="0"/>
              <a:t>‹nr.›</a:t>
            </a:fld>
            <a:endParaRPr lang="da-DK"/>
          </a:p>
        </p:txBody>
      </p:sp>
    </p:spTree>
    <p:extLst>
      <p:ext uri="{BB962C8B-B14F-4D97-AF65-F5344CB8AC3E}">
        <p14:creationId xmlns:p14="http://schemas.microsoft.com/office/powerpoint/2010/main" val="923511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F6101-8CC6-694B-C971-B78170DA7D33}"/>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9986CD28-FDAC-5917-14F9-8EFF9EF82C45}"/>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C2952C7E-52A6-3039-385C-7327F8C38484}"/>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6C348F50-957D-CF8C-17CE-95BF7BC8C51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1F3AE74-7E62-4D13-A6C2-819418752411}"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89556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sz="1200" dirty="0">
                <a:sym typeface="Wingdings" panose="05000000000000000000" pitchFamily="2" charset="2"/>
              </a:rPr>
              <a:t>4 FORANDRINGSSCENARIER s.36 Kousholt</a:t>
            </a:r>
          </a:p>
          <a:p>
            <a:pPr marL="171450" indent="-171450">
              <a:buFontTx/>
              <a:buChar char="-"/>
            </a:pPr>
            <a:r>
              <a:rPr lang="da-DK" sz="1200" b="1" dirty="0">
                <a:sym typeface="Wingdings" panose="05000000000000000000" pitchFamily="2" charset="2"/>
              </a:rPr>
              <a:t>Organisationsændringer</a:t>
            </a:r>
            <a:r>
              <a:rPr lang="da-DK" sz="1200" dirty="0">
                <a:sym typeface="Wingdings" panose="05000000000000000000" pitchFamily="2" charset="2"/>
              </a:rPr>
              <a:t> (str. </a:t>
            </a:r>
            <a:r>
              <a:rPr lang="da-DK" sz="1200" dirty="0" err="1">
                <a:sym typeface="Wingdings" panose="05000000000000000000" pitchFamily="2" charset="2"/>
              </a:rPr>
              <a:t>ift</a:t>
            </a:r>
            <a:r>
              <a:rPr lang="da-DK" sz="1200" dirty="0">
                <a:sym typeface="Wingdings" panose="05000000000000000000" pitchFamily="2" charset="2"/>
              </a:rPr>
              <a:t> markedsvilkår, effektivisering af kommandoveje, centralisering eller decentralisering (EX Socialområdet i RM)</a:t>
            </a:r>
          </a:p>
          <a:p>
            <a:pPr marL="171450" indent="-171450">
              <a:buFontTx/>
              <a:buChar char="-"/>
            </a:pPr>
            <a:r>
              <a:rPr lang="da-DK" sz="1200" b="1" dirty="0">
                <a:sym typeface="Wingdings" panose="05000000000000000000" pitchFamily="2" charset="2"/>
              </a:rPr>
              <a:t>Opkøb og fusioner </a:t>
            </a:r>
            <a:r>
              <a:rPr lang="da-DK" sz="1200" dirty="0">
                <a:sym typeface="Wingdings" panose="05000000000000000000" pitchFamily="2" charset="2"/>
              </a:rPr>
              <a:t>(ønsket vækst, horisontal integration (køber en konkurrent), vertikal integration (køber underleverandør for at dække flere led i kæden)</a:t>
            </a:r>
          </a:p>
          <a:p>
            <a:pPr marL="171450" indent="-171450">
              <a:buFontTx/>
              <a:buChar char="-"/>
            </a:pPr>
            <a:r>
              <a:rPr lang="da-DK" sz="1200" b="1" dirty="0">
                <a:sym typeface="Wingdings" panose="05000000000000000000" pitchFamily="2" charset="2"/>
              </a:rPr>
              <a:t>Ændring af firmakultur </a:t>
            </a:r>
            <a:r>
              <a:rPr lang="da-DK" sz="1200" dirty="0">
                <a:sym typeface="Wingdings" panose="05000000000000000000" pitchFamily="2" charset="2"/>
              </a:rPr>
              <a:t>(ny topleder, tab af markedsandele, fusion  </a:t>
            </a:r>
            <a:r>
              <a:rPr lang="da-DK" sz="1200" dirty="0" err="1">
                <a:sym typeface="Wingdings" panose="05000000000000000000" pitchFamily="2" charset="2"/>
              </a:rPr>
              <a:t>Hofstede</a:t>
            </a:r>
            <a:r>
              <a:rPr lang="da-DK" sz="1200" dirty="0">
                <a:sym typeface="Wingdings" panose="05000000000000000000" pitchFamily="2" charset="2"/>
              </a:rPr>
              <a:t> Forandringspyramiden s. 32)</a:t>
            </a:r>
          </a:p>
          <a:p>
            <a:pPr marL="171450" indent="-171450">
              <a:buFontTx/>
              <a:buChar char="-"/>
            </a:pPr>
            <a:r>
              <a:rPr lang="da-DK" sz="1200" b="1" dirty="0">
                <a:sym typeface="Wingdings" panose="05000000000000000000" pitchFamily="2" charset="2"/>
              </a:rPr>
              <a:t>Ændring af it-systemer og processer </a:t>
            </a:r>
            <a:r>
              <a:rPr lang="da-DK" sz="1200" dirty="0">
                <a:sym typeface="Wingdings" panose="05000000000000000000" pitchFamily="2" charset="2"/>
              </a:rPr>
              <a:t>(effektivisering, ændring i markedsvilkår, ny eller forældet teknologi)</a:t>
            </a:r>
          </a:p>
          <a:p>
            <a:pPr marL="171450" indent="-171450">
              <a:buFontTx/>
              <a:buChar char="-"/>
            </a:pPr>
            <a:endParaRPr lang="da-DK" sz="1200"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1200" dirty="0">
                <a:sym typeface="Wingdings" panose="05000000000000000000" pitchFamily="2" charset="2"/>
              </a:rPr>
              <a:t>OBS! Nogle forandringer udøves af rationelle årsager men lige så mange sættes i gang af irrationelle årsager (rivalisering, personlig profilering, hævn, fordomme)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dirty="0">
              <a:sym typeface="Wingdings" panose="05000000000000000000" pitchFamily="2" charset="2"/>
            </a:endParaRPr>
          </a:p>
          <a:p>
            <a:pPr marL="0" indent="0">
              <a:buFontTx/>
              <a:buNone/>
            </a:pPr>
            <a:endParaRPr lang="da-DK" sz="1200" dirty="0">
              <a:sym typeface="Wingdings" panose="05000000000000000000" pitchFamily="2" charset="2"/>
            </a:endParaRPr>
          </a:p>
          <a:p>
            <a:endParaRPr lang="da-DK" dirty="0"/>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A975DB-6D56-4E14-9012-334A06832C34}"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34582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Det er to sider af samme sag</a:t>
            </a:r>
          </a:p>
          <a:p>
            <a:r>
              <a:rPr lang="da-DK" dirty="0"/>
              <a:t>Når vi snakker forandringsledelse er der et stort fokus på menneskedelen, dvs. det at udøve forandringsledelse</a:t>
            </a:r>
          </a:p>
          <a:p>
            <a:r>
              <a:rPr lang="da-DK" dirty="0"/>
              <a:t>EX:</a:t>
            </a:r>
          </a:p>
          <a:p>
            <a:pPr marL="171450" indent="-171450">
              <a:buFontTx/>
              <a:buChar char="-"/>
            </a:pPr>
            <a:r>
              <a:rPr lang="da-DK" dirty="0"/>
              <a:t>Kommunikation</a:t>
            </a:r>
          </a:p>
          <a:p>
            <a:pPr marL="171450" indent="-171450">
              <a:buFontTx/>
              <a:buChar char="-"/>
            </a:pPr>
            <a:r>
              <a:rPr lang="da-DK" dirty="0"/>
              <a:t>Motivation</a:t>
            </a:r>
          </a:p>
          <a:p>
            <a:pPr marL="171450" indent="-171450">
              <a:buFontTx/>
              <a:buChar char="-"/>
            </a:pPr>
            <a:r>
              <a:rPr lang="da-DK" dirty="0"/>
              <a:t>Uddannelse</a:t>
            </a:r>
          </a:p>
          <a:p>
            <a:pPr marL="171450" indent="-171450">
              <a:buFontTx/>
              <a:buChar char="-"/>
            </a:pPr>
            <a:r>
              <a:rPr lang="da-DK" dirty="0"/>
              <a:t>Rollemodeller</a:t>
            </a:r>
          </a:p>
          <a:p>
            <a:pPr marL="171450" indent="-171450">
              <a:buFontTx/>
              <a:buChar char="-"/>
            </a:pPr>
            <a:r>
              <a:rPr lang="da-DK" dirty="0"/>
              <a:t>Modstand</a:t>
            </a:r>
          </a:p>
          <a:p>
            <a:pPr marL="171450" indent="-171450">
              <a:buFontTx/>
              <a:buChar char="-"/>
            </a:pPr>
            <a:r>
              <a:rPr lang="da-DK" dirty="0"/>
              <a:t>Ledelse</a:t>
            </a:r>
          </a:p>
          <a:p>
            <a:pPr marL="171450" indent="-171450">
              <a:buFontTx/>
              <a:buChar char="-"/>
            </a:pPr>
            <a:r>
              <a:rPr lang="da-DK" dirty="0"/>
              <a:t>Fejre succeser</a:t>
            </a:r>
          </a:p>
          <a:p>
            <a:pPr marL="171450" indent="-171450">
              <a:buFontTx/>
              <a:buChar char="-"/>
            </a:pPr>
            <a:r>
              <a:rPr lang="da-DK" dirty="0"/>
              <a:t>Dont give up!</a:t>
            </a:r>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A975DB-6D56-4E14-9012-334A06832C34}"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83571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a:t>Få en stud. til at forklare denne + sætte det i en forandringskontekst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dirty="0"/>
          </a:p>
          <a:p>
            <a:pPr marL="0" marR="0" lvl="0" indent="0" algn="l" defTabSz="914400" rtl="0" eaLnBrk="1" fontAlgn="auto" latinLnBrk="0" hangingPunct="1">
              <a:lnSpc>
                <a:spcPct val="100000"/>
              </a:lnSpc>
              <a:spcBef>
                <a:spcPts val="0"/>
              </a:spcBef>
              <a:spcAft>
                <a:spcPts val="0"/>
              </a:spcAft>
              <a:buClrTx/>
              <a:buSzTx/>
              <a:buFontTx/>
              <a:buNone/>
              <a:tabLst/>
              <a:defRPr/>
            </a:pPr>
            <a:r>
              <a:rPr lang="da-DK" dirty="0"/>
              <a:t>Ofte måler man projektets succes ved go-live, mens man først høster reelle gevinster, når medarbejderne præsterer i de nye roller og processer</a:t>
            </a:r>
          </a:p>
          <a:p>
            <a:endParaRPr lang="da-DK" dirty="0"/>
          </a:p>
          <a:p>
            <a:r>
              <a:rPr lang="da-DK" dirty="0"/>
              <a:t>- Den hastighed, hvormed forandringen gennemføres er essentiel (</a:t>
            </a:r>
            <a:r>
              <a:rPr lang="da-DK" dirty="0" err="1"/>
              <a:t>Kausholt</a:t>
            </a:r>
            <a:r>
              <a:rPr lang="da-DK" dirty="0"/>
              <a:t>, Bjarne s.17). Kan en </a:t>
            </a:r>
            <a:r>
              <a:rPr lang="da-DK" dirty="0" err="1"/>
              <a:t>org</a:t>
            </a:r>
            <a:r>
              <a:rPr lang="da-DK" dirty="0"/>
              <a:t>. Ikke implementere forandringen hurtigt, bliver den kvalt. </a:t>
            </a:r>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6C51BE-8289-4CBB-A3B8-E2FB1406BE15}"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34255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09.10</a:t>
            </a:r>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1F3AE74-7E62-4D13-A6C2-819418752411}"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60997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1F3AE74-7E62-4D13-A6C2-819418752411}"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41034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12.svg"/><Relationship Id="rId18" Type="http://schemas.openxmlformats.org/officeDocument/2006/relationships/image" Target="../media/image2.png"/><Relationship Id="rId3" Type="http://schemas.openxmlformats.org/officeDocument/2006/relationships/image" Target="../media/image16.svg"/><Relationship Id="rId7" Type="http://schemas.openxmlformats.org/officeDocument/2006/relationships/image" Target="../media/image20.svg"/><Relationship Id="rId12" Type="http://schemas.openxmlformats.org/officeDocument/2006/relationships/image" Target="../media/image11.png"/><Relationship Id="rId17" Type="http://schemas.openxmlformats.org/officeDocument/2006/relationships/image" Target="../media/image24.svg"/><Relationship Id="rId2" Type="http://schemas.openxmlformats.org/officeDocument/2006/relationships/image" Target="../media/image15.png"/><Relationship Id="rId16" Type="http://schemas.openxmlformats.org/officeDocument/2006/relationships/image" Target="../media/image23.png"/><Relationship Id="rId1" Type="http://schemas.openxmlformats.org/officeDocument/2006/relationships/slideMaster" Target="../slideMasters/slideMaster1.xml"/><Relationship Id="rId6" Type="http://schemas.openxmlformats.org/officeDocument/2006/relationships/image" Target="../media/image19.png"/><Relationship Id="rId11" Type="http://schemas.openxmlformats.org/officeDocument/2006/relationships/image" Target="../media/image10.svg"/><Relationship Id="rId5" Type="http://schemas.openxmlformats.org/officeDocument/2006/relationships/image" Target="../media/image18.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7.png"/><Relationship Id="rId9" Type="http://schemas.openxmlformats.org/officeDocument/2006/relationships/image" Target="../media/image22.svg"/><Relationship Id="rId14"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orside uden billede">
    <p:bg>
      <p:bgPr>
        <a:solidFill>
          <a:schemeClr val="accent6"/>
        </a:solid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2C2DE219-33C6-A7E3-FE38-E2888694B88F}"/>
              </a:ext>
            </a:extLst>
          </p:cNvPr>
          <p:cNvSpPr>
            <a:spLocks noGrp="1" noRot="1" noMove="1" noResize="1" noEditPoints="1" noAdjustHandles="1" noChangeArrowheads="1" noChangeShapeType="1"/>
          </p:cNvSpPr>
          <p:nvPr/>
        </p:nvSpPr>
        <p:spPr>
          <a:xfrm>
            <a:off x="7152122" y="3559791"/>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5" name="Ellipse 4">
            <a:extLst>
              <a:ext uri="{FF2B5EF4-FFF2-40B4-BE49-F238E27FC236}">
                <a16:creationId xmlns:a16="http://schemas.microsoft.com/office/drawing/2014/main" id="{816CB9C1-1168-DC60-F83C-216ED817092C}"/>
              </a:ext>
            </a:extLst>
          </p:cNvPr>
          <p:cNvSpPr>
            <a:spLocks noGrp="1" noRot="1" noMove="1" noResize="1" noEditPoints="1" noAdjustHandles="1" noChangeArrowheads="1" noChangeShapeType="1"/>
          </p:cNvSpPr>
          <p:nvPr/>
        </p:nvSpPr>
        <p:spPr>
          <a:xfrm>
            <a:off x="7626204" y="-1701684"/>
            <a:ext cx="3960000" cy="3960000"/>
          </a:xfrm>
          <a:prstGeom prst="ellipse">
            <a:avLst/>
          </a:prstGeom>
          <a:solidFill>
            <a:srgbClr val="FFFFFF">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6" name="Ellipse 5">
            <a:extLst>
              <a:ext uri="{FF2B5EF4-FFF2-40B4-BE49-F238E27FC236}">
                <a16:creationId xmlns:a16="http://schemas.microsoft.com/office/drawing/2014/main" id="{B0AA5BC8-B46B-F7D9-EDD5-81A153A984FC}"/>
              </a:ext>
            </a:extLst>
          </p:cNvPr>
          <p:cNvSpPr>
            <a:spLocks noGrp="1" noRot="1" noMove="1" noResize="1" noEditPoints="1" noAdjustHandles="1" noChangeArrowheads="1" noChangeShapeType="1"/>
          </p:cNvSpPr>
          <p:nvPr/>
        </p:nvSpPr>
        <p:spPr>
          <a:xfrm>
            <a:off x="-1825056" y="172855"/>
            <a:ext cx="4932000" cy="4932548"/>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7" name="Ellipse 6">
            <a:extLst>
              <a:ext uri="{FF2B5EF4-FFF2-40B4-BE49-F238E27FC236}">
                <a16:creationId xmlns:a16="http://schemas.microsoft.com/office/drawing/2014/main" id="{F994D425-07AD-E7D7-9D72-D1DA625002E7}"/>
              </a:ext>
            </a:extLst>
          </p:cNvPr>
          <p:cNvSpPr>
            <a:spLocks noGrp="1" noRot="1" noMove="1" noResize="1" noEditPoints="1" noAdjustHandles="1" noChangeArrowheads="1" noChangeShapeType="1"/>
          </p:cNvSpPr>
          <p:nvPr/>
        </p:nvSpPr>
        <p:spPr>
          <a:xfrm>
            <a:off x="6864085" y="2780928"/>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8" name="Billede 7">
            <a:extLst>
              <a:ext uri="{FF2B5EF4-FFF2-40B4-BE49-F238E27FC236}">
                <a16:creationId xmlns:a16="http://schemas.microsoft.com/office/drawing/2014/main" id="{1139334C-B5A2-ACD8-DA69-BE9378DC5F1E}"/>
              </a:ext>
            </a:extLst>
          </p:cNvPr>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tretch>
            <a:fillRect/>
          </a:stretch>
        </p:blipFill>
        <p:spPr>
          <a:xfrm>
            <a:off x="9606468" y="368592"/>
            <a:ext cx="2228093" cy="841250"/>
          </a:xfrm>
          <a:prstGeom prst="rect">
            <a:avLst/>
          </a:prstGeom>
        </p:spPr>
      </p:pic>
      <p:sp>
        <p:nvSpPr>
          <p:cNvPr id="2" name="Ellipse 1">
            <a:extLst>
              <a:ext uri="{FF2B5EF4-FFF2-40B4-BE49-F238E27FC236}">
                <a16:creationId xmlns:a16="http://schemas.microsoft.com/office/drawing/2014/main" id="{02A9D9FC-5A48-9086-E672-9944971371E0}"/>
              </a:ext>
            </a:extLst>
          </p:cNvPr>
          <p:cNvSpPr/>
          <p:nvPr userDrawn="1"/>
        </p:nvSpPr>
        <p:spPr>
          <a:xfrm>
            <a:off x="7152122" y="3559791"/>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3" name="Ellipse 2">
            <a:extLst>
              <a:ext uri="{FF2B5EF4-FFF2-40B4-BE49-F238E27FC236}">
                <a16:creationId xmlns:a16="http://schemas.microsoft.com/office/drawing/2014/main" id="{1CAB28EC-5252-8B2F-0968-259EE52B3EC2}"/>
              </a:ext>
            </a:extLst>
          </p:cNvPr>
          <p:cNvSpPr/>
          <p:nvPr userDrawn="1"/>
        </p:nvSpPr>
        <p:spPr>
          <a:xfrm>
            <a:off x="7626204" y="-1701684"/>
            <a:ext cx="3960000" cy="3960000"/>
          </a:xfrm>
          <a:prstGeom prst="ellipse">
            <a:avLst/>
          </a:prstGeom>
          <a:solidFill>
            <a:srgbClr val="FFFFFF">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1" name="Ellipse 10">
            <a:extLst>
              <a:ext uri="{FF2B5EF4-FFF2-40B4-BE49-F238E27FC236}">
                <a16:creationId xmlns:a16="http://schemas.microsoft.com/office/drawing/2014/main" id="{AB168CE0-7676-D809-12B9-30911BF62EE6}"/>
              </a:ext>
            </a:extLst>
          </p:cNvPr>
          <p:cNvSpPr/>
          <p:nvPr userDrawn="1"/>
        </p:nvSpPr>
        <p:spPr>
          <a:xfrm>
            <a:off x="-1825056" y="172855"/>
            <a:ext cx="4932000" cy="4932548"/>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2" name="Ellipse 11">
            <a:extLst>
              <a:ext uri="{FF2B5EF4-FFF2-40B4-BE49-F238E27FC236}">
                <a16:creationId xmlns:a16="http://schemas.microsoft.com/office/drawing/2014/main" id="{8CEBE64D-10DD-04E9-D948-570908CF2D32}"/>
              </a:ext>
            </a:extLst>
          </p:cNvPr>
          <p:cNvSpPr/>
          <p:nvPr userDrawn="1"/>
        </p:nvSpPr>
        <p:spPr>
          <a:xfrm>
            <a:off x="6864085" y="2780928"/>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13" name="Billede 12">
            <a:extLst>
              <a:ext uri="{FF2B5EF4-FFF2-40B4-BE49-F238E27FC236}">
                <a16:creationId xmlns:a16="http://schemas.microsoft.com/office/drawing/2014/main" id="{FB896D1B-2BE4-E515-94F3-8C2E98DAEB30}"/>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9606468" y="368592"/>
            <a:ext cx="2228093" cy="841250"/>
          </a:xfrm>
          <a:prstGeom prst="rect">
            <a:avLst/>
          </a:prstGeom>
        </p:spPr>
      </p:pic>
      <p:cxnSp>
        <p:nvCxnSpPr>
          <p:cNvPr id="14" name="Lige forbindelse 13">
            <a:extLst>
              <a:ext uri="{FF2B5EF4-FFF2-40B4-BE49-F238E27FC236}">
                <a16:creationId xmlns:a16="http://schemas.microsoft.com/office/drawing/2014/main" id="{FB41A2C8-6C86-FB4A-AAB3-929835579E0D}"/>
              </a:ext>
            </a:extLst>
          </p:cNvPr>
          <p:cNvCxnSpPr>
            <a:cxnSpLocks/>
          </p:cNvCxnSpPr>
          <p:nvPr userDrawn="1"/>
        </p:nvCxnSpPr>
        <p:spPr>
          <a:xfrm>
            <a:off x="924269" y="6104054"/>
            <a:ext cx="3750233"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Pladsholder til tekst 15">
            <a:extLst>
              <a:ext uri="{FF2B5EF4-FFF2-40B4-BE49-F238E27FC236}">
                <a16:creationId xmlns:a16="http://schemas.microsoft.com/office/drawing/2014/main" id="{4E33EE05-8F95-4893-238B-F149EB10ED33}"/>
              </a:ext>
            </a:extLst>
          </p:cNvPr>
          <p:cNvSpPr>
            <a:spLocks noGrp="1"/>
          </p:cNvSpPr>
          <p:nvPr>
            <p:ph type="body" sz="quarter" idx="10"/>
          </p:nvPr>
        </p:nvSpPr>
        <p:spPr>
          <a:xfrm>
            <a:off x="810241" y="5281159"/>
            <a:ext cx="9982200" cy="908391"/>
          </a:xfrm>
          <a:prstGeom prst="rect">
            <a:avLst/>
          </a:prstGeom>
        </p:spPr>
        <p:txBody>
          <a:bodyPr anchor="ctr"/>
          <a:lstStyle>
            <a:lvl1pPr marL="0" indent="0">
              <a:buNone/>
              <a:defRPr lang="da-DK" sz="3200" kern="1200" dirty="0">
                <a:solidFill>
                  <a:schemeClr val="bg1"/>
                </a:solidFill>
                <a:latin typeface="+mj-lt"/>
                <a:ea typeface="+mj-ea"/>
                <a:cs typeface="+mj-cs"/>
              </a:defRPr>
            </a:lvl1pPr>
          </a:lstStyle>
          <a:p>
            <a:pPr lvl="0"/>
            <a:r>
              <a:rPr lang="da-DK"/>
              <a:t>Klik for at redigere teksttypografierne i masteren</a:t>
            </a:r>
          </a:p>
        </p:txBody>
      </p:sp>
    </p:spTree>
    <p:extLst>
      <p:ext uri="{BB962C8B-B14F-4D97-AF65-F5344CB8AC3E}">
        <p14:creationId xmlns:p14="http://schemas.microsoft.com/office/powerpoint/2010/main" val="968608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
    <p:bg>
      <p:bgPr>
        <a:solidFill>
          <a:schemeClr val="accent6"/>
        </a:solidFill>
        <a:effectLst/>
      </p:bgPr>
    </p:bg>
    <p:spTree>
      <p:nvGrpSpPr>
        <p:cNvPr id="1" name=""/>
        <p:cNvGrpSpPr/>
        <p:nvPr/>
      </p:nvGrpSpPr>
      <p:grpSpPr>
        <a:xfrm>
          <a:off x="0" y="0"/>
          <a:ext cx="0" cy="0"/>
          <a:chOff x="0" y="0"/>
          <a:chExt cx="0" cy="0"/>
        </a:xfrm>
      </p:grpSpPr>
      <p:sp>
        <p:nvSpPr>
          <p:cNvPr id="19" name="Pladsholder til billede 18">
            <a:extLst>
              <a:ext uri="{FF2B5EF4-FFF2-40B4-BE49-F238E27FC236}">
                <a16:creationId xmlns:a16="http://schemas.microsoft.com/office/drawing/2014/main" id="{05943B48-CF60-12FF-560D-10C67186DC2E}"/>
              </a:ext>
            </a:extLst>
          </p:cNvPr>
          <p:cNvSpPr>
            <a:spLocks noGrp="1"/>
          </p:cNvSpPr>
          <p:nvPr>
            <p:ph type="pic" sz="quarter" idx="10" hasCustomPrompt="1"/>
          </p:nvPr>
        </p:nvSpPr>
        <p:spPr>
          <a:xfrm>
            <a:off x="-620619" y="914398"/>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ctr">
            <a:noAutofit/>
          </a:bodyPr>
          <a:lstStyle>
            <a:lvl1pPr marL="0" indent="0" algn="ctr">
              <a:buNone/>
              <a:defRPr sz="1200">
                <a:solidFill>
                  <a:schemeClr val="accent5"/>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20" name="Ellipse 19">
            <a:extLst>
              <a:ext uri="{FF2B5EF4-FFF2-40B4-BE49-F238E27FC236}">
                <a16:creationId xmlns:a16="http://schemas.microsoft.com/office/drawing/2014/main" id="{4861457B-7A00-BE74-BFA9-F4B6924A8CC6}"/>
              </a:ext>
            </a:extLst>
          </p:cNvPr>
          <p:cNvSpPr>
            <a:spLocks noGrp="1" noRot="1" noMove="1" noResize="1" noEditPoints="1" noAdjustHandles="1" noChangeArrowheads="1" noChangeShapeType="1"/>
          </p:cNvSpPr>
          <p:nvPr/>
        </p:nvSpPr>
        <p:spPr>
          <a:xfrm>
            <a:off x="-1098877" y="436141"/>
            <a:ext cx="6209653" cy="6209653"/>
          </a:xfrm>
          <a:prstGeom prst="ellipse">
            <a:avLst/>
          </a:prstGeom>
          <a:noFill/>
          <a:ln w="31750" cap="rnd" cmpd="sng">
            <a:solidFill>
              <a:schemeClr val="accent1">
                <a:lumMod val="50000"/>
              </a:schemeClr>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 name="Ellipse 1">
            <a:extLst>
              <a:ext uri="{FF2B5EF4-FFF2-40B4-BE49-F238E27FC236}">
                <a16:creationId xmlns:a16="http://schemas.microsoft.com/office/drawing/2014/main" id="{8025EA5B-C75B-5425-97DE-01FEF651EEEE}"/>
              </a:ext>
            </a:extLst>
          </p:cNvPr>
          <p:cNvSpPr/>
          <p:nvPr/>
        </p:nvSpPr>
        <p:spPr>
          <a:xfrm>
            <a:off x="8552300" y="-2200863"/>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3" name="Ellipse 2">
            <a:extLst>
              <a:ext uri="{FF2B5EF4-FFF2-40B4-BE49-F238E27FC236}">
                <a16:creationId xmlns:a16="http://schemas.microsoft.com/office/drawing/2014/main" id="{D94808F8-E191-7B2F-802B-A4244C832E1B}"/>
              </a:ext>
            </a:extLst>
          </p:cNvPr>
          <p:cNvSpPr/>
          <p:nvPr/>
        </p:nvSpPr>
        <p:spPr>
          <a:xfrm>
            <a:off x="7081226" y="727787"/>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4" name="Ellipse 3">
            <a:extLst>
              <a:ext uri="{FF2B5EF4-FFF2-40B4-BE49-F238E27FC236}">
                <a16:creationId xmlns:a16="http://schemas.microsoft.com/office/drawing/2014/main" id="{F79CD613-CCEE-1FC4-643F-1B1FF482494F}"/>
              </a:ext>
            </a:extLst>
          </p:cNvPr>
          <p:cNvSpPr/>
          <p:nvPr userDrawn="1"/>
        </p:nvSpPr>
        <p:spPr>
          <a:xfrm>
            <a:off x="-1098877" y="436140"/>
            <a:ext cx="6209653" cy="6209653"/>
          </a:xfrm>
          <a:prstGeom prst="ellipse">
            <a:avLst/>
          </a:prstGeom>
          <a:noFill/>
          <a:ln w="31750" cap="rnd" cmpd="sng">
            <a:solidFill>
              <a:schemeClr val="accent5"/>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 name="Ellipse 4">
            <a:extLst>
              <a:ext uri="{FF2B5EF4-FFF2-40B4-BE49-F238E27FC236}">
                <a16:creationId xmlns:a16="http://schemas.microsoft.com/office/drawing/2014/main" id="{531D232E-607E-0A0F-D3B8-23EA05328981}"/>
              </a:ext>
            </a:extLst>
          </p:cNvPr>
          <p:cNvSpPr/>
          <p:nvPr userDrawn="1"/>
        </p:nvSpPr>
        <p:spPr>
          <a:xfrm>
            <a:off x="8552300" y="-2200863"/>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6" name="Ellipse 5">
            <a:extLst>
              <a:ext uri="{FF2B5EF4-FFF2-40B4-BE49-F238E27FC236}">
                <a16:creationId xmlns:a16="http://schemas.microsoft.com/office/drawing/2014/main" id="{9FD9A1C3-89E2-9C4E-08AB-ADE088E34223}"/>
              </a:ext>
            </a:extLst>
          </p:cNvPr>
          <p:cNvSpPr/>
          <p:nvPr userDrawn="1"/>
        </p:nvSpPr>
        <p:spPr>
          <a:xfrm>
            <a:off x="7081226" y="727787"/>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10" name="Billede 9">
            <a:extLst>
              <a:ext uri="{FF2B5EF4-FFF2-40B4-BE49-F238E27FC236}">
                <a16:creationId xmlns:a16="http://schemas.microsoft.com/office/drawing/2014/main" id="{E74A03EC-E5FA-79D1-2E92-7E2B69B497F3}"/>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9998016" y="194962"/>
            <a:ext cx="1931436" cy="726963"/>
          </a:xfrm>
          <a:prstGeom prst="rect">
            <a:avLst/>
          </a:prstGeom>
        </p:spPr>
      </p:pic>
      <p:sp>
        <p:nvSpPr>
          <p:cNvPr id="7" name="Pladsholder til tekst 15">
            <a:extLst>
              <a:ext uri="{FF2B5EF4-FFF2-40B4-BE49-F238E27FC236}">
                <a16:creationId xmlns:a16="http://schemas.microsoft.com/office/drawing/2014/main" id="{BEEA16E3-A5E2-0855-4482-279792F9CCDA}"/>
              </a:ext>
            </a:extLst>
          </p:cNvPr>
          <p:cNvSpPr>
            <a:spLocks noGrp="1"/>
          </p:cNvSpPr>
          <p:nvPr>
            <p:ph type="body" sz="quarter" idx="13"/>
          </p:nvPr>
        </p:nvSpPr>
        <p:spPr>
          <a:xfrm>
            <a:off x="6096000" y="4763320"/>
            <a:ext cx="5400000" cy="908391"/>
          </a:xfrm>
          <a:prstGeom prst="rect">
            <a:avLst/>
          </a:prstGeom>
        </p:spPr>
        <p:txBody>
          <a:bodyPr anchor="b"/>
          <a:lstStyle>
            <a:lvl1pPr marL="0" indent="0">
              <a:buNone/>
              <a:defRPr lang="da-DK" sz="3200" kern="1200" dirty="0">
                <a:solidFill>
                  <a:schemeClr val="bg1"/>
                </a:solidFill>
                <a:latin typeface="+mj-lt"/>
                <a:ea typeface="+mj-ea"/>
                <a:cs typeface="+mj-cs"/>
              </a:defRPr>
            </a:lvl1pPr>
          </a:lstStyle>
          <a:p>
            <a:pPr lvl="0"/>
            <a:r>
              <a:rPr lang="da-DK"/>
              <a:t>Klik for at redigere teksttypografierne i masteren</a:t>
            </a:r>
          </a:p>
        </p:txBody>
      </p:sp>
      <p:sp>
        <p:nvSpPr>
          <p:cNvPr id="8" name="Pladsholder til tekst 15">
            <a:extLst>
              <a:ext uri="{FF2B5EF4-FFF2-40B4-BE49-F238E27FC236}">
                <a16:creationId xmlns:a16="http://schemas.microsoft.com/office/drawing/2014/main" id="{6D44003B-7C03-F9A5-2DE0-1A2B7E8AF092}"/>
              </a:ext>
            </a:extLst>
          </p:cNvPr>
          <p:cNvSpPr>
            <a:spLocks noGrp="1"/>
          </p:cNvSpPr>
          <p:nvPr>
            <p:ph type="body" sz="quarter" idx="14"/>
          </p:nvPr>
        </p:nvSpPr>
        <p:spPr>
          <a:xfrm>
            <a:off x="6096000" y="5712606"/>
            <a:ext cx="5400000" cy="456380"/>
          </a:xfrm>
          <a:prstGeom prst="rect">
            <a:avLst/>
          </a:prstGeom>
        </p:spPr>
        <p:txBody>
          <a:bodyPr anchor="ctr"/>
          <a:lstStyle>
            <a:lvl1pPr marL="0" indent="0">
              <a:buNone/>
              <a:defRPr lang="da-DK" sz="1800" i="1" kern="1200" dirty="0">
                <a:solidFill>
                  <a:schemeClr val="bg1"/>
                </a:solidFill>
                <a:latin typeface="+mj-lt"/>
                <a:ea typeface="+mj-ea"/>
                <a:cs typeface="+mj-cs"/>
              </a:defRPr>
            </a:lvl1pPr>
          </a:lstStyle>
          <a:p>
            <a:pPr lvl="0"/>
            <a:r>
              <a:rPr lang="da-DK"/>
              <a:t>Klik for at redigere teksttypografierne i masteren</a:t>
            </a:r>
          </a:p>
        </p:txBody>
      </p:sp>
    </p:spTree>
    <p:extLst>
      <p:ext uri="{BB962C8B-B14F-4D97-AF65-F5344CB8AC3E}">
        <p14:creationId xmlns:p14="http://schemas.microsoft.com/office/powerpoint/2010/main" val="328076661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rside med billede gul">
    <p:bg>
      <p:bgPr>
        <a:solidFill>
          <a:schemeClr val="accent3"/>
        </a:solidFill>
        <a:effectLst/>
      </p:bgPr>
    </p:bg>
    <p:spTree>
      <p:nvGrpSpPr>
        <p:cNvPr id="1" name=""/>
        <p:cNvGrpSpPr/>
        <p:nvPr/>
      </p:nvGrpSpPr>
      <p:grpSpPr>
        <a:xfrm>
          <a:off x="0" y="0"/>
          <a:ext cx="0" cy="0"/>
          <a:chOff x="0" y="0"/>
          <a:chExt cx="0" cy="0"/>
        </a:xfrm>
      </p:grpSpPr>
      <p:sp>
        <p:nvSpPr>
          <p:cNvPr id="19" name="Pladsholder til billede 18">
            <a:extLst>
              <a:ext uri="{FF2B5EF4-FFF2-40B4-BE49-F238E27FC236}">
                <a16:creationId xmlns:a16="http://schemas.microsoft.com/office/drawing/2014/main" id="{05943B48-CF60-12FF-560D-10C67186DC2E}"/>
              </a:ext>
            </a:extLst>
          </p:cNvPr>
          <p:cNvSpPr>
            <a:spLocks noGrp="1"/>
          </p:cNvSpPr>
          <p:nvPr>
            <p:ph type="pic" sz="quarter" idx="10" hasCustomPrompt="1"/>
          </p:nvPr>
        </p:nvSpPr>
        <p:spPr>
          <a:xfrm>
            <a:off x="-620619" y="961290"/>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ctr">
            <a:noAutofit/>
          </a:bodyPr>
          <a:lstStyle>
            <a:lvl1pPr marL="0" indent="0" algn="ctr">
              <a:buNone/>
              <a:defRPr sz="1200">
                <a:solidFill>
                  <a:schemeClr val="accent6"/>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2" name="Ellipse 1">
            <a:extLst>
              <a:ext uri="{FF2B5EF4-FFF2-40B4-BE49-F238E27FC236}">
                <a16:creationId xmlns:a16="http://schemas.microsoft.com/office/drawing/2014/main" id="{8025EA5B-C75B-5425-97DE-01FEF651EEEE}"/>
              </a:ext>
            </a:extLst>
          </p:cNvPr>
          <p:cNvSpPr/>
          <p:nvPr/>
        </p:nvSpPr>
        <p:spPr>
          <a:xfrm>
            <a:off x="8552300" y="-2200863"/>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3" name="Ellipse 2">
            <a:extLst>
              <a:ext uri="{FF2B5EF4-FFF2-40B4-BE49-F238E27FC236}">
                <a16:creationId xmlns:a16="http://schemas.microsoft.com/office/drawing/2014/main" id="{D94808F8-E191-7B2F-802B-A4244C832E1B}"/>
              </a:ext>
            </a:extLst>
          </p:cNvPr>
          <p:cNvSpPr/>
          <p:nvPr/>
        </p:nvSpPr>
        <p:spPr>
          <a:xfrm>
            <a:off x="7081226" y="727787"/>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4" name="Ellipse 3">
            <a:extLst>
              <a:ext uri="{FF2B5EF4-FFF2-40B4-BE49-F238E27FC236}">
                <a16:creationId xmlns:a16="http://schemas.microsoft.com/office/drawing/2014/main" id="{F79CD613-CCEE-1FC4-643F-1B1FF482494F}"/>
              </a:ext>
            </a:extLst>
          </p:cNvPr>
          <p:cNvSpPr/>
          <p:nvPr userDrawn="1"/>
        </p:nvSpPr>
        <p:spPr>
          <a:xfrm>
            <a:off x="-1098878" y="499137"/>
            <a:ext cx="6209653" cy="6209653"/>
          </a:xfrm>
          <a:prstGeom prst="ellipse">
            <a:avLst/>
          </a:prstGeom>
          <a:noFill/>
          <a:ln w="31750" cap="rnd" cmpd="sng">
            <a:solidFill>
              <a:schemeClr val="accent6"/>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5" name="Ellipse 4">
            <a:extLst>
              <a:ext uri="{FF2B5EF4-FFF2-40B4-BE49-F238E27FC236}">
                <a16:creationId xmlns:a16="http://schemas.microsoft.com/office/drawing/2014/main" id="{531D232E-607E-0A0F-D3B8-23EA05328981}"/>
              </a:ext>
            </a:extLst>
          </p:cNvPr>
          <p:cNvSpPr/>
          <p:nvPr userDrawn="1"/>
        </p:nvSpPr>
        <p:spPr>
          <a:xfrm>
            <a:off x="8552300" y="-2200863"/>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6" name="Ellipse 5">
            <a:extLst>
              <a:ext uri="{FF2B5EF4-FFF2-40B4-BE49-F238E27FC236}">
                <a16:creationId xmlns:a16="http://schemas.microsoft.com/office/drawing/2014/main" id="{9FD9A1C3-89E2-9C4E-08AB-ADE088E34223}"/>
              </a:ext>
            </a:extLst>
          </p:cNvPr>
          <p:cNvSpPr/>
          <p:nvPr userDrawn="1"/>
        </p:nvSpPr>
        <p:spPr>
          <a:xfrm>
            <a:off x="7081226" y="727787"/>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7" name="Pladsholder til tekst 15">
            <a:extLst>
              <a:ext uri="{FF2B5EF4-FFF2-40B4-BE49-F238E27FC236}">
                <a16:creationId xmlns:a16="http://schemas.microsoft.com/office/drawing/2014/main" id="{5E1AE425-F6EA-D79E-69C6-E4C409373874}"/>
              </a:ext>
            </a:extLst>
          </p:cNvPr>
          <p:cNvSpPr>
            <a:spLocks noGrp="1"/>
          </p:cNvSpPr>
          <p:nvPr>
            <p:ph type="body" sz="quarter" idx="13"/>
          </p:nvPr>
        </p:nvSpPr>
        <p:spPr>
          <a:xfrm>
            <a:off x="6096000" y="4757560"/>
            <a:ext cx="5400000" cy="908391"/>
          </a:xfrm>
          <a:prstGeom prst="rect">
            <a:avLst/>
          </a:prstGeom>
        </p:spPr>
        <p:txBody>
          <a:bodyPr anchor="b"/>
          <a:lstStyle>
            <a:lvl1pPr marL="0" indent="0">
              <a:buNone/>
              <a:defRPr lang="da-DK" sz="3200" kern="1200" dirty="0">
                <a:solidFill>
                  <a:schemeClr val="accent6"/>
                </a:solidFill>
                <a:latin typeface="+mj-lt"/>
                <a:ea typeface="+mj-ea"/>
                <a:cs typeface="+mj-cs"/>
              </a:defRPr>
            </a:lvl1pPr>
          </a:lstStyle>
          <a:p>
            <a:pPr lvl="0"/>
            <a:r>
              <a:rPr lang="da-DK"/>
              <a:t>Klik for at redigere teksttypografierne i masteren</a:t>
            </a:r>
          </a:p>
        </p:txBody>
      </p:sp>
      <p:sp>
        <p:nvSpPr>
          <p:cNvPr id="8" name="Pladsholder til tekst 15">
            <a:extLst>
              <a:ext uri="{FF2B5EF4-FFF2-40B4-BE49-F238E27FC236}">
                <a16:creationId xmlns:a16="http://schemas.microsoft.com/office/drawing/2014/main" id="{977B62BB-5B11-B355-4A4B-5040B7376E63}"/>
              </a:ext>
            </a:extLst>
          </p:cNvPr>
          <p:cNvSpPr>
            <a:spLocks noGrp="1"/>
          </p:cNvSpPr>
          <p:nvPr>
            <p:ph type="body" sz="quarter" idx="14"/>
          </p:nvPr>
        </p:nvSpPr>
        <p:spPr>
          <a:xfrm>
            <a:off x="6096000" y="5734843"/>
            <a:ext cx="5400000" cy="456380"/>
          </a:xfrm>
          <a:prstGeom prst="rect">
            <a:avLst/>
          </a:prstGeom>
        </p:spPr>
        <p:txBody>
          <a:bodyPr anchor="ctr"/>
          <a:lstStyle>
            <a:lvl1pPr marL="0" indent="0">
              <a:buNone/>
              <a:defRPr lang="da-DK" sz="1800" i="1" kern="1200" dirty="0">
                <a:solidFill>
                  <a:schemeClr val="accent6"/>
                </a:solidFill>
                <a:latin typeface="+mj-lt"/>
                <a:ea typeface="+mj-ea"/>
                <a:cs typeface="+mj-cs"/>
              </a:defRPr>
            </a:lvl1pPr>
          </a:lstStyle>
          <a:p>
            <a:pPr lvl="0"/>
            <a:r>
              <a:rPr lang="da-DK"/>
              <a:t>Klik for at redigere teksttypografierne i masteren</a:t>
            </a:r>
          </a:p>
        </p:txBody>
      </p:sp>
      <p:pic>
        <p:nvPicPr>
          <p:cNvPr id="9" name="Billede 10" descr="Et billede, der indeholder sort, mørke&#10;&#10;Automatisk genereret beskrivelse">
            <a:extLst>
              <a:ext uri="{FF2B5EF4-FFF2-40B4-BE49-F238E27FC236}">
                <a16:creationId xmlns:a16="http://schemas.microsoft.com/office/drawing/2014/main" id="{BE259AE5-57BD-A35A-2212-5B85B5B0F5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3198929138"/>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vid baggrund tekstfel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2A88C9-3BCA-D421-EEE6-489BE2B79D71}"/>
              </a:ext>
            </a:extLst>
          </p:cNvPr>
          <p:cNvSpPr>
            <a:spLocks noGrp="1"/>
          </p:cNvSpPr>
          <p:nvPr>
            <p:ph type="title"/>
          </p:nvPr>
        </p:nvSpPr>
        <p:spPr>
          <a:xfrm>
            <a:off x="838200" y="636323"/>
            <a:ext cx="10515600" cy="920749"/>
          </a:xfrm>
          <a:prstGeom prst="rect">
            <a:avLst/>
          </a:prstGeom>
        </p:spPr>
        <p:txBody>
          <a:bodyPr anchor="ctr"/>
          <a:lstStyle>
            <a:lvl1pPr>
              <a:defRPr sz="3200">
                <a:solidFill>
                  <a:schemeClr val="accent6"/>
                </a:solidFill>
              </a:defRPr>
            </a:lvl1pPr>
          </a:lstStyle>
          <a:p>
            <a:pPr lvl="0"/>
            <a:r>
              <a:rPr lang="da-DK"/>
              <a:t>Klik for at redigere titeltypografien i masteren</a:t>
            </a:r>
            <a:endParaRPr lang="da-DK" dirty="0"/>
          </a:p>
        </p:txBody>
      </p:sp>
      <p:sp>
        <p:nvSpPr>
          <p:cNvPr id="4" name="Pladsholder til indhold 3">
            <a:extLst>
              <a:ext uri="{FF2B5EF4-FFF2-40B4-BE49-F238E27FC236}">
                <a16:creationId xmlns:a16="http://schemas.microsoft.com/office/drawing/2014/main" id="{E727D0E4-589A-2244-CD10-0515D759662B}"/>
              </a:ext>
            </a:extLst>
          </p:cNvPr>
          <p:cNvSpPr>
            <a:spLocks noGrp="1"/>
          </p:cNvSpPr>
          <p:nvPr>
            <p:ph sz="quarter" idx="10"/>
          </p:nvPr>
        </p:nvSpPr>
        <p:spPr>
          <a:xfrm>
            <a:off x="838200" y="1735494"/>
            <a:ext cx="10515600" cy="4486183"/>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pic>
        <p:nvPicPr>
          <p:cNvPr id="3" name="Billede 10" descr="Et billede, der indeholder sort, mørke&#10;&#10;Automatisk genereret beskrivelse">
            <a:extLst>
              <a:ext uri="{FF2B5EF4-FFF2-40B4-BE49-F238E27FC236}">
                <a16:creationId xmlns:a16="http://schemas.microsoft.com/office/drawing/2014/main" id="{06322C49-B95F-04A8-524B-8BD871BECF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2620134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kstslide med bobler">
    <p:bg>
      <p:bgPr>
        <a:solidFill>
          <a:schemeClr val="bg1"/>
        </a:solidFill>
        <a:effectLst/>
      </p:bgPr>
    </p:bg>
    <p:spTree>
      <p:nvGrpSpPr>
        <p:cNvPr id="1" name=""/>
        <p:cNvGrpSpPr/>
        <p:nvPr/>
      </p:nvGrpSpPr>
      <p:grpSpPr>
        <a:xfrm>
          <a:off x="0" y="0"/>
          <a:ext cx="0" cy="0"/>
          <a:chOff x="0" y="0"/>
          <a:chExt cx="0" cy="0"/>
        </a:xfrm>
      </p:grpSpPr>
      <p:sp>
        <p:nvSpPr>
          <p:cNvPr id="5" name="Ellipse 4">
            <a:extLst>
              <a:ext uri="{FF2B5EF4-FFF2-40B4-BE49-F238E27FC236}">
                <a16:creationId xmlns:a16="http://schemas.microsoft.com/office/drawing/2014/main" id="{5F463F55-49D6-8CAE-8DD2-F7A1198E521A}"/>
              </a:ext>
            </a:extLst>
          </p:cNvPr>
          <p:cNvSpPr>
            <a:spLocks noGrp="1" noRot="1" noMove="1" noResize="1" noEditPoints="1" noAdjustHandles="1" noChangeArrowheads="1" noChangeShapeType="1"/>
          </p:cNvSpPr>
          <p:nvPr/>
        </p:nvSpPr>
        <p:spPr>
          <a:xfrm>
            <a:off x="7152122" y="3559791"/>
            <a:ext cx="5400000" cy="540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6" name="Ellipse 5">
            <a:extLst>
              <a:ext uri="{FF2B5EF4-FFF2-40B4-BE49-F238E27FC236}">
                <a16:creationId xmlns:a16="http://schemas.microsoft.com/office/drawing/2014/main" id="{0B946C45-58BE-DCD7-C886-6F5840F56A58}"/>
              </a:ext>
            </a:extLst>
          </p:cNvPr>
          <p:cNvSpPr/>
          <p:nvPr/>
        </p:nvSpPr>
        <p:spPr>
          <a:xfrm>
            <a:off x="6864085" y="2780928"/>
            <a:ext cx="2520000" cy="252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2" name="Titel 1">
            <a:extLst>
              <a:ext uri="{FF2B5EF4-FFF2-40B4-BE49-F238E27FC236}">
                <a16:creationId xmlns:a16="http://schemas.microsoft.com/office/drawing/2014/main" id="{EE2A88C9-3BCA-D421-EEE6-489BE2B79D71}"/>
              </a:ext>
            </a:extLst>
          </p:cNvPr>
          <p:cNvSpPr>
            <a:spLocks noGrp="1"/>
          </p:cNvSpPr>
          <p:nvPr>
            <p:ph type="title"/>
          </p:nvPr>
        </p:nvSpPr>
        <p:spPr>
          <a:xfrm>
            <a:off x="838200" y="668232"/>
            <a:ext cx="10515600" cy="920749"/>
          </a:xfrm>
          <a:prstGeom prst="rect">
            <a:avLst/>
          </a:prstGeom>
        </p:spPr>
        <p:txBody>
          <a:bodyPr anchor="ctr"/>
          <a:lstStyle>
            <a:lvl1pPr>
              <a:defRPr sz="3200">
                <a:solidFill>
                  <a:schemeClr val="accent6"/>
                </a:solidFill>
              </a:defRPr>
            </a:lvl1pPr>
          </a:lstStyle>
          <a:p>
            <a:pPr lvl="0"/>
            <a:r>
              <a:rPr lang="da-DK"/>
              <a:t>Klik for at redigere titeltypografien i masteren</a:t>
            </a:r>
            <a:endParaRPr lang="da-DK" dirty="0"/>
          </a:p>
        </p:txBody>
      </p:sp>
      <p:sp>
        <p:nvSpPr>
          <p:cNvPr id="4" name="Pladsholder til indhold 3">
            <a:extLst>
              <a:ext uri="{FF2B5EF4-FFF2-40B4-BE49-F238E27FC236}">
                <a16:creationId xmlns:a16="http://schemas.microsoft.com/office/drawing/2014/main" id="{E727D0E4-589A-2244-CD10-0515D759662B}"/>
              </a:ext>
            </a:extLst>
          </p:cNvPr>
          <p:cNvSpPr>
            <a:spLocks noGrp="1"/>
          </p:cNvSpPr>
          <p:nvPr>
            <p:ph sz="quarter" idx="10"/>
          </p:nvPr>
        </p:nvSpPr>
        <p:spPr>
          <a:xfrm>
            <a:off x="838200" y="1791478"/>
            <a:ext cx="10515600" cy="4398291"/>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3" name="Ellipse 2">
            <a:extLst>
              <a:ext uri="{FF2B5EF4-FFF2-40B4-BE49-F238E27FC236}">
                <a16:creationId xmlns:a16="http://schemas.microsoft.com/office/drawing/2014/main" id="{CA7105EB-7427-7071-AD31-64EFAB69908E}"/>
              </a:ext>
            </a:extLst>
          </p:cNvPr>
          <p:cNvSpPr/>
          <p:nvPr userDrawn="1"/>
        </p:nvSpPr>
        <p:spPr>
          <a:xfrm>
            <a:off x="7152122" y="3559791"/>
            <a:ext cx="5400000" cy="540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7" name="Ellipse 6">
            <a:extLst>
              <a:ext uri="{FF2B5EF4-FFF2-40B4-BE49-F238E27FC236}">
                <a16:creationId xmlns:a16="http://schemas.microsoft.com/office/drawing/2014/main" id="{8AF1C85A-20F7-C79F-0633-B74EE8556810}"/>
              </a:ext>
            </a:extLst>
          </p:cNvPr>
          <p:cNvSpPr/>
          <p:nvPr userDrawn="1"/>
        </p:nvSpPr>
        <p:spPr>
          <a:xfrm>
            <a:off x="6864085" y="2780928"/>
            <a:ext cx="2520000" cy="252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dirty="0"/>
          </a:p>
        </p:txBody>
      </p:sp>
      <p:pic>
        <p:nvPicPr>
          <p:cNvPr id="8" name="Billede 10" descr="Et billede, der indeholder sort, mørke&#10;&#10;Automatisk genereret beskrivelse">
            <a:extLst>
              <a:ext uri="{FF2B5EF4-FFF2-40B4-BE49-F238E27FC236}">
                <a16:creationId xmlns:a16="http://schemas.microsoft.com/office/drawing/2014/main" id="{D68DDE10-B68E-3872-E02C-F6BFCDF373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2805758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p 3 med billede">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3F68F84E-343A-0D24-928A-76EF485DA79C}"/>
              </a:ext>
            </a:extLst>
          </p:cNvPr>
          <p:cNvSpPr/>
          <p:nvPr userDrawn="1"/>
        </p:nvSpPr>
        <p:spPr>
          <a:xfrm>
            <a:off x="-30013" y="0"/>
            <a:ext cx="708855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7" name="Ellipse 96">
            <a:extLst>
              <a:ext uri="{FF2B5EF4-FFF2-40B4-BE49-F238E27FC236}">
                <a16:creationId xmlns:a16="http://schemas.microsoft.com/office/drawing/2014/main" id="{CBC73A91-F422-56B4-8BF2-C115360EC45A}"/>
              </a:ext>
            </a:extLst>
          </p:cNvPr>
          <p:cNvSpPr/>
          <p:nvPr/>
        </p:nvSpPr>
        <p:spPr>
          <a:xfrm>
            <a:off x="5336465" y="3879060"/>
            <a:ext cx="4046764" cy="4046764"/>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99" name="Ellipse 98">
            <a:extLst>
              <a:ext uri="{FF2B5EF4-FFF2-40B4-BE49-F238E27FC236}">
                <a16:creationId xmlns:a16="http://schemas.microsoft.com/office/drawing/2014/main" id="{D4686CAD-586C-0B47-28FE-939B5CA0458F}"/>
              </a:ext>
            </a:extLst>
          </p:cNvPr>
          <p:cNvSpPr/>
          <p:nvPr/>
        </p:nvSpPr>
        <p:spPr>
          <a:xfrm>
            <a:off x="-1825056" y="172855"/>
            <a:ext cx="4932000" cy="4932548"/>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00" name="Ellipse 99">
            <a:extLst>
              <a:ext uri="{FF2B5EF4-FFF2-40B4-BE49-F238E27FC236}">
                <a16:creationId xmlns:a16="http://schemas.microsoft.com/office/drawing/2014/main" id="{D40761E8-2A1B-AEF5-4D39-F2B754428112}"/>
              </a:ext>
            </a:extLst>
          </p:cNvPr>
          <p:cNvSpPr/>
          <p:nvPr/>
        </p:nvSpPr>
        <p:spPr>
          <a:xfrm>
            <a:off x="5080848" y="2964870"/>
            <a:ext cx="1888490" cy="188849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5" name="Grafik 4" descr="Badge 1 med massiv udfyldning">
            <a:extLst>
              <a:ext uri="{FF2B5EF4-FFF2-40B4-BE49-F238E27FC236}">
                <a16:creationId xmlns:a16="http://schemas.microsoft.com/office/drawing/2014/main" id="{8B18C807-D2A6-7364-F01B-35F44492C5E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04290" y="2639129"/>
            <a:ext cx="520839" cy="520839"/>
          </a:xfrm>
          <a:prstGeom prst="rect">
            <a:avLst/>
          </a:prstGeom>
        </p:spPr>
      </p:pic>
      <p:pic>
        <p:nvPicPr>
          <p:cNvPr id="10" name="Grafik 9" descr="Badge med massiv udfyldning">
            <a:extLst>
              <a:ext uri="{FF2B5EF4-FFF2-40B4-BE49-F238E27FC236}">
                <a16:creationId xmlns:a16="http://schemas.microsoft.com/office/drawing/2014/main" id="{034F8E1F-1FB0-41AB-FFDE-0A00A2A4A2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46418" y="3722704"/>
            <a:ext cx="478711" cy="478711"/>
          </a:xfrm>
          <a:prstGeom prst="rect">
            <a:avLst/>
          </a:prstGeom>
        </p:spPr>
      </p:pic>
      <p:pic>
        <p:nvPicPr>
          <p:cNvPr id="11" name="Grafik 10" descr="Badge 3 med massiv udfyldning">
            <a:extLst>
              <a:ext uri="{FF2B5EF4-FFF2-40B4-BE49-F238E27FC236}">
                <a16:creationId xmlns:a16="http://schemas.microsoft.com/office/drawing/2014/main" id="{B7D2B729-7602-78ED-2289-4FCD89D97A8B}"/>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25353" y="4824842"/>
            <a:ext cx="478711" cy="478711"/>
          </a:xfrm>
          <a:prstGeom prst="rect">
            <a:avLst/>
          </a:prstGeom>
        </p:spPr>
      </p:pic>
      <p:sp>
        <p:nvSpPr>
          <p:cNvPr id="16" name="Ellipse 15">
            <a:extLst>
              <a:ext uri="{FF2B5EF4-FFF2-40B4-BE49-F238E27FC236}">
                <a16:creationId xmlns:a16="http://schemas.microsoft.com/office/drawing/2014/main" id="{07F417A0-0653-37F9-7AA3-2FFBBD8A2C1C}"/>
              </a:ext>
            </a:extLst>
          </p:cNvPr>
          <p:cNvSpPr/>
          <p:nvPr userDrawn="1"/>
        </p:nvSpPr>
        <p:spPr>
          <a:xfrm>
            <a:off x="5336465" y="3877977"/>
            <a:ext cx="4046764" cy="4046764"/>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7" name="Ellipse 16">
            <a:extLst>
              <a:ext uri="{FF2B5EF4-FFF2-40B4-BE49-F238E27FC236}">
                <a16:creationId xmlns:a16="http://schemas.microsoft.com/office/drawing/2014/main" id="{82156752-11BD-B98A-96A8-D5C234E6F9C6}"/>
              </a:ext>
            </a:extLst>
          </p:cNvPr>
          <p:cNvSpPr/>
          <p:nvPr userDrawn="1"/>
        </p:nvSpPr>
        <p:spPr>
          <a:xfrm>
            <a:off x="-1825056" y="172855"/>
            <a:ext cx="4932000" cy="4932548"/>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9" name="Pladsholder til billede 18">
            <a:extLst>
              <a:ext uri="{FF2B5EF4-FFF2-40B4-BE49-F238E27FC236}">
                <a16:creationId xmlns:a16="http://schemas.microsoft.com/office/drawing/2014/main" id="{7A56709C-3B84-6215-49FD-79802496D31E}"/>
              </a:ext>
            </a:extLst>
          </p:cNvPr>
          <p:cNvSpPr>
            <a:spLocks noGrp="1"/>
          </p:cNvSpPr>
          <p:nvPr>
            <p:ph type="pic" sz="quarter" idx="10" hasCustomPrompt="1"/>
          </p:nvPr>
        </p:nvSpPr>
        <p:spPr>
          <a:xfrm>
            <a:off x="842864" y="802432"/>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ctr">
            <a:noAutofit/>
          </a:bodyPr>
          <a:lstStyle>
            <a:lvl1pPr marL="0" indent="0" algn="ctr">
              <a:buNone/>
              <a:defRPr sz="1200">
                <a:solidFill>
                  <a:schemeClr val="accent5"/>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18" name="Ellipse 17">
            <a:extLst>
              <a:ext uri="{FF2B5EF4-FFF2-40B4-BE49-F238E27FC236}">
                <a16:creationId xmlns:a16="http://schemas.microsoft.com/office/drawing/2014/main" id="{11DF24B4-34FF-5E2A-7CCA-FBFDB87F69C5}"/>
              </a:ext>
            </a:extLst>
          </p:cNvPr>
          <p:cNvSpPr/>
          <p:nvPr userDrawn="1"/>
        </p:nvSpPr>
        <p:spPr>
          <a:xfrm>
            <a:off x="5080848" y="2964870"/>
            <a:ext cx="1888490" cy="188849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20" name="Pladsholder til tekst 19">
            <a:extLst>
              <a:ext uri="{FF2B5EF4-FFF2-40B4-BE49-F238E27FC236}">
                <a16:creationId xmlns:a16="http://schemas.microsoft.com/office/drawing/2014/main" id="{8E8B5261-1EBE-29C9-1A7E-3A469D70D7A6}"/>
              </a:ext>
            </a:extLst>
          </p:cNvPr>
          <p:cNvSpPr>
            <a:spLocks noGrp="1"/>
          </p:cNvSpPr>
          <p:nvPr>
            <p:ph type="body" sz="quarter" idx="32"/>
          </p:nvPr>
        </p:nvSpPr>
        <p:spPr>
          <a:xfrm>
            <a:off x="8473422" y="2693786"/>
            <a:ext cx="2725737" cy="371475"/>
          </a:xfrm>
          <a:prstGeom prst="rect">
            <a:avLst/>
          </a:prstGeom>
        </p:spPr>
        <p:txBody>
          <a:bodyPr anchor="ctr"/>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sp>
        <p:nvSpPr>
          <p:cNvPr id="22" name="Pladsholder til tekst 19">
            <a:extLst>
              <a:ext uri="{FF2B5EF4-FFF2-40B4-BE49-F238E27FC236}">
                <a16:creationId xmlns:a16="http://schemas.microsoft.com/office/drawing/2014/main" id="{DCDAA490-B6B2-EEFD-C949-B9DCAA1D40D1}"/>
              </a:ext>
            </a:extLst>
          </p:cNvPr>
          <p:cNvSpPr>
            <a:spLocks noGrp="1"/>
          </p:cNvSpPr>
          <p:nvPr>
            <p:ph type="body" sz="quarter" idx="34"/>
          </p:nvPr>
        </p:nvSpPr>
        <p:spPr>
          <a:xfrm>
            <a:off x="8473422" y="3776321"/>
            <a:ext cx="2725737" cy="371475"/>
          </a:xfrm>
          <a:prstGeom prst="rect">
            <a:avLst/>
          </a:prstGeom>
        </p:spPr>
        <p:txBody>
          <a:bodyPr anchor="b"/>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sp>
        <p:nvSpPr>
          <p:cNvPr id="24" name="Pladsholder til tekst 19">
            <a:extLst>
              <a:ext uri="{FF2B5EF4-FFF2-40B4-BE49-F238E27FC236}">
                <a16:creationId xmlns:a16="http://schemas.microsoft.com/office/drawing/2014/main" id="{6B40C985-CC51-BCD9-4E13-500306D05EC3}"/>
              </a:ext>
            </a:extLst>
          </p:cNvPr>
          <p:cNvSpPr>
            <a:spLocks noGrp="1"/>
          </p:cNvSpPr>
          <p:nvPr>
            <p:ph type="body" sz="quarter" idx="36"/>
          </p:nvPr>
        </p:nvSpPr>
        <p:spPr>
          <a:xfrm>
            <a:off x="8473423" y="4824842"/>
            <a:ext cx="2725737" cy="371475"/>
          </a:xfrm>
          <a:prstGeom prst="rect">
            <a:avLst/>
          </a:prstGeom>
        </p:spPr>
        <p:txBody>
          <a:bodyPr anchor="b"/>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sp>
        <p:nvSpPr>
          <p:cNvPr id="2" name="Pladsholder til tekst 11">
            <a:extLst>
              <a:ext uri="{FF2B5EF4-FFF2-40B4-BE49-F238E27FC236}">
                <a16:creationId xmlns:a16="http://schemas.microsoft.com/office/drawing/2014/main" id="{657DA793-19BA-DE30-1DEE-8263D37E468D}"/>
              </a:ext>
            </a:extLst>
          </p:cNvPr>
          <p:cNvSpPr>
            <a:spLocks noGrp="1"/>
          </p:cNvSpPr>
          <p:nvPr>
            <p:ph type="body" sz="quarter" idx="11"/>
          </p:nvPr>
        </p:nvSpPr>
        <p:spPr>
          <a:xfrm>
            <a:off x="7359847" y="1258303"/>
            <a:ext cx="4446954" cy="769410"/>
          </a:xfrm>
          <a:prstGeom prst="rect">
            <a:avLst/>
          </a:prstGeom>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pic>
        <p:nvPicPr>
          <p:cNvPr id="4" name="Billede 10" descr="Et billede, der indeholder sort, mørke&#10;&#10;Automatisk genereret beskrivelse">
            <a:extLst>
              <a:ext uri="{FF2B5EF4-FFF2-40B4-BE49-F238E27FC236}">
                <a16:creationId xmlns:a16="http://schemas.microsoft.com/office/drawing/2014/main" id="{1CA0DC3F-623B-554F-BB96-24EA5435AD02}"/>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2772294988"/>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kst med billede højre">
    <p:bg>
      <p:bgPr>
        <a:solidFill>
          <a:schemeClr val="accent6">
            <a:alpha val="77000"/>
          </a:schemeClr>
        </a:solidFill>
        <a:effectLst/>
      </p:bgPr>
    </p:bg>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1A97AF12-67B3-F2F9-6E32-DA0AF88A36E0}"/>
              </a:ext>
            </a:extLst>
          </p:cNvPr>
          <p:cNvSpPr/>
          <p:nvPr userDrawn="1"/>
        </p:nvSpPr>
        <p:spPr>
          <a:xfrm>
            <a:off x="1150188" y="1026544"/>
            <a:ext cx="9891624" cy="48049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6096000" y="1026543"/>
            <a:ext cx="4945812" cy="4804913"/>
          </a:xfrm>
          <a:prstGeom prst="rect">
            <a:avLst/>
          </a:prstGeom>
        </p:spPr>
        <p:txBody>
          <a:bodyPr wrap="square" anchor="ctr">
            <a:noAutofit/>
          </a:bodyPr>
          <a:lstStyle>
            <a:lvl1pPr marL="0" indent="0" algn="ctr">
              <a:buNone/>
              <a:defRPr sz="16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12" name="Pladsholder til tekst 11">
            <a:extLst>
              <a:ext uri="{FF2B5EF4-FFF2-40B4-BE49-F238E27FC236}">
                <a16:creationId xmlns:a16="http://schemas.microsoft.com/office/drawing/2014/main" id="{E745A75A-C20F-A2B1-1E37-A7AEF37DC413}"/>
              </a:ext>
            </a:extLst>
          </p:cNvPr>
          <p:cNvSpPr>
            <a:spLocks noGrp="1"/>
          </p:cNvSpPr>
          <p:nvPr>
            <p:ph type="body" sz="quarter" idx="11"/>
          </p:nvPr>
        </p:nvSpPr>
        <p:spPr>
          <a:xfrm>
            <a:off x="1509623" y="1276686"/>
            <a:ext cx="4266487" cy="841357"/>
          </a:xfrm>
          <a:prstGeom prst="rect">
            <a:avLst/>
          </a:prstGeom>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sp>
        <p:nvSpPr>
          <p:cNvPr id="14" name="Pladsholder til tekst 13">
            <a:extLst>
              <a:ext uri="{FF2B5EF4-FFF2-40B4-BE49-F238E27FC236}">
                <a16:creationId xmlns:a16="http://schemas.microsoft.com/office/drawing/2014/main" id="{D5C8A285-7944-082F-EF17-266C02B40607}"/>
              </a:ext>
            </a:extLst>
          </p:cNvPr>
          <p:cNvSpPr>
            <a:spLocks noGrp="1"/>
          </p:cNvSpPr>
          <p:nvPr>
            <p:ph type="body" sz="quarter" idx="12"/>
          </p:nvPr>
        </p:nvSpPr>
        <p:spPr>
          <a:xfrm>
            <a:off x="1509623" y="2320506"/>
            <a:ext cx="4265702" cy="3260808"/>
          </a:xfrm>
          <a:prstGeom prst="rect">
            <a:avLst/>
          </a:prstGeom>
        </p:spPr>
        <p:txBody>
          <a:bodyPr/>
          <a:lstStyle>
            <a:lvl1pPr marL="0" indent="0">
              <a:buNone/>
              <a:defRPr lang="da-DK" sz="1800" kern="1200" smtClean="0">
                <a:solidFill>
                  <a:schemeClr val="accent6"/>
                </a:solidFill>
                <a:latin typeface="+mn-lt"/>
                <a:ea typeface="+mj-ea"/>
                <a:cs typeface="+mj-cs"/>
              </a:defRPr>
            </a:lvl1pPr>
          </a:lstStyle>
          <a:p>
            <a:pPr lvl="0"/>
            <a:r>
              <a:rPr lang="da-DK"/>
              <a:t>Klik for at redigere teksttypografierne i masteren</a:t>
            </a:r>
          </a:p>
        </p:txBody>
      </p:sp>
      <p:pic>
        <p:nvPicPr>
          <p:cNvPr id="4" name="Billede 12">
            <a:extLst>
              <a:ext uri="{FF2B5EF4-FFF2-40B4-BE49-F238E27FC236}">
                <a16:creationId xmlns:a16="http://schemas.microsoft.com/office/drawing/2014/main" id="{ADF37EF3-7D3F-BEED-9E3D-F9CFE7BE59B9}"/>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10118785" y="185293"/>
            <a:ext cx="1803600" cy="684000"/>
          </a:xfrm>
          <a:prstGeom prst="rect">
            <a:avLst/>
          </a:prstGeom>
        </p:spPr>
      </p:pic>
    </p:spTree>
    <p:extLst>
      <p:ext uri="{BB962C8B-B14F-4D97-AF65-F5344CB8AC3E}">
        <p14:creationId xmlns:p14="http://schemas.microsoft.com/office/powerpoint/2010/main" val="3733863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med billede venstre">
    <p:bg>
      <p:bgPr>
        <a:solidFill>
          <a:schemeClr val="bg1">
            <a:alpha val="77000"/>
          </a:schemeClr>
        </a:solidFill>
        <a:effectLst/>
      </p:bgPr>
    </p:bg>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0B50358C-25AA-1006-A7D7-C0EB1679BC4F}"/>
              </a:ext>
            </a:extLst>
          </p:cNvPr>
          <p:cNvSpPr/>
          <p:nvPr userDrawn="1"/>
        </p:nvSpPr>
        <p:spPr>
          <a:xfrm>
            <a:off x="0" y="0"/>
            <a:ext cx="3508310" cy="6858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809553" y="1117831"/>
            <a:ext cx="5125421" cy="4622338"/>
          </a:xfrm>
          <a:prstGeom prst="rect">
            <a:avLst/>
          </a:prstGeom>
        </p:spPr>
        <p:txBody>
          <a:bodyPr wrap="square" anchor="ctr">
            <a:noAutofit/>
          </a:bodyPr>
          <a:lstStyle>
            <a:lvl1pPr marL="0" indent="0" algn="ctr">
              <a:buNone/>
              <a:defRPr sz="16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3" name="Pladsholder til tekst 11">
            <a:extLst>
              <a:ext uri="{FF2B5EF4-FFF2-40B4-BE49-F238E27FC236}">
                <a16:creationId xmlns:a16="http://schemas.microsoft.com/office/drawing/2014/main" id="{59EDE253-6EC0-93C7-A55D-015A8F6A5654}"/>
              </a:ext>
            </a:extLst>
          </p:cNvPr>
          <p:cNvSpPr>
            <a:spLocks noGrp="1"/>
          </p:cNvSpPr>
          <p:nvPr>
            <p:ph type="body" sz="quarter" idx="11"/>
          </p:nvPr>
        </p:nvSpPr>
        <p:spPr>
          <a:xfrm>
            <a:off x="6452558" y="1117831"/>
            <a:ext cx="4929889" cy="841357"/>
          </a:xfrm>
          <a:prstGeom prst="rect">
            <a:avLst/>
          </a:prstGeom>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sp>
        <p:nvSpPr>
          <p:cNvPr id="7" name="Pladsholder til tekst 11">
            <a:extLst>
              <a:ext uri="{FF2B5EF4-FFF2-40B4-BE49-F238E27FC236}">
                <a16:creationId xmlns:a16="http://schemas.microsoft.com/office/drawing/2014/main" id="{B940A7E6-444D-0C88-B493-63C4B7DE8AEE}"/>
              </a:ext>
            </a:extLst>
          </p:cNvPr>
          <p:cNvSpPr>
            <a:spLocks noGrp="1"/>
          </p:cNvSpPr>
          <p:nvPr>
            <p:ph type="body" sz="quarter" idx="12"/>
          </p:nvPr>
        </p:nvSpPr>
        <p:spPr>
          <a:xfrm>
            <a:off x="6452558" y="2090057"/>
            <a:ext cx="4929889" cy="3650112"/>
          </a:xfrm>
          <a:prstGeom prst="rect">
            <a:avLst/>
          </a:prstGeom>
        </p:spPr>
        <p:txBody>
          <a:bodyPr anchor="t"/>
          <a:lstStyle>
            <a:lvl1pPr marL="0" indent="0" algn="l">
              <a:buNone/>
              <a:defRPr lang="da-DK" sz="1800" kern="1200" dirty="0">
                <a:solidFill>
                  <a:schemeClr val="accent6"/>
                </a:solidFill>
                <a:latin typeface="+mj-lt"/>
                <a:ea typeface="+mj-ea"/>
                <a:cs typeface="+mj-cs"/>
              </a:defRPr>
            </a:lvl1pPr>
          </a:lstStyle>
          <a:p>
            <a:pPr lvl="0"/>
            <a:r>
              <a:rPr lang="da-DK"/>
              <a:t>Klik for at redigere teksttypografierne i masteren</a:t>
            </a:r>
          </a:p>
        </p:txBody>
      </p:sp>
      <p:pic>
        <p:nvPicPr>
          <p:cNvPr id="2" name="Billede 10" descr="Et billede, der indeholder sort, mørke&#10;&#10;Automatisk genereret beskrivelse">
            <a:extLst>
              <a:ext uri="{FF2B5EF4-FFF2-40B4-BE49-F238E27FC236}">
                <a16:creationId xmlns:a16="http://schemas.microsoft.com/office/drawing/2014/main" id="{97EE718E-9FFA-7D6E-17C3-E19E415AD3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3596536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ire billeder">
    <p:spTree>
      <p:nvGrpSpPr>
        <p:cNvPr id="1" name=""/>
        <p:cNvGrpSpPr/>
        <p:nvPr/>
      </p:nvGrpSpPr>
      <p:grpSpPr>
        <a:xfrm>
          <a:off x="0" y="0"/>
          <a:ext cx="0" cy="0"/>
          <a:chOff x="0" y="0"/>
          <a:chExt cx="0" cy="0"/>
        </a:xfrm>
      </p:grpSpPr>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1" y="-1"/>
            <a:ext cx="6096001" cy="3429001"/>
          </a:xfrm>
          <a:prstGeom prst="rect">
            <a:avLst/>
          </a:prstGeom>
        </p:spPr>
        <p:txBody>
          <a:bodyPr wrap="square" anchor="ctr">
            <a:noAutofit/>
          </a:bodyPr>
          <a:lstStyle>
            <a:lvl1pPr marL="0" indent="0" algn="ctr">
              <a:buNone/>
              <a:defRPr sz="12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9" name="Pladsholder til billede 18">
            <a:extLst>
              <a:ext uri="{FF2B5EF4-FFF2-40B4-BE49-F238E27FC236}">
                <a16:creationId xmlns:a16="http://schemas.microsoft.com/office/drawing/2014/main" id="{FC2A6DCB-B944-BADD-4C2B-2AEE97014483}"/>
              </a:ext>
            </a:extLst>
          </p:cNvPr>
          <p:cNvSpPr>
            <a:spLocks noGrp="1"/>
          </p:cNvSpPr>
          <p:nvPr>
            <p:ph type="pic" sz="quarter" idx="13"/>
          </p:nvPr>
        </p:nvSpPr>
        <p:spPr>
          <a:xfrm>
            <a:off x="6086669" y="3432220"/>
            <a:ext cx="6183086" cy="3451270"/>
          </a:xfrm>
          <a:prstGeom prst="rect">
            <a:avLst/>
          </a:prstGeom>
        </p:spPr>
        <p:txBody>
          <a:bodyPr wrap="square" anchor="ctr">
            <a:noAutofit/>
          </a:bodyPr>
          <a:lstStyle>
            <a:lvl1pPr marL="0" indent="0" algn="ctr">
              <a:buNone/>
              <a:defRPr sz="1200">
                <a:solidFill>
                  <a:schemeClr val="accent4"/>
                </a:solidFill>
              </a:defRPr>
            </a:lvl1pPr>
          </a:lstStyle>
          <a:p>
            <a:r>
              <a:rPr lang="da-DK"/>
              <a:t>Klik på ikonet for at tilføje et billede</a:t>
            </a:r>
            <a:endParaRPr lang="da-DK" dirty="0"/>
          </a:p>
        </p:txBody>
      </p:sp>
      <p:sp>
        <p:nvSpPr>
          <p:cNvPr id="7" name="Pladsholder til billede 18">
            <a:extLst>
              <a:ext uri="{FF2B5EF4-FFF2-40B4-BE49-F238E27FC236}">
                <a16:creationId xmlns:a16="http://schemas.microsoft.com/office/drawing/2014/main" id="{78ABFC04-A675-ADAA-ADFB-D700685BDAB2}"/>
              </a:ext>
            </a:extLst>
          </p:cNvPr>
          <p:cNvSpPr>
            <a:spLocks noGrp="1"/>
          </p:cNvSpPr>
          <p:nvPr>
            <p:ph type="pic" sz="quarter" idx="11" hasCustomPrompt="1"/>
          </p:nvPr>
        </p:nvSpPr>
        <p:spPr>
          <a:xfrm>
            <a:off x="6096000" y="-2"/>
            <a:ext cx="6096001" cy="3429001"/>
          </a:xfrm>
          <a:prstGeom prst="rect">
            <a:avLst/>
          </a:prstGeom>
        </p:spPr>
        <p:txBody>
          <a:bodyPr wrap="square" anchor="ctr">
            <a:noAutofit/>
          </a:bodyPr>
          <a:lstStyle>
            <a:lvl1pPr marL="0" indent="0" algn="ctr">
              <a:buNone/>
              <a:defRPr sz="12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8" name="Pladsholder til billede 18">
            <a:extLst>
              <a:ext uri="{FF2B5EF4-FFF2-40B4-BE49-F238E27FC236}">
                <a16:creationId xmlns:a16="http://schemas.microsoft.com/office/drawing/2014/main" id="{01B1B245-1870-6F63-E15B-5A42484D1456}"/>
              </a:ext>
            </a:extLst>
          </p:cNvPr>
          <p:cNvSpPr>
            <a:spLocks noGrp="1"/>
          </p:cNvSpPr>
          <p:nvPr>
            <p:ph type="pic" sz="quarter" idx="12"/>
          </p:nvPr>
        </p:nvSpPr>
        <p:spPr>
          <a:xfrm>
            <a:off x="-9525" y="3441746"/>
            <a:ext cx="6096001" cy="3429001"/>
          </a:xfrm>
          <a:prstGeom prst="rect">
            <a:avLst/>
          </a:prstGeom>
        </p:spPr>
        <p:txBody>
          <a:bodyPr wrap="square" anchor="ctr">
            <a:noAutofit/>
          </a:bodyPr>
          <a:lstStyle>
            <a:lvl1pPr marL="0" indent="0" algn="ctr">
              <a:buNone/>
              <a:defRPr sz="1200">
                <a:solidFill>
                  <a:schemeClr val="accent4"/>
                </a:solidFill>
              </a:defRPr>
            </a:lvl1pPr>
          </a:lstStyle>
          <a:p>
            <a:r>
              <a:rPr lang="da-DK"/>
              <a:t>Klik på ikonet for at tilføje et billede</a:t>
            </a:r>
            <a:endParaRPr lang="da-DK" dirty="0"/>
          </a:p>
        </p:txBody>
      </p:sp>
      <p:sp>
        <p:nvSpPr>
          <p:cNvPr id="3" name="Pladsholder til tekst 11">
            <a:extLst>
              <a:ext uri="{FF2B5EF4-FFF2-40B4-BE49-F238E27FC236}">
                <a16:creationId xmlns:a16="http://schemas.microsoft.com/office/drawing/2014/main" id="{28000BE1-CFA9-0B2C-3A46-EFDA07107F07}"/>
              </a:ext>
            </a:extLst>
          </p:cNvPr>
          <p:cNvSpPr>
            <a:spLocks noGrp="1"/>
          </p:cNvSpPr>
          <p:nvPr>
            <p:ph type="body" sz="quarter" idx="14"/>
          </p:nvPr>
        </p:nvSpPr>
        <p:spPr>
          <a:xfrm>
            <a:off x="3475081" y="2918690"/>
            <a:ext cx="5241838" cy="1046109"/>
          </a:xfrm>
          <a:prstGeom prst="rect">
            <a:avLst/>
          </a:prstGeom>
          <a:solidFill>
            <a:schemeClr val="accent3"/>
          </a:solidFill>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spTree>
    <p:extLst>
      <p:ext uri="{BB962C8B-B14F-4D97-AF65-F5344CB8AC3E}">
        <p14:creationId xmlns:p14="http://schemas.microsoft.com/office/powerpoint/2010/main" val="299878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 billeder">
    <p:spTree>
      <p:nvGrpSpPr>
        <p:cNvPr id="1" name=""/>
        <p:cNvGrpSpPr/>
        <p:nvPr/>
      </p:nvGrpSpPr>
      <p:grpSpPr>
        <a:xfrm>
          <a:off x="0" y="0"/>
          <a:ext cx="0" cy="0"/>
          <a:chOff x="0" y="0"/>
          <a:chExt cx="0" cy="0"/>
        </a:xfrm>
      </p:grpSpPr>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1" y="-1"/>
            <a:ext cx="6096001" cy="6858001"/>
          </a:xfrm>
          <a:prstGeom prst="rect">
            <a:avLst/>
          </a:prstGeom>
        </p:spPr>
        <p:txBody>
          <a:bodyPr wrap="square" anchor="ctr">
            <a:noAutofit/>
          </a:bodyPr>
          <a:lstStyle>
            <a:lvl1pPr marL="0" indent="0" algn="ctr">
              <a:buNone/>
              <a:defRPr sz="16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a:p>
            <a:endParaRPr lang="da-DK" dirty="0"/>
          </a:p>
        </p:txBody>
      </p:sp>
      <p:sp>
        <p:nvSpPr>
          <p:cNvPr id="7" name="Pladsholder til billede 18">
            <a:extLst>
              <a:ext uri="{FF2B5EF4-FFF2-40B4-BE49-F238E27FC236}">
                <a16:creationId xmlns:a16="http://schemas.microsoft.com/office/drawing/2014/main" id="{78ABFC04-A675-ADAA-ADFB-D700685BDAB2}"/>
              </a:ext>
            </a:extLst>
          </p:cNvPr>
          <p:cNvSpPr>
            <a:spLocks noGrp="1"/>
          </p:cNvSpPr>
          <p:nvPr>
            <p:ph type="pic" sz="quarter" idx="11"/>
          </p:nvPr>
        </p:nvSpPr>
        <p:spPr>
          <a:xfrm>
            <a:off x="6096000" y="-2"/>
            <a:ext cx="6096001" cy="6858001"/>
          </a:xfrm>
          <a:prstGeom prst="rect">
            <a:avLst/>
          </a:prstGeom>
        </p:spPr>
        <p:txBody>
          <a:bodyPr wrap="square" anchor="ctr">
            <a:noAutofit/>
          </a:bodyPr>
          <a:lstStyle>
            <a:lvl1pPr marL="0" indent="0" algn="ctr">
              <a:buNone/>
              <a:defRPr sz="1600">
                <a:solidFill>
                  <a:schemeClr val="accent4"/>
                </a:solidFill>
              </a:defRPr>
            </a:lvl1pPr>
          </a:lstStyle>
          <a:p>
            <a:r>
              <a:rPr lang="da-DK"/>
              <a:t>Klik på ikonet for at tilføje et billede</a:t>
            </a:r>
            <a:endParaRPr lang="da-DK" dirty="0"/>
          </a:p>
        </p:txBody>
      </p:sp>
      <p:sp>
        <p:nvSpPr>
          <p:cNvPr id="3" name="Pladsholder til tekst 11">
            <a:extLst>
              <a:ext uri="{FF2B5EF4-FFF2-40B4-BE49-F238E27FC236}">
                <a16:creationId xmlns:a16="http://schemas.microsoft.com/office/drawing/2014/main" id="{F6ACCFA8-6CE0-E37B-E68E-C1BA6D4C797D}"/>
              </a:ext>
            </a:extLst>
          </p:cNvPr>
          <p:cNvSpPr>
            <a:spLocks noGrp="1"/>
          </p:cNvSpPr>
          <p:nvPr>
            <p:ph type="body" sz="quarter" idx="14"/>
          </p:nvPr>
        </p:nvSpPr>
        <p:spPr>
          <a:xfrm>
            <a:off x="3475081" y="2918690"/>
            <a:ext cx="5241838" cy="1046109"/>
          </a:xfrm>
          <a:prstGeom prst="rect">
            <a:avLst/>
          </a:prstGeom>
          <a:solidFill>
            <a:schemeClr val="accent3"/>
          </a:solidFill>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spTree>
    <p:extLst>
      <p:ext uri="{BB962C8B-B14F-4D97-AF65-F5344CB8AC3E}">
        <p14:creationId xmlns:p14="http://schemas.microsoft.com/office/powerpoint/2010/main" val="2548791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t stort billede">
    <p:spTree>
      <p:nvGrpSpPr>
        <p:cNvPr id="1" name=""/>
        <p:cNvGrpSpPr/>
        <p:nvPr/>
      </p:nvGrpSpPr>
      <p:grpSpPr>
        <a:xfrm>
          <a:off x="0" y="0"/>
          <a:ext cx="0" cy="0"/>
          <a:chOff x="0" y="0"/>
          <a:chExt cx="0" cy="0"/>
        </a:xfrm>
      </p:grpSpPr>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1" y="-1"/>
            <a:ext cx="12192001" cy="6858001"/>
          </a:xfrm>
          <a:prstGeom prst="rect">
            <a:avLst/>
          </a:prstGeom>
        </p:spPr>
        <p:txBody>
          <a:bodyPr wrap="square" anchor="ctr">
            <a:noAutofit/>
          </a:bodyPr>
          <a:lstStyle>
            <a:lvl1pPr marL="0" indent="0" algn="ctr">
              <a:buNone/>
              <a:defRPr sz="2000">
                <a:solidFill>
                  <a:schemeClr val="accent4"/>
                </a:solidFill>
              </a:defRPr>
            </a:lvl1pPr>
          </a:lstStyle>
          <a:p>
            <a:r>
              <a:rPr lang="da-DK" dirty="0"/>
              <a:t>Indsæt billede ved at trykke på ikonet</a:t>
            </a:r>
          </a:p>
          <a:p>
            <a:endParaRPr lang="da-DK" dirty="0"/>
          </a:p>
          <a:p>
            <a:endParaRPr lang="da-DK" dirty="0"/>
          </a:p>
        </p:txBody>
      </p:sp>
      <p:sp>
        <p:nvSpPr>
          <p:cNvPr id="7" name="Pladsholder til tekst 11">
            <a:extLst>
              <a:ext uri="{FF2B5EF4-FFF2-40B4-BE49-F238E27FC236}">
                <a16:creationId xmlns:a16="http://schemas.microsoft.com/office/drawing/2014/main" id="{7CA7DEF1-BA6C-75EA-6002-D05B8D7A6F12}"/>
              </a:ext>
            </a:extLst>
          </p:cNvPr>
          <p:cNvSpPr>
            <a:spLocks noGrp="1"/>
          </p:cNvSpPr>
          <p:nvPr>
            <p:ph type="body" sz="quarter" idx="12"/>
          </p:nvPr>
        </p:nvSpPr>
        <p:spPr>
          <a:xfrm>
            <a:off x="7340882" y="5561045"/>
            <a:ext cx="4501978" cy="883297"/>
          </a:xfrm>
          <a:prstGeom prst="rect">
            <a:avLst/>
          </a:prstGeom>
          <a:solidFill>
            <a:schemeClr val="accent3"/>
          </a:solidFill>
        </p:spPr>
        <p:txBody>
          <a:bodyPr anchor="ctr"/>
          <a:lstStyle>
            <a:lvl1pPr marL="0" indent="0" algn="l">
              <a:buNone/>
              <a:defRPr lang="da-DK" sz="1800" kern="1200" dirty="0">
                <a:solidFill>
                  <a:schemeClr val="accent6"/>
                </a:solidFill>
                <a:latin typeface="+mj-lt"/>
                <a:ea typeface="+mj-ea"/>
                <a:cs typeface="+mj-cs"/>
              </a:defRPr>
            </a:lvl1pPr>
          </a:lstStyle>
          <a:p>
            <a:pPr lvl="0"/>
            <a:r>
              <a:rPr lang="da-DK"/>
              <a:t>Klik for at redigere teksttypografierne i masteren</a:t>
            </a:r>
          </a:p>
        </p:txBody>
      </p:sp>
    </p:spTree>
    <p:extLst>
      <p:ext uri="{BB962C8B-B14F-4D97-AF65-F5344CB8AC3E}">
        <p14:creationId xmlns:p14="http://schemas.microsoft.com/office/powerpoint/2010/main" val="457560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alvsidet billede med tekst">
    <p:spTree>
      <p:nvGrpSpPr>
        <p:cNvPr id="1" name=""/>
        <p:cNvGrpSpPr/>
        <p:nvPr/>
      </p:nvGrpSpPr>
      <p:grpSpPr>
        <a:xfrm>
          <a:off x="0" y="0"/>
          <a:ext cx="0" cy="0"/>
          <a:chOff x="0" y="0"/>
          <a:chExt cx="0" cy="0"/>
        </a:xfrm>
      </p:grpSpPr>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1" y="-1"/>
            <a:ext cx="6096001" cy="6858001"/>
          </a:xfrm>
          <a:prstGeom prst="rect">
            <a:avLst/>
          </a:prstGeom>
        </p:spPr>
        <p:txBody>
          <a:bodyPr wrap="square" anchor="ctr">
            <a:noAutofit/>
          </a:bodyPr>
          <a:lstStyle>
            <a:lvl1pPr marL="0" indent="0" algn="ctr">
              <a:buNone/>
              <a:defRPr sz="16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a:p>
            <a:endParaRPr lang="da-DK" dirty="0"/>
          </a:p>
        </p:txBody>
      </p:sp>
      <p:sp>
        <p:nvSpPr>
          <p:cNvPr id="4" name="Tekstfelt 3">
            <a:extLst>
              <a:ext uri="{FF2B5EF4-FFF2-40B4-BE49-F238E27FC236}">
                <a16:creationId xmlns:a16="http://schemas.microsoft.com/office/drawing/2014/main" id="{D2C1BF60-06FB-3B24-3D1A-CA1C190B4B3C}"/>
              </a:ext>
            </a:extLst>
          </p:cNvPr>
          <p:cNvSpPr txBox="1"/>
          <p:nvPr userDrawn="1"/>
        </p:nvSpPr>
        <p:spPr>
          <a:xfrm>
            <a:off x="7063273" y="793102"/>
            <a:ext cx="184731" cy="369332"/>
          </a:xfrm>
          <a:prstGeom prst="rect">
            <a:avLst/>
          </a:prstGeom>
          <a:noFill/>
        </p:spPr>
        <p:txBody>
          <a:bodyPr wrap="none" rtlCol="0">
            <a:spAutoFit/>
          </a:bodyPr>
          <a:lstStyle/>
          <a:p>
            <a:endParaRPr lang="da-DK" dirty="0"/>
          </a:p>
        </p:txBody>
      </p:sp>
      <p:sp>
        <p:nvSpPr>
          <p:cNvPr id="2" name="Pladsholder til tekst 11">
            <a:extLst>
              <a:ext uri="{FF2B5EF4-FFF2-40B4-BE49-F238E27FC236}">
                <a16:creationId xmlns:a16="http://schemas.microsoft.com/office/drawing/2014/main" id="{5D8DD052-F369-4F26-95C3-50DB8686190B}"/>
              </a:ext>
            </a:extLst>
          </p:cNvPr>
          <p:cNvSpPr>
            <a:spLocks noGrp="1"/>
          </p:cNvSpPr>
          <p:nvPr>
            <p:ph type="body" sz="quarter" idx="11"/>
          </p:nvPr>
        </p:nvSpPr>
        <p:spPr>
          <a:xfrm>
            <a:off x="6591015" y="919789"/>
            <a:ext cx="5042785" cy="841357"/>
          </a:xfrm>
          <a:prstGeom prst="rect">
            <a:avLst/>
          </a:prstGeom>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sp>
        <p:nvSpPr>
          <p:cNvPr id="3" name="Pladsholder til tekst 11">
            <a:extLst>
              <a:ext uri="{FF2B5EF4-FFF2-40B4-BE49-F238E27FC236}">
                <a16:creationId xmlns:a16="http://schemas.microsoft.com/office/drawing/2014/main" id="{2516B1A4-9943-D09D-4408-5F3C1AAB9C49}"/>
              </a:ext>
            </a:extLst>
          </p:cNvPr>
          <p:cNvSpPr>
            <a:spLocks noGrp="1"/>
          </p:cNvSpPr>
          <p:nvPr>
            <p:ph type="body" sz="quarter" idx="12"/>
          </p:nvPr>
        </p:nvSpPr>
        <p:spPr>
          <a:xfrm>
            <a:off x="6591015" y="2038525"/>
            <a:ext cx="5042786" cy="4157001"/>
          </a:xfrm>
          <a:prstGeom prst="rect">
            <a:avLst/>
          </a:prstGeom>
        </p:spPr>
        <p:txBody>
          <a:bodyPr anchor="t"/>
          <a:lstStyle>
            <a:lvl1pPr marL="0" indent="0" algn="l">
              <a:buNone/>
              <a:defRPr lang="da-DK" sz="1800" kern="1200" dirty="0">
                <a:solidFill>
                  <a:schemeClr val="accent6"/>
                </a:solidFill>
                <a:latin typeface="+mj-lt"/>
                <a:ea typeface="+mj-ea"/>
                <a:cs typeface="+mj-cs"/>
              </a:defRPr>
            </a:lvl1pPr>
          </a:lstStyle>
          <a:p>
            <a:pPr lvl="0"/>
            <a:r>
              <a:rPr lang="da-DK"/>
              <a:t>Klik for at redigere teksttypografierne i masteren</a:t>
            </a:r>
          </a:p>
        </p:txBody>
      </p:sp>
      <p:pic>
        <p:nvPicPr>
          <p:cNvPr id="6" name="Billede 10" descr="Et billede, der indeholder sort, mørke&#10;&#10;Automatisk genereret beskrivelse">
            <a:extLst>
              <a:ext uri="{FF2B5EF4-FFF2-40B4-BE49-F238E27FC236}">
                <a16:creationId xmlns:a16="http://schemas.microsoft.com/office/drawing/2014/main" id="{07F60D2C-D6EF-28B6-82FF-F1E6C46258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841001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undt billede med top 3">
    <p:spTree>
      <p:nvGrpSpPr>
        <p:cNvPr id="1" name=""/>
        <p:cNvGrpSpPr/>
        <p:nvPr/>
      </p:nvGrpSpPr>
      <p:grpSpPr>
        <a:xfrm>
          <a:off x="0" y="0"/>
          <a:ext cx="0" cy="0"/>
          <a:chOff x="0" y="0"/>
          <a:chExt cx="0" cy="0"/>
        </a:xfrm>
      </p:grpSpPr>
      <p:cxnSp>
        <p:nvCxnSpPr>
          <p:cNvPr id="7" name="Lige forbindelse 6">
            <a:extLst>
              <a:ext uri="{FF2B5EF4-FFF2-40B4-BE49-F238E27FC236}">
                <a16:creationId xmlns:a16="http://schemas.microsoft.com/office/drawing/2014/main" id="{3CC9FCDF-2FC8-45F8-FF96-6A4025D574F0}"/>
              </a:ext>
            </a:extLst>
          </p:cNvPr>
          <p:cNvCxnSpPr>
            <a:cxnSpLocks/>
          </p:cNvCxnSpPr>
          <p:nvPr/>
        </p:nvCxnSpPr>
        <p:spPr>
          <a:xfrm>
            <a:off x="905608" y="6309320"/>
            <a:ext cx="3750233"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00" name="Ellipse 99">
            <a:extLst>
              <a:ext uri="{FF2B5EF4-FFF2-40B4-BE49-F238E27FC236}">
                <a16:creationId xmlns:a16="http://schemas.microsoft.com/office/drawing/2014/main" id="{D40761E8-2A1B-AEF5-4D39-F2B754428112}"/>
              </a:ext>
            </a:extLst>
          </p:cNvPr>
          <p:cNvSpPr/>
          <p:nvPr/>
        </p:nvSpPr>
        <p:spPr>
          <a:xfrm>
            <a:off x="5080848" y="2964870"/>
            <a:ext cx="1888490" cy="188849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9" name="Pladsholder til billede 18">
            <a:extLst>
              <a:ext uri="{FF2B5EF4-FFF2-40B4-BE49-F238E27FC236}">
                <a16:creationId xmlns:a16="http://schemas.microsoft.com/office/drawing/2014/main" id="{7A56709C-3B84-6215-49FD-79802496D31E}"/>
              </a:ext>
            </a:extLst>
          </p:cNvPr>
          <p:cNvSpPr>
            <a:spLocks noGrp="1"/>
          </p:cNvSpPr>
          <p:nvPr>
            <p:ph type="pic" sz="quarter" idx="10"/>
          </p:nvPr>
        </p:nvSpPr>
        <p:spPr>
          <a:xfrm>
            <a:off x="1018784" y="832632"/>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t">
            <a:noAutofit/>
          </a:bodyPr>
          <a:lstStyle>
            <a:lvl1pPr marL="0" indent="0" algn="ctr">
              <a:buNone/>
              <a:defRPr sz="1800">
                <a:solidFill>
                  <a:schemeClr val="accent4"/>
                </a:solidFill>
              </a:defRPr>
            </a:lvl1pPr>
          </a:lstStyle>
          <a:p>
            <a:r>
              <a:rPr lang="da-DK"/>
              <a:t>Klik på ikonet for at tilføje et billede</a:t>
            </a:r>
            <a:endParaRPr lang="da-DK" dirty="0"/>
          </a:p>
        </p:txBody>
      </p:sp>
      <p:sp>
        <p:nvSpPr>
          <p:cNvPr id="18" name="Ellipse 17">
            <a:extLst>
              <a:ext uri="{FF2B5EF4-FFF2-40B4-BE49-F238E27FC236}">
                <a16:creationId xmlns:a16="http://schemas.microsoft.com/office/drawing/2014/main" id="{11DF24B4-34FF-5E2A-7CCA-FBFDB87F69C5}"/>
              </a:ext>
            </a:extLst>
          </p:cNvPr>
          <p:cNvSpPr/>
          <p:nvPr userDrawn="1"/>
        </p:nvSpPr>
        <p:spPr>
          <a:xfrm>
            <a:off x="5080848" y="2964870"/>
            <a:ext cx="1888490" cy="188849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21" name="Grafik 20" descr="Badge 1 med massiv udfyldning">
            <a:extLst>
              <a:ext uri="{FF2B5EF4-FFF2-40B4-BE49-F238E27FC236}">
                <a16:creationId xmlns:a16="http://schemas.microsoft.com/office/drawing/2014/main" id="{414CB1FD-2F7F-568D-87A3-AA5F2E43A50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76037" y="1724082"/>
            <a:ext cx="718913" cy="718913"/>
          </a:xfrm>
          <a:prstGeom prst="rect">
            <a:avLst/>
          </a:prstGeom>
        </p:spPr>
      </p:pic>
      <p:pic>
        <p:nvPicPr>
          <p:cNvPr id="22" name="Grafik 21" descr="Badge med massiv udfyldning">
            <a:extLst>
              <a:ext uri="{FF2B5EF4-FFF2-40B4-BE49-F238E27FC236}">
                <a16:creationId xmlns:a16="http://schemas.microsoft.com/office/drawing/2014/main" id="{256D1EF6-5D08-9A88-3344-6BFE564851C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76037" y="3099743"/>
            <a:ext cx="718913" cy="718913"/>
          </a:xfrm>
          <a:prstGeom prst="rect">
            <a:avLst/>
          </a:prstGeom>
        </p:spPr>
      </p:pic>
      <p:pic>
        <p:nvPicPr>
          <p:cNvPr id="23" name="Grafik 22" descr="Badge 3 med massiv udfyldning">
            <a:extLst>
              <a:ext uri="{FF2B5EF4-FFF2-40B4-BE49-F238E27FC236}">
                <a16:creationId xmlns:a16="http://schemas.microsoft.com/office/drawing/2014/main" id="{17E4907E-C0D4-6E55-FB1C-714ED9C17C72}"/>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76037" y="4508922"/>
            <a:ext cx="718913" cy="718913"/>
          </a:xfrm>
          <a:prstGeom prst="rect">
            <a:avLst/>
          </a:prstGeom>
        </p:spPr>
      </p:pic>
      <p:sp>
        <p:nvSpPr>
          <p:cNvPr id="28" name="Pladsholder til tekst 19">
            <a:extLst>
              <a:ext uri="{FF2B5EF4-FFF2-40B4-BE49-F238E27FC236}">
                <a16:creationId xmlns:a16="http://schemas.microsoft.com/office/drawing/2014/main" id="{D9D10D8D-2441-FA2C-C1B8-1D95FC55F6DC}"/>
              </a:ext>
            </a:extLst>
          </p:cNvPr>
          <p:cNvSpPr>
            <a:spLocks noGrp="1"/>
          </p:cNvSpPr>
          <p:nvPr>
            <p:ph type="body" sz="quarter" idx="32"/>
          </p:nvPr>
        </p:nvSpPr>
        <p:spPr>
          <a:xfrm>
            <a:off x="8078822" y="1881737"/>
            <a:ext cx="3008424" cy="371475"/>
          </a:xfrm>
          <a:prstGeom prst="rect">
            <a:avLst/>
          </a:prstGeom>
        </p:spPr>
        <p:txBody>
          <a:bodyPr anchor="ctr"/>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sp>
        <p:nvSpPr>
          <p:cNvPr id="30" name="Pladsholder til tekst 19">
            <a:extLst>
              <a:ext uri="{FF2B5EF4-FFF2-40B4-BE49-F238E27FC236}">
                <a16:creationId xmlns:a16="http://schemas.microsoft.com/office/drawing/2014/main" id="{E42AE478-112D-AB0E-133D-472906C1B76E}"/>
              </a:ext>
            </a:extLst>
          </p:cNvPr>
          <p:cNvSpPr>
            <a:spLocks noGrp="1"/>
          </p:cNvSpPr>
          <p:nvPr>
            <p:ph type="body" sz="quarter" idx="34"/>
          </p:nvPr>
        </p:nvSpPr>
        <p:spPr>
          <a:xfrm>
            <a:off x="8078822" y="3273463"/>
            <a:ext cx="3008424" cy="371475"/>
          </a:xfrm>
          <a:prstGeom prst="rect">
            <a:avLst/>
          </a:prstGeom>
        </p:spPr>
        <p:txBody>
          <a:bodyPr anchor="ctr"/>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sp>
        <p:nvSpPr>
          <p:cNvPr id="32" name="Pladsholder til tekst 19">
            <a:extLst>
              <a:ext uri="{FF2B5EF4-FFF2-40B4-BE49-F238E27FC236}">
                <a16:creationId xmlns:a16="http://schemas.microsoft.com/office/drawing/2014/main" id="{46B1035F-A721-8566-C570-5BF6CD54FD7A}"/>
              </a:ext>
            </a:extLst>
          </p:cNvPr>
          <p:cNvSpPr>
            <a:spLocks noGrp="1"/>
          </p:cNvSpPr>
          <p:nvPr>
            <p:ph type="body" sz="quarter" idx="36"/>
          </p:nvPr>
        </p:nvSpPr>
        <p:spPr>
          <a:xfrm>
            <a:off x="8078822" y="4682642"/>
            <a:ext cx="3008424" cy="371475"/>
          </a:xfrm>
          <a:prstGeom prst="rect">
            <a:avLst/>
          </a:prstGeom>
        </p:spPr>
        <p:txBody>
          <a:bodyPr anchor="ctr"/>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pic>
        <p:nvPicPr>
          <p:cNvPr id="2" name="Billede 10" descr="Et billede, der indeholder sort, mørke&#10;&#10;Automatisk genereret beskrivelse">
            <a:extLst>
              <a:ext uri="{FF2B5EF4-FFF2-40B4-BE49-F238E27FC236}">
                <a16:creationId xmlns:a16="http://schemas.microsoft.com/office/drawing/2014/main" id="{94E97CA4-2FEB-E952-701A-94AC3A176EF1}"/>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2545348306"/>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el og to objekter">
    <p:bg>
      <p:bgPr>
        <a:solidFill>
          <a:schemeClr val="bg1"/>
        </a:solidFill>
        <a:effectLst/>
      </p:bgPr>
    </p:bg>
    <p:spTree>
      <p:nvGrpSpPr>
        <p:cNvPr id="1" name=""/>
        <p:cNvGrpSpPr/>
        <p:nvPr/>
      </p:nvGrpSpPr>
      <p:grpSpPr>
        <a:xfrm>
          <a:off x="0" y="0"/>
          <a:ext cx="0" cy="0"/>
          <a:chOff x="0" y="0"/>
          <a:chExt cx="0" cy="0"/>
        </a:xfrm>
      </p:grpSpPr>
      <p:sp>
        <p:nvSpPr>
          <p:cNvPr id="5" name="Ellipse 4">
            <a:extLst>
              <a:ext uri="{FF2B5EF4-FFF2-40B4-BE49-F238E27FC236}">
                <a16:creationId xmlns:a16="http://schemas.microsoft.com/office/drawing/2014/main" id="{5F463F55-49D6-8CAE-8DD2-F7A1198E521A}"/>
              </a:ext>
            </a:extLst>
          </p:cNvPr>
          <p:cNvSpPr>
            <a:spLocks noGrp="1" noRot="1" noMove="1" noResize="1" noEditPoints="1" noAdjustHandles="1" noChangeArrowheads="1" noChangeShapeType="1"/>
          </p:cNvSpPr>
          <p:nvPr/>
        </p:nvSpPr>
        <p:spPr>
          <a:xfrm rot="3484227">
            <a:off x="-702565" y="2962277"/>
            <a:ext cx="5400000" cy="540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6" name="Ellipse 5">
            <a:extLst>
              <a:ext uri="{FF2B5EF4-FFF2-40B4-BE49-F238E27FC236}">
                <a16:creationId xmlns:a16="http://schemas.microsoft.com/office/drawing/2014/main" id="{0B946C45-58BE-DCD7-C886-6F5840F56A58}"/>
              </a:ext>
            </a:extLst>
          </p:cNvPr>
          <p:cNvSpPr>
            <a:spLocks noGrp="1" noRot="1" noMove="1" noResize="1" noEditPoints="1" noAdjustHandles="1" noChangeArrowheads="1" noChangeShapeType="1"/>
          </p:cNvSpPr>
          <p:nvPr/>
        </p:nvSpPr>
        <p:spPr>
          <a:xfrm rot="3484227">
            <a:off x="3771900" y="3768328"/>
            <a:ext cx="2520000" cy="252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3" name="Pladsholder til indhold 3">
            <a:extLst>
              <a:ext uri="{FF2B5EF4-FFF2-40B4-BE49-F238E27FC236}">
                <a16:creationId xmlns:a16="http://schemas.microsoft.com/office/drawing/2014/main" id="{063FB2A0-E2A8-7639-5821-EA30510BAD75}"/>
              </a:ext>
            </a:extLst>
          </p:cNvPr>
          <p:cNvSpPr>
            <a:spLocks noGrp="1"/>
          </p:cNvSpPr>
          <p:nvPr>
            <p:ph sz="quarter" idx="11"/>
          </p:nvPr>
        </p:nvSpPr>
        <p:spPr>
          <a:xfrm>
            <a:off x="6200775" y="1772817"/>
            <a:ext cx="5153025" cy="4391646"/>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2" name="Titel 1">
            <a:extLst>
              <a:ext uri="{FF2B5EF4-FFF2-40B4-BE49-F238E27FC236}">
                <a16:creationId xmlns:a16="http://schemas.microsoft.com/office/drawing/2014/main" id="{EE2A88C9-3BCA-D421-EEE6-489BE2B79D71}"/>
              </a:ext>
            </a:extLst>
          </p:cNvPr>
          <p:cNvSpPr>
            <a:spLocks noGrp="1"/>
          </p:cNvSpPr>
          <p:nvPr>
            <p:ph type="title"/>
          </p:nvPr>
        </p:nvSpPr>
        <p:spPr>
          <a:xfrm>
            <a:off x="838200" y="693538"/>
            <a:ext cx="10515600" cy="920749"/>
          </a:xfrm>
          <a:prstGeom prst="rect">
            <a:avLst/>
          </a:prstGeom>
        </p:spPr>
        <p:txBody>
          <a:bodyPr anchor="ctr"/>
          <a:lstStyle>
            <a:lvl1pPr>
              <a:defRPr sz="3200">
                <a:solidFill>
                  <a:schemeClr val="accent6"/>
                </a:solidFill>
              </a:defRPr>
            </a:lvl1pPr>
          </a:lstStyle>
          <a:p>
            <a:pPr lvl="0"/>
            <a:r>
              <a:rPr lang="da-DK"/>
              <a:t>Klik for at redigere titeltypografien i masteren</a:t>
            </a:r>
            <a:endParaRPr lang="da-DK" dirty="0"/>
          </a:p>
        </p:txBody>
      </p:sp>
      <p:sp>
        <p:nvSpPr>
          <p:cNvPr id="4" name="Pladsholder til indhold 3">
            <a:extLst>
              <a:ext uri="{FF2B5EF4-FFF2-40B4-BE49-F238E27FC236}">
                <a16:creationId xmlns:a16="http://schemas.microsoft.com/office/drawing/2014/main" id="{E727D0E4-589A-2244-CD10-0515D759662B}"/>
              </a:ext>
            </a:extLst>
          </p:cNvPr>
          <p:cNvSpPr>
            <a:spLocks noGrp="1"/>
          </p:cNvSpPr>
          <p:nvPr>
            <p:ph sz="quarter" idx="10"/>
          </p:nvPr>
        </p:nvSpPr>
        <p:spPr>
          <a:xfrm>
            <a:off x="838199" y="1772817"/>
            <a:ext cx="5153025" cy="4391646"/>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7" name="Ellipse 6">
            <a:extLst>
              <a:ext uri="{FF2B5EF4-FFF2-40B4-BE49-F238E27FC236}">
                <a16:creationId xmlns:a16="http://schemas.microsoft.com/office/drawing/2014/main" id="{46DA7DDE-63A6-5E98-0EC4-738E3F603C9A}"/>
              </a:ext>
            </a:extLst>
          </p:cNvPr>
          <p:cNvSpPr/>
          <p:nvPr userDrawn="1"/>
        </p:nvSpPr>
        <p:spPr>
          <a:xfrm rot="3484227">
            <a:off x="-702565" y="2962277"/>
            <a:ext cx="5400000" cy="540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8" name="Ellipse 7">
            <a:extLst>
              <a:ext uri="{FF2B5EF4-FFF2-40B4-BE49-F238E27FC236}">
                <a16:creationId xmlns:a16="http://schemas.microsoft.com/office/drawing/2014/main" id="{154ABB45-9D02-C95E-4427-18F343D6D612}"/>
              </a:ext>
            </a:extLst>
          </p:cNvPr>
          <p:cNvSpPr/>
          <p:nvPr userDrawn="1"/>
        </p:nvSpPr>
        <p:spPr>
          <a:xfrm rot="3484227">
            <a:off x="3771900" y="3768328"/>
            <a:ext cx="2520000" cy="252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9" name="Billede 10" descr="Et billede, der indeholder sort, mørke&#10;&#10;Automatisk genereret beskrivelse">
            <a:extLst>
              <a:ext uri="{FF2B5EF4-FFF2-40B4-BE49-F238E27FC236}">
                <a16:creationId xmlns:a16="http://schemas.microsoft.com/office/drawing/2014/main" id="{A7871B6C-23E6-0643-2DDB-7CE708093EF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15859663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ort rundt billede gul">
    <p:bg>
      <p:bgPr>
        <a:solidFill>
          <a:schemeClr val="accent3"/>
        </a:solid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F79CD613-CCEE-1FC4-643F-1B1FF482494F}"/>
              </a:ext>
            </a:extLst>
          </p:cNvPr>
          <p:cNvSpPr/>
          <p:nvPr userDrawn="1"/>
        </p:nvSpPr>
        <p:spPr>
          <a:xfrm>
            <a:off x="2991173" y="324173"/>
            <a:ext cx="6209653" cy="6209653"/>
          </a:xfrm>
          <a:prstGeom prst="ellipse">
            <a:avLst/>
          </a:prstGeom>
          <a:noFill/>
          <a:ln w="31750" cap="rnd" cmpd="sng">
            <a:solidFill>
              <a:schemeClr val="accent6"/>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7" name="Pladsholder til billede 18">
            <a:extLst>
              <a:ext uri="{FF2B5EF4-FFF2-40B4-BE49-F238E27FC236}">
                <a16:creationId xmlns:a16="http://schemas.microsoft.com/office/drawing/2014/main" id="{5F11E582-9DE1-AB67-B688-C7EDF44A5612}"/>
              </a:ext>
            </a:extLst>
          </p:cNvPr>
          <p:cNvSpPr>
            <a:spLocks noGrp="1"/>
          </p:cNvSpPr>
          <p:nvPr>
            <p:ph type="pic" sz="quarter" idx="10"/>
          </p:nvPr>
        </p:nvSpPr>
        <p:spPr>
          <a:xfrm>
            <a:off x="3469431" y="802431"/>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oAutofit/>
          </a:bodyPr>
          <a:lstStyle>
            <a:lvl1pPr marL="0" indent="0" algn="ctr">
              <a:buNone/>
              <a:defRPr sz="1200">
                <a:solidFill>
                  <a:schemeClr val="accent6"/>
                </a:solidFill>
              </a:defRPr>
            </a:lvl1pPr>
          </a:lstStyle>
          <a:p>
            <a:r>
              <a:rPr lang="da-DK"/>
              <a:t>Klik på ikonet for at tilføje et billede</a:t>
            </a:r>
            <a:endParaRPr lang="da-DK" dirty="0"/>
          </a:p>
        </p:txBody>
      </p:sp>
      <p:pic>
        <p:nvPicPr>
          <p:cNvPr id="2" name="Billede 10" descr="Et billede, der indeholder sort, mørke&#10;&#10;Automatisk genereret beskrivelse">
            <a:extLst>
              <a:ext uri="{FF2B5EF4-FFF2-40B4-BE49-F238E27FC236}">
                <a16:creationId xmlns:a16="http://schemas.microsoft.com/office/drawing/2014/main" id="{42442907-9607-FBD5-41BE-6F012CFF897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202882707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ort rundt billede blå">
    <p:bg>
      <p:bgPr>
        <a:solidFill>
          <a:schemeClr val="accent6"/>
        </a:solid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F79CD613-CCEE-1FC4-643F-1B1FF482494F}"/>
              </a:ext>
            </a:extLst>
          </p:cNvPr>
          <p:cNvSpPr/>
          <p:nvPr userDrawn="1"/>
        </p:nvSpPr>
        <p:spPr>
          <a:xfrm>
            <a:off x="2991173" y="324173"/>
            <a:ext cx="6209653" cy="6209653"/>
          </a:xfrm>
          <a:prstGeom prst="ellipse">
            <a:avLst/>
          </a:prstGeom>
          <a:noFill/>
          <a:ln w="31750" cap="rnd" cmpd="sng">
            <a:solidFill>
              <a:schemeClr val="accent5"/>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7" name="Pladsholder til billede 18">
            <a:extLst>
              <a:ext uri="{FF2B5EF4-FFF2-40B4-BE49-F238E27FC236}">
                <a16:creationId xmlns:a16="http://schemas.microsoft.com/office/drawing/2014/main" id="{5F11E582-9DE1-AB67-B688-C7EDF44A5612}"/>
              </a:ext>
            </a:extLst>
          </p:cNvPr>
          <p:cNvSpPr>
            <a:spLocks noGrp="1"/>
          </p:cNvSpPr>
          <p:nvPr>
            <p:ph type="pic" sz="quarter" idx="10"/>
          </p:nvPr>
        </p:nvSpPr>
        <p:spPr>
          <a:xfrm>
            <a:off x="3469431" y="802431"/>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oAutofit/>
          </a:bodyPr>
          <a:lstStyle>
            <a:lvl1pPr marL="0" indent="0" algn="ctr">
              <a:buNone/>
              <a:defRPr sz="1200">
                <a:solidFill>
                  <a:schemeClr val="accent5"/>
                </a:solidFill>
              </a:defRPr>
            </a:lvl1pPr>
          </a:lstStyle>
          <a:p>
            <a:r>
              <a:rPr lang="da-DK"/>
              <a:t>Klik på ikonet for at tilføje et billede</a:t>
            </a:r>
            <a:endParaRPr lang="da-DK" dirty="0"/>
          </a:p>
        </p:txBody>
      </p:sp>
      <p:pic>
        <p:nvPicPr>
          <p:cNvPr id="2" name="Billede 12">
            <a:extLst>
              <a:ext uri="{FF2B5EF4-FFF2-40B4-BE49-F238E27FC236}">
                <a16:creationId xmlns:a16="http://schemas.microsoft.com/office/drawing/2014/main" id="{921CC2E2-C216-1654-6436-4F23FF6174D0}"/>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10118785" y="185293"/>
            <a:ext cx="1803600" cy="684000"/>
          </a:xfrm>
          <a:prstGeom prst="rect">
            <a:avLst/>
          </a:prstGeom>
        </p:spPr>
      </p:pic>
    </p:spTree>
    <p:extLst>
      <p:ext uri="{BB962C8B-B14F-4D97-AF65-F5344CB8AC3E}">
        <p14:creationId xmlns:p14="http://schemas.microsoft.com/office/powerpoint/2010/main" val="187118150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èn overskrift, tre objekter">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2A88C9-3BCA-D421-EEE6-489BE2B79D71}"/>
              </a:ext>
            </a:extLst>
          </p:cNvPr>
          <p:cNvSpPr>
            <a:spLocks noGrp="1"/>
          </p:cNvSpPr>
          <p:nvPr>
            <p:ph type="title"/>
          </p:nvPr>
        </p:nvSpPr>
        <p:spPr>
          <a:xfrm>
            <a:off x="838200" y="646885"/>
            <a:ext cx="10515600" cy="920749"/>
          </a:xfrm>
          <a:prstGeom prst="rect">
            <a:avLst/>
          </a:prstGeom>
        </p:spPr>
        <p:txBody>
          <a:bodyPr anchor="ctr"/>
          <a:lstStyle>
            <a:lvl1pPr>
              <a:defRPr sz="3200">
                <a:solidFill>
                  <a:schemeClr val="accent6"/>
                </a:solidFill>
              </a:defRPr>
            </a:lvl1pPr>
          </a:lstStyle>
          <a:p>
            <a:pPr lvl="0"/>
            <a:r>
              <a:rPr lang="da-DK"/>
              <a:t>Klik for at redigere titeltypografien i masteren</a:t>
            </a:r>
            <a:endParaRPr lang="da-DK" dirty="0"/>
          </a:p>
        </p:txBody>
      </p:sp>
      <p:sp>
        <p:nvSpPr>
          <p:cNvPr id="7" name="Pladsholder til indhold 3">
            <a:extLst>
              <a:ext uri="{FF2B5EF4-FFF2-40B4-BE49-F238E27FC236}">
                <a16:creationId xmlns:a16="http://schemas.microsoft.com/office/drawing/2014/main" id="{663D696B-DF8A-D6E8-94E3-58B7D2B6E90D}"/>
              </a:ext>
            </a:extLst>
          </p:cNvPr>
          <p:cNvSpPr>
            <a:spLocks noGrp="1"/>
          </p:cNvSpPr>
          <p:nvPr>
            <p:ph sz="quarter" idx="11"/>
          </p:nvPr>
        </p:nvSpPr>
        <p:spPr>
          <a:xfrm>
            <a:off x="4410056" y="1707502"/>
            <a:ext cx="3371888" cy="4503613"/>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8" name="Pladsholder til indhold 3">
            <a:extLst>
              <a:ext uri="{FF2B5EF4-FFF2-40B4-BE49-F238E27FC236}">
                <a16:creationId xmlns:a16="http://schemas.microsoft.com/office/drawing/2014/main" id="{90BE76E4-AC3F-C0FD-21A5-8EC4F9F4FA62}"/>
              </a:ext>
            </a:extLst>
          </p:cNvPr>
          <p:cNvSpPr>
            <a:spLocks noGrp="1"/>
          </p:cNvSpPr>
          <p:nvPr>
            <p:ph sz="quarter" idx="12"/>
          </p:nvPr>
        </p:nvSpPr>
        <p:spPr>
          <a:xfrm>
            <a:off x="838200" y="1707502"/>
            <a:ext cx="3371888" cy="4503613"/>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9" name="Pladsholder til indhold 3">
            <a:extLst>
              <a:ext uri="{FF2B5EF4-FFF2-40B4-BE49-F238E27FC236}">
                <a16:creationId xmlns:a16="http://schemas.microsoft.com/office/drawing/2014/main" id="{68E0CE25-08C5-13AB-258F-DEC1B7F47932}"/>
              </a:ext>
            </a:extLst>
          </p:cNvPr>
          <p:cNvSpPr>
            <a:spLocks noGrp="1"/>
          </p:cNvSpPr>
          <p:nvPr>
            <p:ph sz="quarter" idx="13"/>
          </p:nvPr>
        </p:nvSpPr>
        <p:spPr>
          <a:xfrm>
            <a:off x="7981912" y="1707502"/>
            <a:ext cx="3371888" cy="4503613"/>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pic>
        <p:nvPicPr>
          <p:cNvPr id="3" name="Billede 10" descr="Et billede, der indeholder sort, mørke&#10;&#10;Automatisk genereret beskrivelse">
            <a:extLst>
              <a:ext uri="{FF2B5EF4-FFF2-40B4-BE49-F238E27FC236}">
                <a16:creationId xmlns:a16="http://schemas.microsoft.com/office/drawing/2014/main" id="{077517C1-57BE-3C06-76C5-125A76A577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12034815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re overskrifter, tre objekter">
    <p:bg>
      <p:bgPr>
        <a:solidFill>
          <a:schemeClr val="bg1"/>
        </a:solidFill>
        <a:effectLst/>
      </p:bgPr>
    </p:bg>
    <p:spTree>
      <p:nvGrpSpPr>
        <p:cNvPr id="1" name=""/>
        <p:cNvGrpSpPr/>
        <p:nvPr/>
      </p:nvGrpSpPr>
      <p:grpSpPr>
        <a:xfrm>
          <a:off x="0" y="0"/>
          <a:ext cx="0" cy="0"/>
          <a:chOff x="0" y="0"/>
          <a:chExt cx="0" cy="0"/>
        </a:xfrm>
      </p:grpSpPr>
      <p:sp>
        <p:nvSpPr>
          <p:cNvPr id="7" name="Pladsholder til indhold 3">
            <a:extLst>
              <a:ext uri="{FF2B5EF4-FFF2-40B4-BE49-F238E27FC236}">
                <a16:creationId xmlns:a16="http://schemas.microsoft.com/office/drawing/2014/main" id="{663D696B-DF8A-D6E8-94E3-58B7D2B6E90D}"/>
              </a:ext>
            </a:extLst>
          </p:cNvPr>
          <p:cNvSpPr>
            <a:spLocks noGrp="1"/>
          </p:cNvSpPr>
          <p:nvPr>
            <p:ph sz="quarter" idx="11"/>
          </p:nvPr>
        </p:nvSpPr>
        <p:spPr>
          <a:xfrm>
            <a:off x="4422713" y="1838131"/>
            <a:ext cx="3375805" cy="4281519"/>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9" name="Pladsholder til indhold 3">
            <a:extLst>
              <a:ext uri="{FF2B5EF4-FFF2-40B4-BE49-F238E27FC236}">
                <a16:creationId xmlns:a16="http://schemas.microsoft.com/office/drawing/2014/main" id="{68E0CE25-08C5-13AB-258F-DEC1B7F47932}"/>
              </a:ext>
            </a:extLst>
          </p:cNvPr>
          <p:cNvSpPr>
            <a:spLocks noGrp="1"/>
          </p:cNvSpPr>
          <p:nvPr>
            <p:ph sz="quarter" idx="13"/>
          </p:nvPr>
        </p:nvSpPr>
        <p:spPr>
          <a:xfrm>
            <a:off x="8039878" y="1838131"/>
            <a:ext cx="3375805" cy="4281519"/>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8" name="Pladsholder til indhold 3">
            <a:extLst>
              <a:ext uri="{FF2B5EF4-FFF2-40B4-BE49-F238E27FC236}">
                <a16:creationId xmlns:a16="http://schemas.microsoft.com/office/drawing/2014/main" id="{90BE76E4-AC3F-C0FD-21A5-8EC4F9F4FA62}"/>
              </a:ext>
            </a:extLst>
          </p:cNvPr>
          <p:cNvSpPr>
            <a:spLocks noGrp="1"/>
          </p:cNvSpPr>
          <p:nvPr>
            <p:ph sz="quarter" idx="12"/>
          </p:nvPr>
        </p:nvSpPr>
        <p:spPr>
          <a:xfrm>
            <a:off x="776317" y="1838131"/>
            <a:ext cx="3375805" cy="4281519"/>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4" name="Pladsholder til tekst 3">
            <a:extLst>
              <a:ext uri="{FF2B5EF4-FFF2-40B4-BE49-F238E27FC236}">
                <a16:creationId xmlns:a16="http://schemas.microsoft.com/office/drawing/2014/main" id="{C15F7AD4-F672-5698-2F38-608B2E0C66BD}"/>
              </a:ext>
            </a:extLst>
          </p:cNvPr>
          <p:cNvSpPr>
            <a:spLocks noGrp="1"/>
          </p:cNvSpPr>
          <p:nvPr>
            <p:ph type="body" sz="quarter" idx="14"/>
          </p:nvPr>
        </p:nvSpPr>
        <p:spPr>
          <a:xfrm>
            <a:off x="4422713" y="738350"/>
            <a:ext cx="3375805" cy="920750"/>
          </a:xfrm>
          <a:prstGeom prst="rect">
            <a:avLst/>
          </a:prstGeom>
        </p:spPr>
        <p:txBody>
          <a:bodyPr anchor="ctr"/>
          <a:lstStyle>
            <a:lvl1pPr marL="0" indent="0" algn="ctr">
              <a:buNone/>
              <a:defRPr>
                <a:solidFill>
                  <a:schemeClr val="accent6"/>
                </a:solidFill>
                <a:latin typeface="+mj-lt"/>
              </a:defRPr>
            </a:lvl1pPr>
          </a:lstStyle>
          <a:p>
            <a:pPr lvl="0"/>
            <a:r>
              <a:rPr lang="da-DK"/>
              <a:t>Klik for at redigere teksttypografierne i masteren</a:t>
            </a:r>
          </a:p>
        </p:txBody>
      </p:sp>
      <p:sp>
        <p:nvSpPr>
          <p:cNvPr id="5" name="Pladsholder til tekst 3">
            <a:extLst>
              <a:ext uri="{FF2B5EF4-FFF2-40B4-BE49-F238E27FC236}">
                <a16:creationId xmlns:a16="http://schemas.microsoft.com/office/drawing/2014/main" id="{F85ABD62-253C-7D26-2060-90103E5CA1EA}"/>
              </a:ext>
            </a:extLst>
          </p:cNvPr>
          <p:cNvSpPr>
            <a:spLocks noGrp="1"/>
          </p:cNvSpPr>
          <p:nvPr>
            <p:ph type="body" sz="quarter" idx="15"/>
          </p:nvPr>
        </p:nvSpPr>
        <p:spPr>
          <a:xfrm>
            <a:off x="775567" y="738350"/>
            <a:ext cx="3375805" cy="920750"/>
          </a:xfrm>
          <a:prstGeom prst="rect">
            <a:avLst/>
          </a:prstGeom>
        </p:spPr>
        <p:txBody>
          <a:bodyPr anchor="ctr"/>
          <a:lstStyle>
            <a:lvl1pPr marL="0" indent="0" algn="ctr">
              <a:buNone/>
              <a:defRPr>
                <a:solidFill>
                  <a:schemeClr val="accent6"/>
                </a:solidFill>
                <a:latin typeface="+mj-lt"/>
              </a:defRPr>
            </a:lvl1pPr>
          </a:lstStyle>
          <a:p>
            <a:pPr lvl="0"/>
            <a:r>
              <a:rPr lang="da-DK"/>
              <a:t>Klik for at redigere teksttypografierne i masteren</a:t>
            </a:r>
          </a:p>
        </p:txBody>
      </p:sp>
      <p:sp>
        <p:nvSpPr>
          <p:cNvPr id="6" name="Pladsholder til tekst 3">
            <a:extLst>
              <a:ext uri="{FF2B5EF4-FFF2-40B4-BE49-F238E27FC236}">
                <a16:creationId xmlns:a16="http://schemas.microsoft.com/office/drawing/2014/main" id="{4662DEC7-4912-95D4-725F-9DBD13CDE0D6}"/>
              </a:ext>
            </a:extLst>
          </p:cNvPr>
          <p:cNvSpPr>
            <a:spLocks noGrp="1"/>
          </p:cNvSpPr>
          <p:nvPr>
            <p:ph type="body" sz="quarter" idx="16"/>
          </p:nvPr>
        </p:nvSpPr>
        <p:spPr>
          <a:xfrm>
            <a:off x="8039878" y="738350"/>
            <a:ext cx="3375805" cy="920750"/>
          </a:xfrm>
          <a:prstGeom prst="rect">
            <a:avLst/>
          </a:prstGeom>
        </p:spPr>
        <p:txBody>
          <a:bodyPr anchor="ctr"/>
          <a:lstStyle>
            <a:lvl1pPr marL="0" indent="0" algn="ctr">
              <a:buNone/>
              <a:defRPr>
                <a:solidFill>
                  <a:schemeClr val="accent6"/>
                </a:solidFill>
                <a:latin typeface="+mj-lt"/>
              </a:defRPr>
            </a:lvl1pPr>
          </a:lstStyle>
          <a:p>
            <a:pPr lvl="0"/>
            <a:r>
              <a:rPr lang="da-DK"/>
              <a:t>Klik for at redigere teksttypografierne i masteren</a:t>
            </a:r>
          </a:p>
        </p:txBody>
      </p:sp>
      <p:pic>
        <p:nvPicPr>
          <p:cNvPr id="2" name="Billede 10" descr="Et billede, der indeholder sort, mørke&#10;&#10;Automatisk genereret beskrivelse">
            <a:extLst>
              <a:ext uri="{FF2B5EF4-FFF2-40B4-BE49-F238E27FC236}">
                <a16:creationId xmlns:a16="http://schemas.microsoft.com/office/drawing/2014/main" id="{134E7724-DF42-9222-9ADB-53B0C0E3669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6764820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 tekstspalter">
    <p:spTree>
      <p:nvGrpSpPr>
        <p:cNvPr id="1" name=""/>
        <p:cNvGrpSpPr/>
        <p:nvPr/>
      </p:nvGrpSpPr>
      <p:grpSpPr>
        <a:xfrm>
          <a:off x="0" y="0"/>
          <a:ext cx="0" cy="0"/>
          <a:chOff x="0" y="0"/>
          <a:chExt cx="0" cy="0"/>
        </a:xfrm>
      </p:grpSpPr>
      <p:sp>
        <p:nvSpPr>
          <p:cNvPr id="7" name="Pladsholder til tekst 21">
            <a:extLst>
              <a:ext uri="{FF2B5EF4-FFF2-40B4-BE49-F238E27FC236}">
                <a16:creationId xmlns:a16="http://schemas.microsoft.com/office/drawing/2014/main" id="{6AF7C5D9-4A61-9AFB-55B2-59864D54C686}"/>
              </a:ext>
            </a:extLst>
          </p:cNvPr>
          <p:cNvSpPr>
            <a:spLocks noGrp="1"/>
          </p:cNvSpPr>
          <p:nvPr>
            <p:ph type="body" sz="quarter" idx="13"/>
          </p:nvPr>
        </p:nvSpPr>
        <p:spPr>
          <a:xfrm>
            <a:off x="545970" y="1857765"/>
            <a:ext cx="5220347" cy="4300440"/>
          </a:xfrm>
          <a:prstGeom prst="rect">
            <a:avLst/>
          </a:prstGeom>
        </p:spPr>
        <p:txBody>
          <a:bodyPr/>
          <a:lstStyle>
            <a:lvl1pPr marL="0" indent="0">
              <a:spcBef>
                <a:spcPts val="1200"/>
              </a:spcBef>
              <a:buFontTx/>
              <a:buNone/>
              <a:defRPr sz="1800" b="0">
                <a:solidFill>
                  <a:schemeClr val="tx1"/>
                </a:solidFill>
                <a:latin typeface="+mn-lt"/>
              </a:defRPr>
            </a:lvl1pPr>
          </a:lstStyle>
          <a:p>
            <a:pPr lvl="0"/>
            <a:r>
              <a:rPr lang="da-DK"/>
              <a:t>Klik for at redigere teksttypografierne i masteren</a:t>
            </a:r>
          </a:p>
        </p:txBody>
      </p:sp>
      <p:sp>
        <p:nvSpPr>
          <p:cNvPr id="8" name="Ellipse 7">
            <a:extLst>
              <a:ext uri="{FF2B5EF4-FFF2-40B4-BE49-F238E27FC236}">
                <a16:creationId xmlns:a16="http://schemas.microsoft.com/office/drawing/2014/main" id="{01F23421-9BB5-B66E-2915-7AC5D1C64931}"/>
              </a:ext>
            </a:extLst>
          </p:cNvPr>
          <p:cNvSpPr>
            <a:spLocks noGrp="1" noRot="1" noMove="1" noResize="1" noEditPoints="1" noAdjustHandles="1" noChangeArrowheads="1" noChangeShapeType="1"/>
          </p:cNvSpPr>
          <p:nvPr/>
        </p:nvSpPr>
        <p:spPr>
          <a:xfrm>
            <a:off x="-811763" y="3248025"/>
            <a:ext cx="4477721" cy="4477721"/>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Ellipse 8">
            <a:extLst>
              <a:ext uri="{FF2B5EF4-FFF2-40B4-BE49-F238E27FC236}">
                <a16:creationId xmlns:a16="http://schemas.microsoft.com/office/drawing/2014/main" id="{5D6ED4BE-01AC-F3C9-BEAE-18399B71C575}"/>
              </a:ext>
            </a:extLst>
          </p:cNvPr>
          <p:cNvSpPr>
            <a:spLocks noGrp="1" noRot="1" noMove="1" noResize="1" noEditPoints="1" noAdjustHandles="1" noChangeArrowheads="1" noChangeShapeType="1"/>
          </p:cNvSpPr>
          <p:nvPr/>
        </p:nvSpPr>
        <p:spPr>
          <a:xfrm>
            <a:off x="2643189" y="3090461"/>
            <a:ext cx="2237790" cy="223779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Pladsholder til indhold 2">
            <a:extLst>
              <a:ext uri="{FF2B5EF4-FFF2-40B4-BE49-F238E27FC236}">
                <a16:creationId xmlns:a16="http://schemas.microsoft.com/office/drawing/2014/main" id="{D28427B0-6F2A-9A36-BA01-8150978C2182}"/>
              </a:ext>
            </a:extLst>
          </p:cNvPr>
          <p:cNvSpPr>
            <a:spLocks noGrp="1"/>
          </p:cNvSpPr>
          <p:nvPr>
            <p:ph sz="quarter" idx="14"/>
          </p:nvPr>
        </p:nvSpPr>
        <p:spPr>
          <a:xfrm>
            <a:off x="5990254" y="837025"/>
            <a:ext cx="5655776" cy="5321180"/>
          </a:xfrm>
          <a:prstGeom prst="rect">
            <a:avLst/>
          </a:prstGeom>
        </p:spPr>
        <p:txBody>
          <a:bodyPr/>
          <a:lstStyle>
            <a:lvl1pPr marL="0" indent="0">
              <a:buNone/>
              <a:defRPr sz="1800"/>
            </a:lvl1pPr>
          </a:lstStyle>
          <a:p>
            <a:pPr lvl="0"/>
            <a:r>
              <a:rPr lang="da-DK"/>
              <a:t>Klik for at redigere teksttypografierne i masteren</a:t>
            </a:r>
          </a:p>
        </p:txBody>
      </p:sp>
      <p:sp>
        <p:nvSpPr>
          <p:cNvPr id="2" name="Ellipse 1">
            <a:extLst>
              <a:ext uri="{FF2B5EF4-FFF2-40B4-BE49-F238E27FC236}">
                <a16:creationId xmlns:a16="http://schemas.microsoft.com/office/drawing/2014/main" id="{C1117402-4D1F-2B99-74B2-57532C00E0E0}"/>
              </a:ext>
            </a:extLst>
          </p:cNvPr>
          <p:cNvSpPr/>
          <p:nvPr userDrawn="1"/>
        </p:nvSpPr>
        <p:spPr>
          <a:xfrm>
            <a:off x="-811763" y="3248025"/>
            <a:ext cx="4477721" cy="4477721"/>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4" name="Ellipse 3">
            <a:extLst>
              <a:ext uri="{FF2B5EF4-FFF2-40B4-BE49-F238E27FC236}">
                <a16:creationId xmlns:a16="http://schemas.microsoft.com/office/drawing/2014/main" id="{AD89150D-33F7-C7EA-4565-830E42B119EF}"/>
              </a:ext>
            </a:extLst>
          </p:cNvPr>
          <p:cNvSpPr/>
          <p:nvPr userDrawn="1"/>
        </p:nvSpPr>
        <p:spPr>
          <a:xfrm>
            <a:off x="2643189" y="3090461"/>
            <a:ext cx="2237790" cy="223779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6" name="Pladsholder til tekst 3">
            <a:extLst>
              <a:ext uri="{FF2B5EF4-FFF2-40B4-BE49-F238E27FC236}">
                <a16:creationId xmlns:a16="http://schemas.microsoft.com/office/drawing/2014/main" id="{956E59B5-69E2-3426-86B0-660FF5B7C7D1}"/>
              </a:ext>
            </a:extLst>
          </p:cNvPr>
          <p:cNvSpPr>
            <a:spLocks noGrp="1"/>
          </p:cNvSpPr>
          <p:nvPr>
            <p:ph type="body" sz="quarter" idx="15"/>
          </p:nvPr>
        </p:nvSpPr>
        <p:spPr>
          <a:xfrm>
            <a:off x="545971" y="837025"/>
            <a:ext cx="5220346" cy="920750"/>
          </a:xfrm>
          <a:prstGeom prst="rect">
            <a:avLst/>
          </a:prstGeom>
        </p:spPr>
        <p:txBody>
          <a:bodyPr anchor="ctr"/>
          <a:lstStyle>
            <a:lvl1pPr marL="0" indent="0" algn="ctr">
              <a:buNone/>
              <a:defRPr>
                <a:solidFill>
                  <a:schemeClr val="accent6"/>
                </a:solidFill>
                <a:latin typeface="+mj-lt"/>
              </a:defRPr>
            </a:lvl1pPr>
          </a:lstStyle>
          <a:p>
            <a:pPr lvl="0"/>
            <a:r>
              <a:rPr lang="da-DK"/>
              <a:t>Klik for at redigere teksttypografierne i masteren</a:t>
            </a:r>
          </a:p>
        </p:txBody>
      </p:sp>
      <p:pic>
        <p:nvPicPr>
          <p:cNvPr id="5" name="Billede 10" descr="Et billede, der indeholder sort, mørke&#10;&#10;Automatisk genereret beskrivelse">
            <a:extLst>
              <a:ext uri="{FF2B5EF4-FFF2-40B4-BE49-F238E27FC236}">
                <a16:creationId xmlns:a16="http://schemas.microsoft.com/office/drawing/2014/main" id="{340D9666-406B-DB5B-73C6-16F9D88927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795587065"/>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 runde billeder + tekst">
    <p:spTree>
      <p:nvGrpSpPr>
        <p:cNvPr id="1" name=""/>
        <p:cNvGrpSpPr/>
        <p:nvPr/>
      </p:nvGrpSpPr>
      <p:grpSpPr>
        <a:xfrm>
          <a:off x="0" y="0"/>
          <a:ext cx="0" cy="0"/>
          <a:chOff x="0" y="0"/>
          <a:chExt cx="0" cy="0"/>
        </a:xfrm>
      </p:grpSpPr>
      <p:sp>
        <p:nvSpPr>
          <p:cNvPr id="3" name="Pladsholder til billede 2">
            <a:extLst>
              <a:ext uri="{FF2B5EF4-FFF2-40B4-BE49-F238E27FC236}">
                <a16:creationId xmlns:a16="http://schemas.microsoft.com/office/drawing/2014/main" id="{BCD6D3C6-2CAC-6C9A-A3DF-9BFDD74C8BE2}"/>
              </a:ext>
            </a:extLst>
          </p:cNvPr>
          <p:cNvSpPr>
            <a:spLocks noGrp="1"/>
          </p:cNvSpPr>
          <p:nvPr>
            <p:ph type="pic" sz="quarter" idx="10" hasCustomPrompt="1"/>
          </p:nvPr>
        </p:nvSpPr>
        <p:spPr>
          <a:xfrm>
            <a:off x="6522030" y="785132"/>
            <a:ext cx="4357398" cy="4357397"/>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ctr">
            <a:noAutofit/>
          </a:bodyPr>
          <a:lstStyle>
            <a:lvl1pPr marL="0" indent="0" algn="ctr">
              <a:buNone/>
              <a:defRPr sz="1200"/>
            </a:lvl1pPr>
          </a:lstStyle>
          <a:p>
            <a:r>
              <a:rPr lang="da-DK" dirty="0"/>
              <a:t>Indsæt billede ved at trykke på ikonet</a:t>
            </a:r>
          </a:p>
          <a:p>
            <a:endParaRPr lang="da-DK" dirty="0"/>
          </a:p>
          <a:p>
            <a:endParaRPr lang="da-DK" dirty="0"/>
          </a:p>
        </p:txBody>
      </p:sp>
      <p:sp>
        <p:nvSpPr>
          <p:cNvPr id="4" name="Pladsholder til billede 3">
            <a:extLst>
              <a:ext uri="{FF2B5EF4-FFF2-40B4-BE49-F238E27FC236}">
                <a16:creationId xmlns:a16="http://schemas.microsoft.com/office/drawing/2014/main" id="{2EBF9CBC-4B0B-0256-FC20-008C5A7ADF11}"/>
              </a:ext>
            </a:extLst>
          </p:cNvPr>
          <p:cNvSpPr>
            <a:spLocks noGrp="1"/>
          </p:cNvSpPr>
          <p:nvPr>
            <p:ph type="pic" sz="quarter" idx="11"/>
          </p:nvPr>
        </p:nvSpPr>
        <p:spPr>
          <a:xfrm>
            <a:off x="9120543" y="3547382"/>
            <a:ext cx="2525486" cy="2525486"/>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ctr">
            <a:noAutofit/>
          </a:bodyPr>
          <a:lstStyle>
            <a:lvl1pPr marL="0" indent="0" algn="ctr">
              <a:buNone/>
              <a:defRPr sz="1200"/>
            </a:lvl1pPr>
          </a:lstStyle>
          <a:p>
            <a:r>
              <a:rPr lang="da-DK"/>
              <a:t>Klik på ikonet for at tilføje et billede</a:t>
            </a:r>
            <a:endParaRPr lang="da-DK" dirty="0"/>
          </a:p>
        </p:txBody>
      </p:sp>
      <p:sp>
        <p:nvSpPr>
          <p:cNvPr id="11" name="Pladsholder til tekst 21">
            <a:extLst>
              <a:ext uri="{FF2B5EF4-FFF2-40B4-BE49-F238E27FC236}">
                <a16:creationId xmlns:a16="http://schemas.microsoft.com/office/drawing/2014/main" id="{DCEF3242-672B-6631-1926-D8C0FD3B3A41}"/>
              </a:ext>
            </a:extLst>
          </p:cNvPr>
          <p:cNvSpPr>
            <a:spLocks noGrp="1"/>
          </p:cNvSpPr>
          <p:nvPr>
            <p:ph type="body" sz="quarter" idx="13"/>
          </p:nvPr>
        </p:nvSpPr>
        <p:spPr>
          <a:xfrm>
            <a:off x="545971" y="1852246"/>
            <a:ext cx="4949760" cy="4220622"/>
          </a:xfrm>
          <a:prstGeom prst="rect">
            <a:avLst/>
          </a:prstGeom>
        </p:spPr>
        <p:txBody>
          <a:bodyPr/>
          <a:lstStyle>
            <a:lvl1pPr marL="0" indent="0">
              <a:spcBef>
                <a:spcPts val="1200"/>
              </a:spcBef>
              <a:buFontTx/>
              <a:buNone/>
              <a:defRPr sz="1800" b="0">
                <a:solidFill>
                  <a:schemeClr val="tx1"/>
                </a:solidFill>
                <a:latin typeface="+mn-lt"/>
              </a:defRPr>
            </a:lvl1pPr>
          </a:lstStyle>
          <a:p>
            <a:pPr lvl="0"/>
            <a:r>
              <a:rPr lang="da-DK"/>
              <a:t>Klik for at redigere teksttypografierne i masteren</a:t>
            </a:r>
          </a:p>
        </p:txBody>
      </p:sp>
      <p:sp>
        <p:nvSpPr>
          <p:cNvPr id="18" name="Ellipse 17">
            <a:extLst>
              <a:ext uri="{FF2B5EF4-FFF2-40B4-BE49-F238E27FC236}">
                <a16:creationId xmlns:a16="http://schemas.microsoft.com/office/drawing/2014/main" id="{69FB30B0-C3B1-8663-0D9A-EC5CF4927F14}"/>
              </a:ext>
            </a:extLst>
          </p:cNvPr>
          <p:cNvSpPr/>
          <p:nvPr/>
        </p:nvSpPr>
        <p:spPr>
          <a:xfrm>
            <a:off x="6225849" y="486229"/>
            <a:ext cx="4949760" cy="4949760"/>
          </a:xfrm>
          <a:prstGeom prst="ellipse">
            <a:avLst/>
          </a:prstGeom>
          <a:noFill/>
          <a:ln w="31750" cap="rnd" cmpd="sng">
            <a:solidFill>
              <a:schemeClr val="accent1"/>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 name="Ellipse 1">
            <a:extLst>
              <a:ext uri="{FF2B5EF4-FFF2-40B4-BE49-F238E27FC236}">
                <a16:creationId xmlns:a16="http://schemas.microsoft.com/office/drawing/2014/main" id="{097722E6-54DB-46BE-D13E-34D050586DE2}"/>
              </a:ext>
            </a:extLst>
          </p:cNvPr>
          <p:cNvSpPr/>
          <p:nvPr userDrawn="1"/>
        </p:nvSpPr>
        <p:spPr>
          <a:xfrm>
            <a:off x="6225849" y="486229"/>
            <a:ext cx="4949760" cy="4949760"/>
          </a:xfrm>
          <a:prstGeom prst="ellipse">
            <a:avLst/>
          </a:prstGeom>
          <a:noFill/>
          <a:ln w="31750" cap="rnd" cmpd="sng">
            <a:solidFill>
              <a:schemeClr val="accent1"/>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 name="Pladsholder til tekst 3">
            <a:extLst>
              <a:ext uri="{FF2B5EF4-FFF2-40B4-BE49-F238E27FC236}">
                <a16:creationId xmlns:a16="http://schemas.microsoft.com/office/drawing/2014/main" id="{3C32BFDE-1C03-812C-A5E3-30680D7D0EBB}"/>
              </a:ext>
            </a:extLst>
          </p:cNvPr>
          <p:cNvSpPr>
            <a:spLocks noGrp="1"/>
          </p:cNvSpPr>
          <p:nvPr>
            <p:ph type="body" sz="quarter" idx="15"/>
          </p:nvPr>
        </p:nvSpPr>
        <p:spPr>
          <a:xfrm>
            <a:off x="545971" y="782152"/>
            <a:ext cx="4949760" cy="920750"/>
          </a:xfrm>
          <a:prstGeom prst="rect">
            <a:avLst/>
          </a:prstGeom>
        </p:spPr>
        <p:txBody>
          <a:bodyPr anchor="ctr"/>
          <a:lstStyle>
            <a:lvl1pPr marL="0" indent="0" algn="ctr">
              <a:buNone/>
              <a:defRPr>
                <a:solidFill>
                  <a:schemeClr val="accent6"/>
                </a:solidFill>
                <a:latin typeface="+mj-lt"/>
              </a:defRPr>
            </a:lvl1pPr>
          </a:lstStyle>
          <a:p>
            <a:pPr lvl="0"/>
            <a:r>
              <a:rPr lang="da-DK"/>
              <a:t>Klik for at redigere teksttypografierne i masteren</a:t>
            </a:r>
          </a:p>
        </p:txBody>
      </p:sp>
      <p:pic>
        <p:nvPicPr>
          <p:cNvPr id="6" name="Billede 10" descr="Et billede, der indeholder sort, mørke&#10;&#10;Automatisk genereret beskrivelse">
            <a:extLst>
              <a:ext uri="{FF2B5EF4-FFF2-40B4-BE49-F238E27FC236}">
                <a16:creationId xmlns:a16="http://schemas.microsoft.com/office/drawing/2014/main" id="{444DACAA-D3A2-06DC-1F35-F2B4216E51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936574574"/>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kstboks med farvet bund">
    <p:bg>
      <p:bgPr>
        <a:solidFill>
          <a:schemeClr val="bg1">
            <a:alpha val="77000"/>
          </a:schemeClr>
        </a:solidFill>
        <a:effectLst/>
      </p:bgPr>
    </p:bg>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0B50358C-25AA-1006-A7D7-C0EB1679BC4F}"/>
              </a:ext>
            </a:extLst>
          </p:cNvPr>
          <p:cNvSpPr/>
          <p:nvPr userDrawn="1"/>
        </p:nvSpPr>
        <p:spPr>
          <a:xfrm rot="5400000">
            <a:off x="5050971" y="-283028"/>
            <a:ext cx="2090057" cy="1219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Titel 1">
            <a:extLst>
              <a:ext uri="{FF2B5EF4-FFF2-40B4-BE49-F238E27FC236}">
                <a16:creationId xmlns:a16="http://schemas.microsoft.com/office/drawing/2014/main" id="{5CB5A48A-2E4C-AD56-8DE6-E60836641FA2}"/>
              </a:ext>
            </a:extLst>
          </p:cNvPr>
          <p:cNvSpPr txBox="1">
            <a:spLocks/>
          </p:cNvSpPr>
          <p:nvPr userDrawn="1"/>
        </p:nvSpPr>
        <p:spPr>
          <a:xfrm>
            <a:off x="1500554" y="2166972"/>
            <a:ext cx="9206523" cy="3589674"/>
          </a:xfrm>
          <a:prstGeom prst="rect">
            <a:avLst/>
          </a:prstGeom>
          <a:solidFill>
            <a:schemeClr val="bg1"/>
          </a:solidFill>
          <a:ln>
            <a:solidFill>
              <a:schemeClr val="accent3"/>
            </a:solidFill>
          </a:ln>
        </p:spPr>
        <p:txBody>
          <a:bodyPr anchor="t"/>
          <a:lstStyle>
            <a:lvl1pPr algn="ctr" defTabSz="914400" rtl="0" eaLnBrk="1" latinLnBrk="0" hangingPunct="1">
              <a:lnSpc>
                <a:spcPct val="90000"/>
              </a:lnSpc>
              <a:spcBef>
                <a:spcPct val="0"/>
              </a:spcBef>
              <a:buNone/>
              <a:defRPr sz="2800" kern="1200">
                <a:solidFill>
                  <a:schemeClr val="accent4"/>
                </a:solidFill>
                <a:latin typeface="+mj-lt"/>
                <a:ea typeface="+mj-ea"/>
                <a:cs typeface="+mj-cs"/>
              </a:defRPr>
            </a:lvl1pPr>
          </a:lstStyle>
          <a:p>
            <a:pPr algn="l"/>
            <a:endParaRPr lang="da-DK" sz="1800" dirty="0">
              <a:ln w="76200">
                <a:solidFill>
                  <a:schemeClr val="tx1"/>
                </a:solidFill>
              </a:ln>
              <a:solidFill>
                <a:schemeClr val="tx1"/>
              </a:solidFill>
              <a:latin typeface="+mn-lt"/>
            </a:endParaRPr>
          </a:p>
        </p:txBody>
      </p:sp>
      <p:sp>
        <p:nvSpPr>
          <p:cNvPr id="5" name="Pladsholder til tekst 3">
            <a:extLst>
              <a:ext uri="{FF2B5EF4-FFF2-40B4-BE49-F238E27FC236}">
                <a16:creationId xmlns:a16="http://schemas.microsoft.com/office/drawing/2014/main" id="{E788242D-E2F8-8F7B-3491-A61E1FA5EC2B}"/>
              </a:ext>
            </a:extLst>
          </p:cNvPr>
          <p:cNvSpPr>
            <a:spLocks noGrp="1"/>
          </p:cNvSpPr>
          <p:nvPr>
            <p:ph type="body" sz="quarter" idx="15"/>
          </p:nvPr>
        </p:nvSpPr>
        <p:spPr>
          <a:xfrm>
            <a:off x="1500553" y="1057680"/>
            <a:ext cx="9206523" cy="920750"/>
          </a:xfrm>
          <a:prstGeom prst="rect">
            <a:avLst/>
          </a:prstGeom>
        </p:spPr>
        <p:txBody>
          <a:bodyPr anchor="ctr"/>
          <a:lstStyle>
            <a:lvl1pPr marL="0" indent="0" algn="ctr">
              <a:buNone/>
              <a:defRPr sz="3200">
                <a:solidFill>
                  <a:schemeClr val="accent6"/>
                </a:solidFill>
                <a:latin typeface="+mj-lt"/>
              </a:defRPr>
            </a:lvl1pPr>
          </a:lstStyle>
          <a:p>
            <a:pPr lvl="0"/>
            <a:r>
              <a:rPr lang="da-DK"/>
              <a:t>Klik for at redigere teksttypografierne i masteren</a:t>
            </a:r>
          </a:p>
        </p:txBody>
      </p:sp>
      <p:sp>
        <p:nvSpPr>
          <p:cNvPr id="10" name="Pladsholder til tekst 8">
            <a:extLst>
              <a:ext uri="{FF2B5EF4-FFF2-40B4-BE49-F238E27FC236}">
                <a16:creationId xmlns:a16="http://schemas.microsoft.com/office/drawing/2014/main" id="{851A094B-990F-8F94-975B-7B7DD748BDC2}"/>
              </a:ext>
            </a:extLst>
          </p:cNvPr>
          <p:cNvSpPr>
            <a:spLocks noGrp="1"/>
          </p:cNvSpPr>
          <p:nvPr>
            <p:ph type="body" sz="quarter" idx="17"/>
          </p:nvPr>
        </p:nvSpPr>
        <p:spPr>
          <a:xfrm>
            <a:off x="1510090" y="2176510"/>
            <a:ext cx="9206523" cy="3589338"/>
          </a:xfrm>
          <a:prstGeom prst="rect">
            <a:avLst/>
          </a:prstGeom>
        </p:spPr>
        <p:txBody>
          <a:bodyPr/>
          <a:lstStyle>
            <a:lvl1pPr marL="0" indent="0">
              <a:buNone/>
              <a:defRPr sz="1800">
                <a:solidFill>
                  <a:schemeClr val="accent6"/>
                </a:solidFill>
              </a:defRPr>
            </a:lvl1pPr>
          </a:lstStyle>
          <a:p>
            <a:pPr lvl="0"/>
            <a:r>
              <a:rPr lang="da-DK"/>
              <a:t>Klik for at redigere teksttypografierne i masteren</a:t>
            </a:r>
          </a:p>
        </p:txBody>
      </p:sp>
      <p:pic>
        <p:nvPicPr>
          <p:cNvPr id="2" name="Billede 10" descr="Et billede, der indeholder sort, mørke&#10;&#10;Automatisk genereret beskrivelse">
            <a:extLst>
              <a:ext uri="{FF2B5EF4-FFF2-40B4-BE49-F238E27FC236}">
                <a16:creationId xmlns:a16="http://schemas.microsoft.com/office/drawing/2014/main" id="{8BA79972-1283-3664-EEBF-DEE63E4043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36158474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ire tekstbokse">
    <p:spTree>
      <p:nvGrpSpPr>
        <p:cNvPr id="1" name=""/>
        <p:cNvGrpSpPr/>
        <p:nvPr/>
      </p:nvGrpSpPr>
      <p:grpSpPr>
        <a:xfrm>
          <a:off x="0" y="0"/>
          <a:ext cx="0" cy="0"/>
          <a:chOff x="0" y="0"/>
          <a:chExt cx="0" cy="0"/>
        </a:xfrm>
      </p:grpSpPr>
      <p:sp>
        <p:nvSpPr>
          <p:cNvPr id="29" name="Rektangel 28">
            <a:extLst>
              <a:ext uri="{FF2B5EF4-FFF2-40B4-BE49-F238E27FC236}">
                <a16:creationId xmlns:a16="http://schemas.microsoft.com/office/drawing/2014/main" id="{472C92E0-91EE-E45C-70DA-61B42DD33B61}"/>
              </a:ext>
            </a:extLst>
          </p:cNvPr>
          <p:cNvSpPr/>
          <p:nvPr/>
        </p:nvSpPr>
        <p:spPr>
          <a:xfrm>
            <a:off x="0" y="0"/>
            <a:ext cx="47301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0" name="Pladsholder til tekst 21">
            <a:extLst>
              <a:ext uri="{FF2B5EF4-FFF2-40B4-BE49-F238E27FC236}">
                <a16:creationId xmlns:a16="http://schemas.microsoft.com/office/drawing/2014/main" id="{F897E297-5976-19F9-D84E-BB274E6A374E}"/>
              </a:ext>
            </a:extLst>
          </p:cNvPr>
          <p:cNvSpPr>
            <a:spLocks noGrp="1"/>
          </p:cNvSpPr>
          <p:nvPr>
            <p:ph type="body" sz="quarter" idx="12" hasCustomPrompt="1"/>
          </p:nvPr>
        </p:nvSpPr>
        <p:spPr>
          <a:xfrm>
            <a:off x="545971" y="522515"/>
            <a:ext cx="3801742" cy="1007234"/>
          </a:xfrm>
          <a:prstGeom prst="rect">
            <a:avLst/>
          </a:prstGeom>
        </p:spPr>
        <p:txBody>
          <a:bodyPr/>
          <a:lstStyle>
            <a:lvl1pPr marL="0" indent="0">
              <a:buFontTx/>
              <a:buNone/>
              <a:defRPr sz="2800">
                <a:solidFill>
                  <a:schemeClr val="bg1"/>
                </a:solidFill>
                <a:latin typeface="+mj-lt"/>
              </a:defRPr>
            </a:lvl1pPr>
          </a:lstStyle>
          <a:p>
            <a:pPr lvl="0"/>
            <a:r>
              <a:rPr lang="da-DK" dirty="0"/>
              <a:t>Klik for at tilføje en titel</a:t>
            </a:r>
          </a:p>
        </p:txBody>
      </p:sp>
      <p:sp>
        <p:nvSpPr>
          <p:cNvPr id="11" name="Pladsholder til tekst 21">
            <a:extLst>
              <a:ext uri="{FF2B5EF4-FFF2-40B4-BE49-F238E27FC236}">
                <a16:creationId xmlns:a16="http://schemas.microsoft.com/office/drawing/2014/main" id="{DCEF3242-672B-6631-1926-D8C0FD3B3A41}"/>
              </a:ext>
            </a:extLst>
          </p:cNvPr>
          <p:cNvSpPr>
            <a:spLocks noGrp="1"/>
          </p:cNvSpPr>
          <p:nvPr>
            <p:ph type="body" sz="quarter" idx="13"/>
          </p:nvPr>
        </p:nvSpPr>
        <p:spPr>
          <a:xfrm>
            <a:off x="545971" y="1687314"/>
            <a:ext cx="3801742" cy="4648172"/>
          </a:xfrm>
          <a:prstGeom prst="rect">
            <a:avLst/>
          </a:prstGeom>
        </p:spPr>
        <p:txBody>
          <a:bodyPr/>
          <a:lstStyle>
            <a:lvl1pPr marL="0" indent="0">
              <a:spcBef>
                <a:spcPts val="1200"/>
              </a:spcBef>
              <a:buFontTx/>
              <a:buNone/>
              <a:defRPr sz="1800" b="0">
                <a:solidFill>
                  <a:schemeClr val="bg1"/>
                </a:solidFill>
                <a:latin typeface="Lucida Sans" panose="020B0602030504020204" pitchFamily="34" charset="0"/>
              </a:defRPr>
            </a:lvl1pPr>
          </a:lstStyle>
          <a:p>
            <a:pPr lvl="0"/>
            <a:r>
              <a:rPr lang="da-DK"/>
              <a:t>Klik for at redigere teksttypografierne i masteren</a:t>
            </a:r>
          </a:p>
        </p:txBody>
      </p:sp>
      <p:sp>
        <p:nvSpPr>
          <p:cNvPr id="12" name="Rektangel 11">
            <a:extLst>
              <a:ext uri="{FF2B5EF4-FFF2-40B4-BE49-F238E27FC236}">
                <a16:creationId xmlns:a16="http://schemas.microsoft.com/office/drawing/2014/main" id="{A6945550-0D7D-5522-9B2D-2D5A0193F894}"/>
              </a:ext>
            </a:extLst>
          </p:cNvPr>
          <p:cNvSpPr/>
          <p:nvPr/>
        </p:nvSpPr>
        <p:spPr>
          <a:xfrm>
            <a:off x="5287994" y="1062317"/>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9" name="Pladsholder til tekst 18">
            <a:extLst>
              <a:ext uri="{FF2B5EF4-FFF2-40B4-BE49-F238E27FC236}">
                <a16:creationId xmlns:a16="http://schemas.microsoft.com/office/drawing/2014/main" id="{D99D8A3C-5CA7-A723-C3E7-A5307D49B4D1}"/>
              </a:ext>
            </a:extLst>
          </p:cNvPr>
          <p:cNvSpPr>
            <a:spLocks noGrp="1"/>
          </p:cNvSpPr>
          <p:nvPr>
            <p:ph type="body" sz="quarter" idx="14"/>
          </p:nvPr>
        </p:nvSpPr>
        <p:spPr>
          <a:xfrm>
            <a:off x="5469253" y="2201001"/>
            <a:ext cx="2725738" cy="1225221"/>
          </a:xfrm>
          <a:prstGeom prst="rect">
            <a:avLst/>
          </a:prstGeom>
        </p:spPr>
        <p:txBody>
          <a:bodyPr/>
          <a:lstStyle>
            <a:lvl1pPr marL="0" indent="0">
              <a:buNone/>
              <a:defRPr sz="1200"/>
            </a:lvl1pPr>
          </a:lstStyle>
          <a:p>
            <a:pPr lvl="0"/>
            <a:r>
              <a:rPr lang="da-DK"/>
              <a:t>Klik for at redigere teksttypografierne i masteren</a:t>
            </a:r>
          </a:p>
        </p:txBody>
      </p:sp>
      <p:sp>
        <p:nvSpPr>
          <p:cNvPr id="20" name="Pladsholder til tekst 18">
            <a:extLst>
              <a:ext uri="{FF2B5EF4-FFF2-40B4-BE49-F238E27FC236}">
                <a16:creationId xmlns:a16="http://schemas.microsoft.com/office/drawing/2014/main" id="{5729EC31-1F8B-12C8-FE4F-0673D0B2FC08}"/>
              </a:ext>
            </a:extLst>
          </p:cNvPr>
          <p:cNvSpPr>
            <a:spLocks noGrp="1"/>
          </p:cNvSpPr>
          <p:nvPr>
            <p:ph type="body" sz="quarter" idx="15"/>
          </p:nvPr>
        </p:nvSpPr>
        <p:spPr>
          <a:xfrm>
            <a:off x="5479371" y="1703691"/>
            <a:ext cx="2715620" cy="351136"/>
          </a:xfrm>
          <a:prstGeom prst="rect">
            <a:avLst/>
          </a:prstGeom>
        </p:spPr>
        <p:txBody>
          <a:bodyPr/>
          <a:lstStyle>
            <a:lvl1pPr marL="0" indent="0" algn="ctr">
              <a:buNone/>
              <a:defRPr sz="1800"/>
            </a:lvl1pPr>
          </a:lstStyle>
          <a:p>
            <a:pPr lvl="0"/>
            <a:r>
              <a:rPr lang="da-DK"/>
              <a:t>Klik for at redigere teksttypografierne i masteren</a:t>
            </a:r>
          </a:p>
        </p:txBody>
      </p:sp>
      <p:pic>
        <p:nvPicPr>
          <p:cNvPr id="22" name="Grafik 21" descr="Badge 1 med massiv udfyldning">
            <a:extLst>
              <a:ext uri="{FF2B5EF4-FFF2-40B4-BE49-F238E27FC236}">
                <a16:creationId xmlns:a16="http://schemas.microsoft.com/office/drawing/2014/main" id="{067809C9-7D6D-59FB-4EA7-7DF783D2634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56075" y="1101136"/>
            <a:ext cx="552091" cy="552091"/>
          </a:xfrm>
          <a:prstGeom prst="rect">
            <a:avLst/>
          </a:prstGeom>
        </p:spPr>
      </p:pic>
      <p:pic>
        <p:nvPicPr>
          <p:cNvPr id="24" name="Grafik 23" descr="Badge med massiv udfyldning">
            <a:extLst>
              <a:ext uri="{FF2B5EF4-FFF2-40B4-BE49-F238E27FC236}">
                <a16:creationId xmlns:a16="http://schemas.microsoft.com/office/drawing/2014/main" id="{7950BEEE-DC43-48EE-1F84-DF17B5CA308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25590" y="1104833"/>
            <a:ext cx="552091" cy="552091"/>
          </a:xfrm>
          <a:prstGeom prst="rect">
            <a:avLst/>
          </a:prstGeom>
        </p:spPr>
      </p:pic>
      <p:pic>
        <p:nvPicPr>
          <p:cNvPr id="26" name="Grafik 25" descr="Badge 3 med massiv udfyldning">
            <a:extLst>
              <a:ext uri="{FF2B5EF4-FFF2-40B4-BE49-F238E27FC236}">
                <a16:creationId xmlns:a16="http://schemas.microsoft.com/office/drawing/2014/main" id="{15E142B3-F1CC-B292-5B23-E7DCC6A7366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56074" y="3805721"/>
            <a:ext cx="552091" cy="552091"/>
          </a:xfrm>
          <a:prstGeom prst="rect">
            <a:avLst/>
          </a:prstGeom>
        </p:spPr>
      </p:pic>
      <p:pic>
        <p:nvPicPr>
          <p:cNvPr id="28" name="Grafik 27" descr="Badge 4 med massiv udfyldning">
            <a:extLst>
              <a:ext uri="{FF2B5EF4-FFF2-40B4-BE49-F238E27FC236}">
                <a16:creationId xmlns:a16="http://schemas.microsoft.com/office/drawing/2014/main" id="{958C1D6D-1D06-04B1-BC27-64577E70963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825590" y="3805721"/>
            <a:ext cx="552091" cy="552091"/>
          </a:xfrm>
          <a:prstGeom prst="rect">
            <a:avLst/>
          </a:prstGeom>
        </p:spPr>
      </p:pic>
      <p:sp>
        <p:nvSpPr>
          <p:cNvPr id="30" name="Rektangel 29">
            <a:extLst>
              <a:ext uri="{FF2B5EF4-FFF2-40B4-BE49-F238E27FC236}">
                <a16:creationId xmlns:a16="http://schemas.microsoft.com/office/drawing/2014/main" id="{8415F059-5524-D9B4-D9CE-F5C98ACE4440}"/>
              </a:ext>
            </a:extLst>
          </p:cNvPr>
          <p:cNvSpPr/>
          <p:nvPr/>
        </p:nvSpPr>
        <p:spPr>
          <a:xfrm>
            <a:off x="8557509" y="1062317"/>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1" name="Pladsholder til tekst 18">
            <a:extLst>
              <a:ext uri="{FF2B5EF4-FFF2-40B4-BE49-F238E27FC236}">
                <a16:creationId xmlns:a16="http://schemas.microsoft.com/office/drawing/2014/main" id="{72CBC415-531C-287A-06ED-478D6D3D7287}"/>
              </a:ext>
            </a:extLst>
          </p:cNvPr>
          <p:cNvSpPr>
            <a:spLocks noGrp="1"/>
          </p:cNvSpPr>
          <p:nvPr>
            <p:ph type="body" sz="quarter" idx="16"/>
          </p:nvPr>
        </p:nvSpPr>
        <p:spPr>
          <a:xfrm>
            <a:off x="8738768" y="2201001"/>
            <a:ext cx="2725738" cy="1225221"/>
          </a:xfrm>
          <a:prstGeom prst="rect">
            <a:avLst/>
          </a:prstGeom>
        </p:spPr>
        <p:txBody>
          <a:bodyPr/>
          <a:lstStyle>
            <a:lvl1pPr marL="0" indent="0">
              <a:buNone/>
              <a:defRPr sz="1200"/>
            </a:lvl1pPr>
          </a:lstStyle>
          <a:p>
            <a:pPr lvl="0"/>
            <a:r>
              <a:rPr lang="da-DK"/>
              <a:t>Klik for at redigere teksttypografierne i masteren</a:t>
            </a:r>
          </a:p>
        </p:txBody>
      </p:sp>
      <p:sp>
        <p:nvSpPr>
          <p:cNvPr id="34" name="Rektangel 33">
            <a:extLst>
              <a:ext uri="{FF2B5EF4-FFF2-40B4-BE49-F238E27FC236}">
                <a16:creationId xmlns:a16="http://schemas.microsoft.com/office/drawing/2014/main" id="{1D637F53-0961-D753-9CCA-826C05F25348}"/>
              </a:ext>
            </a:extLst>
          </p:cNvPr>
          <p:cNvSpPr/>
          <p:nvPr/>
        </p:nvSpPr>
        <p:spPr>
          <a:xfrm>
            <a:off x="5298112" y="3766902"/>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5" name="Pladsholder til tekst 18">
            <a:extLst>
              <a:ext uri="{FF2B5EF4-FFF2-40B4-BE49-F238E27FC236}">
                <a16:creationId xmlns:a16="http://schemas.microsoft.com/office/drawing/2014/main" id="{38A62022-F2CA-406B-233C-54B43978AE19}"/>
              </a:ext>
            </a:extLst>
          </p:cNvPr>
          <p:cNvSpPr>
            <a:spLocks noGrp="1"/>
          </p:cNvSpPr>
          <p:nvPr>
            <p:ph type="body" sz="quarter" idx="18"/>
          </p:nvPr>
        </p:nvSpPr>
        <p:spPr>
          <a:xfrm>
            <a:off x="5479371" y="4905586"/>
            <a:ext cx="2725738" cy="1225221"/>
          </a:xfrm>
          <a:prstGeom prst="rect">
            <a:avLst/>
          </a:prstGeom>
        </p:spPr>
        <p:txBody>
          <a:bodyPr/>
          <a:lstStyle>
            <a:lvl1pPr marL="0" indent="0">
              <a:buNone/>
              <a:defRPr sz="1200"/>
            </a:lvl1pPr>
          </a:lstStyle>
          <a:p>
            <a:pPr lvl="0"/>
            <a:r>
              <a:rPr lang="da-DK"/>
              <a:t>Klik for at redigere teksttypografierne i masteren</a:t>
            </a:r>
          </a:p>
        </p:txBody>
      </p:sp>
      <p:sp>
        <p:nvSpPr>
          <p:cNvPr id="38" name="Rektangel 37">
            <a:extLst>
              <a:ext uri="{FF2B5EF4-FFF2-40B4-BE49-F238E27FC236}">
                <a16:creationId xmlns:a16="http://schemas.microsoft.com/office/drawing/2014/main" id="{A04C7AC0-B565-151A-9F3A-FF359335AF24}"/>
              </a:ext>
            </a:extLst>
          </p:cNvPr>
          <p:cNvSpPr/>
          <p:nvPr/>
        </p:nvSpPr>
        <p:spPr>
          <a:xfrm>
            <a:off x="8557509" y="3766902"/>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9" name="Pladsholder til tekst 18">
            <a:extLst>
              <a:ext uri="{FF2B5EF4-FFF2-40B4-BE49-F238E27FC236}">
                <a16:creationId xmlns:a16="http://schemas.microsoft.com/office/drawing/2014/main" id="{987A51DE-FE2B-C476-509E-7E9DBBAE71F5}"/>
              </a:ext>
            </a:extLst>
          </p:cNvPr>
          <p:cNvSpPr>
            <a:spLocks noGrp="1"/>
          </p:cNvSpPr>
          <p:nvPr>
            <p:ph type="body" sz="quarter" idx="20"/>
          </p:nvPr>
        </p:nvSpPr>
        <p:spPr>
          <a:xfrm>
            <a:off x="8738768" y="4905586"/>
            <a:ext cx="2725738" cy="1225221"/>
          </a:xfrm>
          <a:prstGeom prst="rect">
            <a:avLst/>
          </a:prstGeom>
        </p:spPr>
        <p:txBody>
          <a:bodyPr/>
          <a:lstStyle>
            <a:lvl1pPr marL="0" indent="0">
              <a:buNone/>
              <a:defRPr sz="1200"/>
            </a:lvl1pPr>
          </a:lstStyle>
          <a:p>
            <a:pPr lvl="0"/>
            <a:r>
              <a:rPr lang="da-DK"/>
              <a:t>Klik for at redigere teksttypografierne i masteren</a:t>
            </a:r>
          </a:p>
        </p:txBody>
      </p:sp>
      <p:sp>
        <p:nvSpPr>
          <p:cNvPr id="2" name="Rektangel 1">
            <a:extLst>
              <a:ext uri="{FF2B5EF4-FFF2-40B4-BE49-F238E27FC236}">
                <a16:creationId xmlns:a16="http://schemas.microsoft.com/office/drawing/2014/main" id="{8CB54D9B-DC92-DA1A-226B-CD2C8BA86DA7}"/>
              </a:ext>
            </a:extLst>
          </p:cNvPr>
          <p:cNvSpPr/>
          <p:nvPr userDrawn="1"/>
        </p:nvSpPr>
        <p:spPr>
          <a:xfrm>
            <a:off x="0" y="0"/>
            <a:ext cx="473015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Rektangel 2">
            <a:extLst>
              <a:ext uri="{FF2B5EF4-FFF2-40B4-BE49-F238E27FC236}">
                <a16:creationId xmlns:a16="http://schemas.microsoft.com/office/drawing/2014/main" id="{9B506AB1-D825-4EB6-CF40-C3480ED520B7}"/>
              </a:ext>
            </a:extLst>
          </p:cNvPr>
          <p:cNvSpPr/>
          <p:nvPr userDrawn="1"/>
        </p:nvSpPr>
        <p:spPr>
          <a:xfrm>
            <a:off x="5287994" y="1062317"/>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4" name="Grafik 3" descr="Badge 1 med massiv udfyldning">
            <a:extLst>
              <a:ext uri="{FF2B5EF4-FFF2-40B4-BE49-F238E27FC236}">
                <a16:creationId xmlns:a16="http://schemas.microsoft.com/office/drawing/2014/main" id="{4ED77CCF-5526-0410-E4FD-E7E859138F2A}"/>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56075" y="1101136"/>
            <a:ext cx="552091" cy="552091"/>
          </a:xfrm>
          <a:prstGeom prst="rect">
            <a:avLst/>
          </a:prstGeom>
        </p:spPr>
      </p:pic>
      <p:pic>
        <p:nvPicPr>
          <p:cNvPr id="5" name="Grafik 4" descr="Badge med massiv udfyldning">
            <a:extLst>
              <a:ext uri="{FF2B5EF4-FFF2-40B4-BE49-F238E27FC236}">
                <a16:creationId xmlns:a16="http://schemas.microsoft.com/office/drawing/2014/main" id="{FFACF88F-F1AB-4C4D-2E13-D9B9F1A38458}"/>
              </a:ext>
            </a:extLst>
          </p:cNvPr>
          <p:cNvPicPr>
            <a:picLocks noChangeAspect="1"/>
          </p:cNvPicPr>
          <p:nvPr userDrawn="1"/>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825590" y="1104833"/>
            <a:ext cx="552091" cy="552091"/>
          </a:xfrm>
          <a:prstGeom prst="rect">
            <a:avLst/>
          </a:prstGeom>
        </p:spPr>
      </p:pic>
      <p:pic>
        <p:nvPicPr>
          <p:cNvPr id="6" name="Grafik 5" descr="Badge 3 med massiv udfyldning">
            <a:extLst>
              <a:ext uri="{FF2B5EF4-FFF2-40B4-BE49-F238E27FC236}">
                <a16:creationId xmlns:a16="http://schemas.microsoft.com/office/drawing/2014/main" id="{8B358B7B-5E14-AE3F-D8AA-B729C070C4F1}"/>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556074" y="3805721"/>
            <a:ext cx="552091" cy="552091"/>
          </a:xfrm>
          <a:prstGeom prst="rect">
            <a:avLst/>
          </a:prstGeom>
        </p:spPr>
      </p:pic>
      <p:pic>
        <p:nvPicPr>
          <p:cNvPr id="7" name="Grafik 6" descr="Badge 4 med massiv udfyldning">
            <a:extLst>
              <a:ext uri="{FF2B5EF4-FFF2-40B4-BE49-F238E27FC236}">
                <a16:creationId xmlns:a16="http://schemas.microsoft.com/office/drawing/2014/main" id="{5D24D015-CF3E-99BD-A501-5E223E43BDAC}"/>
              </a:ext>
            </a:extLst>
          </p:cNvPr>
          <p:cNvPicPr>
            <a:picLocks noChangeAspect="1"/>
          </p:cNvPicPr>
          <p:nvPr userDrawn="1"/>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25590" y="3805721"/>
            <a:ext cx="552091" cy="552091"/>
          </a:xfrm>
          <a:prstGeom prst="rect">
            <a:avLst/>
          </a:prstGeom>
        </p:spPr>
      </p:pic>
      <p:sp>
        <p:nvSpPr>
          <p:cNvPr id="8" name="Rektangel 7">
            <a:extLst>
              <a:ext uri="{FF2B5EF4-FFF2-40B4-BE49-F238E27FC236}">
                <a16:creationId xmlns:a16="http://schemas.microsoft.com/office/drawing/2014/main" id="{89DB1CD2-83C8-EE75-BD73-D47E423A7480}"/>
              </a:ext>
            </a:extLst>
          </p:cNvPr>
          <p:cNvSpPr/>
          <p:nvPr userDrawn="1"/>
        </p:nvSpPr>
        <p:spPr>
          <a:xfrm>
            <a:off x="8557509" y="1062317"/>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Rektangel 8">
            <a:extLst>
              <a:ext uri="{FF2B5EF4-FFF2-40B4-BE49-F238E27FC236}">
                <a16:creationId xmlns:a16="http://schemas.microsoft.com/office/drawing/2014/main" id="{233ED9F8-307B-A01C-39DB-A29F79F7C8DD}"/>
              </a:ext>
            </a:extLst>
          </p:cNvPr>
          <p:cNvSpPr/>
          <p:nvPr userDrawn="1"/>
        </p:nvSpPr>
        <p:spPr>
          <a:xfrm>
            <a:off x="5298112" y="3766902"/>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3" name="Rektangel 12">
            <a:extLst>
              <a:ext uri="{FF2B5EF4-FFF2-40B4-BE49-F238E27FC236}">
                <a16:creationId xmlns:a16="http://schemas.microsoft.com/office/drawing/2014/main" id="{618AACC1-26AA-FDA8-973D-5F3AAB621549}"/>
              </a:ext>
            </a:extLst>
          </p:cNvPr>
          <p:cNvSpPr/>
          <p:nvPr userDrawn="1"/>
        </p:nvSpPr>
        <p:spPr>
          <a:xfrm>
            <a:off x="8557509" y="3766902"/>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4" name="Pladsholder til tekst 18">
            <a:extLst>
              <a:ext uri="{FF2B5EF4-FFF2-40B4-BE49-F238E27FC236}">
                <a16:creationId xmlns:a16="http://schemas.microsoft.com/office/drawing/2014/main" id="{A2387C31-BB0B-7872-3143-59931D057151}"/>
              </a:ext>
            </a:extLst>
          </p:cNvPr>
          <p:cNvSpPr>
            <a:spLocks noGrp="1"/>
          </p:cNvSpPr>
          <p:nvPr>
            <p:ph type="body" sz="quarter" idx="22"/>
          </p:nvPr>
        </p:nvSpPr>
        <p:spPr>
          <a:xfrm>
            <a:off x="8738768" y="1703690"/>
            <a:ext cx="2715620" cy="351136"/>
          </a:xfrm>
          <a:prstGeom prst="rect">
            <a:avLst/>
          </a:prstGeom>
        </p:spPr>
        <p:txBody>
          <a:bodyPr/>
          <a:lstStyle>
            <a:lvl1pPr marL="0" indent="0" algn="ctr">
              <a:buNone/>
              <a:defRPr sz="1800"/>
            </a:lvl1pPr>
          </a:lstStyle>
          <a:p>
            <a:pPr lvl="0"/>
            <a:r>
              <a:rPr lang="da-DK"/>
              <a:t>Klik for at redigere teksttypografierne i masteren</a:t>
            </a:r>
          </a:p>
        </p:txBody>
      </p:sp>
      <p:sp>
        <p:nvSpPr>
          <p:cNvPr id="15" name="Pladsholder til tekst 18">
            <a:extLst>
              <a:ext uri="{FF2B5EF4-FFF2-40B4-BE49-F238E27FC236}">
                <a16:creationId xmlns:a16="http://schemas.microsoft.com/office/drawing/2014/main" id="{B5B4272F-2918-6F2A-E7A6-8F2B35213F52}"/>
              </a:ext>
            </a:extLst>
          </p:cNvPr>
          <p:cNvSpPr>
            <a:spLocks noGrp="1"/>
          </p:cNvSpPr>
          <p:nvPr>
            <p:ph type="body" sz="quarter" idx="23"/>
          </p:nvPr>
        </p:nvSpPr>
        <p:spPr>
          <a:xfrm>
            <a:off x="5467064" y="4408275"/>
            <a:ext cx="2715620" cy="351136"/>
          </a:xfrm>
          <a:prstGeom prst="rect">
            <a:avLst/>
          </a:prstGeom>
        </p:spPr>
        <p:txBody>
          <a:bodyPr/>
          <a:lstStyle>
            <a:lvl1pPr marL="0" indent="0" algn="ctr">
              <a:buNone/>
              <a:defRPr sz="1800"/>
            </a:lvl1pPr>
          </a:lstStyle>
          <a:p>
            <a:pPr lvl="0"/>
            <a:r>
              <a:rPr lang="da-DK"/>
              <a:t>Klik for at redigere teksttypografierne i masteren</a:t>
            </a:r>
          </a:p>
        </p:txBody>
      </p:sp>
      <p:sp>
        <p:nvSpPr>
          <p:cNvPr id="16" name="Pladsholder til tekst 18">
            <a:extLst>
              <a:ext uri="{FF2B5EF4-FFF2-40B4-BE49-F238E27FC236}">
                <a16:creationId xmlns:a16="http://schemas.microsoft.com/office/drawing/2014/main" id="{68813193-889D-153B-1F8B-F898A14E6A87}"/>
              </a:ext>
            </a:extLst>
          </p:cNvPr>
          <p:cNvSpPr>
            <a:spLocks noGrp="1"/>
          </p:cNvSpPr>
          <p:nvPr>
            <p:ph type="body" sz="quarter" idx="24"/>
          </p:nvPr>
        </p:nvSpPr>
        <p:spPr>
          <a:xfrm>
            <a:off x="8738768" y="4408275"/>
            <a:ext cx="2715620" cy="351136"/>
          </a:xfrm>
          <a:prstGeom prst="rect">
            <a:avLst/>
          </a:prstGeom>
        </p:spPr>
        <p:txBody>
          <a:bodyPr/>
          <a:lstStyle>
            <a:lvl1pPr marL="0" indent="0" algn="ctr">
              <a:buNone/>
              <a:defRPr sz="1800"/>
            </a:lvl1pPr>
          </a:lstStyle>
          <a:p>
            <a:pPr lvl="0"/>
            <a:r>
              <a:rPr lang="da-DK"/>
              <a:t>Klik for at redigere teksttypografierne i masteren</a:t>
            </a:r>
          </a:p>
        </p:txBody>
      </p:sp>
      <p:pic>
        <p:nvPicPr>
          <p:cNvPr id="17" name="Billede 10" descr="Et billede, der indeholder sort, mørke&#10;&#10;Automatisk genereret beskrivelse">
            <a:extLst>
              <a:ext uri="{FF2B5EF4-FFF2-40B4-BE49-F238E27FC236}">
                <a16:creationId xmlns:a16="http://schemas.microsoft.com/office/drawing/2014/main" id="{4994E521-DAAE-1BD3-9CA1-C6634778FE5F}"/>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1674391457"/>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re bobler med tekst blå">
    <p:bg>
      <p:bgPr>
        <a:solidFill>
          <a:schemeClr val="accent6"/>
        </a:solid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83CE87A5-ECA9-CD2B-A171-836580D096BB}"/>
              </a:ext>
            </a:extLst>
          </p:cNvPr>
          <p:cNvSpPr/>
          <p:nvPr/>
        </p:nvSpPr>
        <p:spPr>
          <a:xfrm>
            <a:off x="4068792" y="519023"/>
            <a:ext cx="2909977" cy="2909977"/>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9" name="Ellipse 8">
            <a:extLst>
              <a:ext uri="{FF2B5EF4-FFF2-40B4-BE49-F238E27FC236}">
                <a16:creationId xmlns:a16="http://schemas.microsoft.com/office/drawing/2014/main" id="{93141B8E-46A2-CB74-8EA1-5BE2A7F15701}"/>
              </a:ext>
            </a:extLst>
          </p:cNvPr>
          <p:cNvSpPr/>
          <p:nvPr/>
        </p:nvSpPr>
        <p:spPr>
          <a:xfrm>
            <a:off x="609338" y="2631057"/>
            <a:ext cx="3707920" cy="370792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1" name="Ellipse 10">
            <a:extLst>
              <a:ext uri="{FF2B5EF4-FFF2-40B4-BE49-F238E27FC236}">
                <a16:creationId xmlns:a16="http://schemas.microsoft.com/office/drawing/2014/main" id="{A2A7E27C-915E-59A0-86E3-1A9945540C1B}"/>
              </a:ext>
            </a:extLst>
          </p:cNvPr>
          <p:cNvSpPr/>
          <p:nvPr/>
        </p:nvSpPr>
        <p:spPr>
          <a:xfrm>
            <a:off x="7330684" y="1620328"/>
            <a:ext cx="4251978" cy="4251978"/>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3" name="Ellipse 12">
            <a:extLst>
              <a:ext uri="{FF2B5EF4-FFF2-40B4-BE49-F238E27FC236}">
                <a16:creationId xmlns:a16="http://schemas.microsoft.com/office/drawing/2014/main" id="{53C725DE-84C6-C88B-AFFF-A919380FF621}"/>
              </a:ext>
            </a:extLst>
          </p:cNvPr>
          <p:cNvSpPr/>
          <p:nvPr/>
        </p:nvSpPr>
        <p:spPr>
          <a:xfrm>
            <a:off x="6827187" y="408346"/>
            <a:ext cx="655079" cy="65507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3" name="Ellipse 2">
            <a:extLst>
              <a:ext uri="{FF2B5EF4-FFF2-40B4-BE49-F238E27FC236}">
                <a16:creationId xmlns:a16="http://schemas.microsoft.com/office/drawing/2014/main" id="{7F3AA8B3-2C05-C4B0-4E6D-48FBCE56521B}"/>
              </a:ext>
            </a:extLst>
          </p:cNvPr>
          <p:cNvSpPr/>
          <p:nvPr userDrawn="1"/>
        </p:nvSpPr>
        <p:spPr>
          <a:xfrm>
            <a:off x="609338" y="2631057"/>
            <a:ext cx="3707920" cy="370792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4" name="Ellipse 13">
            <a:extLst>
              <a:ext uri="{FF2B5EF4-FFF2-40B4-BE49-F238E27FC236}">
                <a16:creationId xmlns:a16="http://schemas.microsoft.com/office/drawing/2014/main" id="{758B31E1-3328-84E4-8987-5C462AC11539}"/>
              </a:ext>
            </a:extLst>
          </p:cNvPr>
          <p:cNvSpPr/>
          <p:nvPr/>
        </p:nvSpPr>
        <p:spPr>
          <a:xfrm>
            <a:off x="7644752" y="202328"/>
            <a:ext cx="412036" cy="41203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5" name="Ellipse 14">
            <a:extLst>
              <a:ext uri="{FF2B5EF4-FFF2-40B4-BE49-F238E27FC236}">
                <a16:creationId xmlns:a16="http://schemas.microsoft.com/office/drawing/2014/main" id="{3F6234BE-83D1-240D-4D58-72754CAEE0C1}"/>
              </a:ext>
            </a:extLst>
          </p:cNvPr>
          <p:cNvSpPr/>
          <p:nvPr/>
        </p:nvSpPr>
        <p:spPr>
          <a:xfrm>
            <a:off x="6827187" y="5165925"/>
            <a:ext cx="960956" cy="96095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6" name="Ellipse 15">
            <a:extLst>
              <a:ext uri="{FF2B5EF4-FFF2-40B4-BE49-F238E27FC236}">
                <a16:creationId xmlns:a16="http://schemas.microsoft.com/office/drawing/2014/main" id="{57FB2691-1176-452F-0A9D-761F697D3882}"/>
              </a:ext>
            </a:extLst>
          </p:cNvPr>
          <p:cNvSpPr/>
          <p:nvPr/>
        </p:nvSpPr>
        <p:spPr>
          <a:xfrm>
            <a:off x="6222758" y="6126881"/>
            <a:ext cx="604429" cy="60442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7" name="Ellipse 16">
            <a:extLst>
              <a:ext uri="{FF2B5EF4-FFF2-40B4-BE49-F238E27FC236}">
                <a16:creationId xmlns:a16="http://schemas.microsoft.com/office/drawing/2014/main" id="{17E970B3-526D-36C0-6FEC-E52D6E47CF5A}"/>
              </a:ext>
            </a:extLst>
          </p:cNvPr>
          <p:cNvSpPr/>
          <p:nvPr/>
        </p:nvSpPr>
        <p:spPr>
          <a:xfrm>
            <a:off x="634025" y="2062593"/>
            <a:ext cx="822170" cy="82217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8" name="Ellipse 17">
            <a:extLst>
              <a:ext uri="{FF2B5EF4-FFF2-40B4-BE49-F238E27FC236}">
                <a16:creationId xmlns:a16="http://schemas.microsoft.com/office/drawing/2014/main" id="{11BB4071-3150-A599-8E25-7815CF382353}"/>
              </a:ext>
            </a:extLst>
          </p:cNvPr>
          <p:cNvSpPr/>
          <p:nvPr/>
        </p:nvSpPr>
        <p:spPr>
          <a:xfrm>
            <a:off x="166833" y="1592729"/>
            <a:ext cx="517134" cy="517134"/>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 name="Ellipse 1">
            <a:extLst>
              <a:ext uri="{FF2B5EF4-FFF2-40B4-BE49-F238E27FC236}">
                <a16:creationId xmlns:a16="http://schemas.microsoft.com/office/drawing/2014/main" id="{A117ABEB-F554-90F4-14E7-F55EE5C5F93E}"/>
              </a:ext>
            </a:extLst>
          </p:cNvPr>
          <p:cNvSpPr/>
          <p:nvPr userDrawn="1"/>
        </p:nvSpPr>
        <p:spPr>
          <a:xfrm>
            <a:off x="4068636" y="525544"/>
            <a:ext cx="2909977" cy="2909977"/>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5" name="Ellipse 4">
            <a:extLst>
              <a:ext uri="{FF2B5EF4-FFF2-40B4-BE49-F238E27FC236}">
                <a16:creationId xmlns:a16="http://schemas.microsoft.com/office/drawing/2014/main" id="{D3A1C5A1-CBFF-C01B-25C4-671C8913BC15}"/>
              </a:ext>
            </a:extLst>
          </p:cNvPr>
          <p:cNvSpPr/>
          <p:nvPr userDrawn="1"/>
        </p:nvSpPr>
        <p:spPr>
          <a:xfrm>
            <a:off x="7323317" y="1625499"/>
            <a:ext cx="4251978" cy="4251978"/>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6" name="Ellipse 5">
            <a:extLst>
              <a:ext uri="{FF2B5EF4-FFF2-40B4-BE49-F238E27FC236}">
                <a16:creationId xmlns:a16="http://schemas.microsoft.com/office/drawing/2014/main" id="{AE116660-E934-3A72-FD4F-EA8374349EE7}"/>
              </a:ext>
            </a:extLst>
          </p:cNvPr>
          <p:cNvSpPr/>
          <p:nvPr userDrawn="1"/>
        </p:nvSpPr>
        <p:spPr>
          <a:xfrm>
            <a:off x="6827187" y="408346"/>
            <a:ext cx="655079" cy="65507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8" name="Ellipse 7">
            <a:extLst>
              <a:ext uri="{FF2B5EF4-FFF2-40B4-BE49-F238E27FC236}">
                <a16:creationId xmlns:a16="http://schemas.microsoft.com/office/drawing/2014/main" id="{7C6644AE-291D-EBF5-F944-6B80EF6A6CC8}"/>
              </a:ext>
            </a:extLst>
          </p:cNvPr>
          <p:cNvSpPr/>
          <p:nvPr userDrawn="1"/>
        </p:nvSpPr>
        <p:spPr>
          <a:xfrm>
            <a:off x="7644752" y="202328"/>
            <a:ext cx="412036" cy="41203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9" name="Ellipse 18">
            <a:extLst>
              <a:ext uri="{FF2B5EF4-FFF2-40B4-BE49-F238E27FC236}">
                <a16:creationId xmlns:a16="http://schemas.microsoft.com/office/drawing/2014/main" id="{1B193AD5-977E-33AA-201F-ED30ADA9BE8B}"/>
              </a:ext>
            </a:extLst>
          </p:cNvPr>
          <p:cNvSpPr/>
          <p:nvPr userDrawn="1"/>
        </p:nvSpPr>
        <p:spPr>
          <a:xfrm>
            <a:off x="6827187" y="5165925"/>
            <a:ext cx="960956" cy="96095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0" name="Ellipse 19">
            <a:extLst>
              <a:ext uri="{FF2B5EF4-FFF2-40B4-BE49-F238E27FC236}">
                <a16:creationId xmlns:a16="http://schemas.microsoft.com/office/drawing/2014/main" id="{DB76A853-7D73-F331-0265-375AC6A9CC53}"/>
              </a:ext>
            </a:extLst>
          </p:cNvPr>
          <p:cNvSpPr/>
          <p:nvPr userDrawn="1"/>
        </p:nvSpPr>
        <p:spPr>
          <a:xfrm>
            <a:off x="6222758" y="6126881"/>
            <a:ext cx="604429" cy="60442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1" name="Ellipse 20">
            <a:extLst>
              <a:ext uri="{FF2B5EF4-FFF2-40B4-BE49-F238E27FC236}">
                <a16:creationId xmlns:a16="http://schemas.microsoft.com/office/drawing/2014/main" id="{E2CE9343-857D-98C7-B7AC-38BF08846795}"/>
              </a:ext>
            </a:extLst>
          </p:cNvPr>
          <p:cNvSpPr/>
          <p:nvPr userDrawn="1"/>
        </p:nvSpPr>
        <p:spPr>
          <a:xfrm>
            <a:off x="634025" y="2062593"/>
            <a:ext cx="822170" cy="82217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2" name="Ellipse 21">
            <a:extLst>
              <a:ext uri="{FF2B5EF4-FFF2-40B4-BE49-F238E27FC236}">
                <a16:creationId xmlns:a16="http://schemas.microsoft.com/office/drawing/2014/main" id="{8B451847-A9D2-EB28-EEF7-CE27EF5AF4FA}"/>
              </a:ext>
            </a:extLst>
          </p:cNvPr>
          <p:cNvSpPr/>
          <p:nvPr userDrawn="1"/>
        </p:nvSpPr>
        <p:spPr>
          <a:xfrm>
            <a:off x="166833" y="1592729"/>
            <a:ext cx="517134" cy="517134"/>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0" name="Pladsholder til tekst 6">
            <a:extLst>
              <a:ext uri="{FF2B5EF4-FFF2-40B4-BE49-F238E27FC236}">
                <a16:creationId xmlns:a16="http://schemas.microsoft.com/office/drawing/2014/main" id="{8D3A1E7F-5B84-F8A8-41C7-89307A7B2EDF}"/>
              </a:ext>
            </a:extLst>
          </p:cNvPr>
          <p:cNvSpPr>
            <a:spLocks noGrp="1"/>
          </p:cNvSpPr>
          <p:nvPr>
            <p:ph type="body" sz="quarter" idx="11"/>
          </p:nvPr>
        </p:nvSpPr>
        <p:spPr>
          <a:xfrm>
            <a:off x="1194319" y="3354628"/>
            <a:ext cx="2508405" cy="2203884"/>
          </a:xfrm>
          <a:prstGeom prst="rect">
            <a:avLst/>
          </a:prstGeom>
        </p:spPr>
        <p:txBody>
          <a:bodyPr anchor="ctr"/>
          <a:lstStyle>
            <a:lvl1pPr marL="0" indent="0" algn="ctr">
              <a:buNone/>
              <a:defRPr sz="1800">
                <a:solidFill>
                  <a:schemeClr val="bg1"/>
                </a:solidFill>
              </a:defRPr>
            </a:lvl1pPr>
          </a:lstStyle>
          <a:p>
            <a:pPr lvl="0"/>
            <a:r>
              <a:rPr lang="da-DK"/>
              <a:t>Klik for at redigere teksttypografierne i masteren</a:t>
            </a:r>
          </a:p>
        </p:txBody>
      </p:sp>
      <p:sp>
        <p:nvSpPr>
          <p:cNvPr id="23" name="Pladsholder til tekst 6">
            <a:extLst>
              <a:ext uri="{FF2B5EF4-FFF2-40B4-BE49-F238E27FC236}">
                <a16:creationId xmlns:a16="http://schemas.microsoft.com/office/drawing/2014/main" id="{2882F17C-00F2-A813-2186-4FE5B2FBF792}"/>
              </a:ext>
            </a:extLst>
          </p:cNvPr>
          <p:cNvSpPr>
            <a:spLocks noGrp="1"/>
          </p:cNvSpPr>
          <p:nvPr>
            <p:ph type="body" sz="quarter" idx="12"/>
          </p:nvPr>
        </p:nvSpPr>
        <p:spPr>
          <a:xfrm>
            <a:off x="8056787" y="2267340"/>
            <a:ext cx="2813375" cy="2898586"/>
          </a:xfrm>
          <a:prstGeom prst="rect">
            <a:avLst/>
          </a:prstGeom>
        </p:spPr>
        <p:txBody>
          <a:bodyPr anchor="ctr"/>
          <a:lstStyle>
            <a:lvl1pPr marL="0" indent="0" algn="ctr">
              <a:buNone/>
              <a:defRPr sz="1800">
                <a:solidFill>
                  <a:schemeClr val="bg1"/>
                </a:solidFill>
              </a:defRPr>
            </a:lvl1pPr>
          </a:lstStyle>
          <a:p>
            <a:pPr lvl="0"/>
            <a:r>
              <a:rPr lang="da-DK"/>
              <a:t>Klik for at redigere teksttypografierne i masteren</a:t>
            </a:r>
          </a:p>
        </p:txBody>
      </p:sp>
      <p:sp>
        <p:nvSpPr>
          <p:cNvPr id="24" name="Pladsholder til tekst 6">
            <a:extLst>
              <a:ext uri="{FF2B5EF4-FFF2-40B4-BE49-F238E27FC236}">
                <a16:creationId xmlns:a16="http://schemas.microsoft.com/office/drawing/2014/main" id="{0EA4F555-26FA-340F-7755-423F83BD09FE}"/>
              </a:ext>
            </a:extLst>
          </p:cNvPr>
          <p:cNvSpPr>
            <a:spLocks noGrp="1"/>
          </p:cNvSpPr>
          <p:nvPr>
            <p:ph type="body" sz="quarter" idx="13"/>
          </p:nvPr>
        </p:nvSpPr>
        <p:spPr>
          <a:xfrm>
            <a:off x="4567240" y="1063426"/>
            <a:ext cx="1948713" cy="1821338"/>
          </a:xfrm>
          <a:prstGeom prst="rect">
            <a:avLst/>
          </a:prstGeom>
        </p:spPr>
        <p:txBody>
          <a:bodyPr anchor="ctr"/>
          <a:lstStyle>
            <a:lvl1pPr marL="0" indent="0" algn="ctr">
              <a:buNone/>
              <a:defRPr sz="1800">
                <a:solidFill>
                  <a:schemeClr val="bg1"/>
                </a:solidFill>
              </a:defRPr>
            </a:lvl1pPr>
          </a:lstStyle>
          <a:p>
            <a:pPr lvl="0"/>
            <a:r>
              <a:rPr lang="da-DK"/>
              <a:t>Klik for at redigere teksttypografierne i masteren</a:t>
            </a:r>
          </a:p>
        </p:txBody>
      </p:sp>
    </p:spTree>
    <p:extLst>
      <p:ext uri="{BB962C8B-B14F-4D97-AF65-F5344CB8AC3E}">
        <p14:creationId xmlns:p14="http://schemas.microsoft.com/office/powerpoint/2010/main" val="30766253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re bokse med tekst gul">
    <p:bg>
      <p:bgPr>
        <a:solidFill>
          <a:schemeClr val="accent3"/>
        </a:solidFill>
        <a:effectLst/>
      </p:bgPr>
    </p:bg>
    <p:spTree>
      <p:nvGrpSpPr>
        <p:cNvPr id="1" name=""/>
        <p:cNvGrpSpPr/>
        <p:nvPr/>
      </p:nvGrpSpPr>
      <p:grpSpPr>
        <a:xfrm>
          <a:off x="0" y="0"/>
          <a:ext cx="0" cy="0"/>
          <a:chOff x="0" y="0"/>
          <a:chExt cx="0" cy="0"/>
        </a:xfrm>
      </p:grpSpPr>
      <p:sp>
        <p:nvSpPr>
          <p:cNvPr id="5" name="Ellipse 4">
            <a:extLst>
              <a:ext uri="{FF2B5EF4-FFF2-40B4-BE49-F238E27FC236}">
                <a16:creationId xmlns:a16="http://schemas.microsoft.com/office/drawing/2014/main" id="{D3A1C5A1-CBFF-C01B-25C4-671C8913BC15}"/>
              </a:ext>
            </a:extLst>
          </p:cNvPr>
          <p:cNvSpPr/>
          <p:nvPr userDrawn="1"/>
        </p:nvSpPr>
        <p:spPr>
          <a:xfrm>
            <a:off x="7330684" y="1620328"/>
            <a:ext cx="4251978" cy="4251978"/>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1" name="Ellipse 10">
            <a:extLst>
              <a:ext uri="{FF2B5EF4-FFF2-40B4-BE49-F238E27FC236}">
                <a16:creationId xmlns:a16="http://schemas.microsoft.com/office/drawing/2014/main" id="{A2A7E27C-915E-59A0-86E3-1A9945540C1B}"/>
              </a:ext>
            </a:extLst>
          </p:cNvPr>
          <p:cNvSpPr/>
          <p:nvPr/>
        </p:nvSpPr>
        <p:spPr>
          <a:xfrm>
            <a:off x="7330684" y="1620328"/>
            <a:ext cx="4251978" cy="4251978"/>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9" name="Ellipse 8">
            <a:extLst>
              <a:ext uri="{FF2B5EF4-FFF2-40B4-BE49-F238E27FC236}">
                <a16:creationId xmlns:a16="http://schemas.microsoft.com/office/drawing/2014/main" id="{93141B8E-46A2-CB74-8EA1-5BE2A7F15701}"/>
              </a:ext>
            </a:extLst>
          </p:cNvPr>
          <p:cNvSpPr/>
          <p:nvPr/>
        </p:nvSpPr>
        <p:spPr>
          <a:xfrm>
            <a:off x="609338" y="2631057"/>
            <a:ext cx="3707920" cy="370792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 name="Ellipse 1">
            <a:extLst>
              <a:ext uri="{FF2B5EF4-FFF2-40B4-BE49-F238E27FC236}">
                <a16:creationId xmlns:a16="http://schemas.microsoft.com/office/drawing/2014/main" id="{A117ABEB-F554-90F4-14E7-F55EE5C5F93E}"/>
              </a:ext>
            </a:extLst>
          </p:cNvPr>
          <p:cNvSpPr/>
          <p:nvPr userDrawn="1"/>
        </p:nvSpPr>
        <p:spPr>
          <a:xfrm>
            <a:off x="4068792" y="519023"/>
            <a:ext cx="2909977" cy="2909977"/>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3" name="Ellipse 2">
            <a:extLst>
              <a:ext uri="{FF2B5EF4-FFF2-40B4-BE49-F238E27FC236}">
                <a16:creationId xmlns:a16="http://schemas.microsoft.com/office/drawing/2014/main" id="{7F3AA8B3-2C05-C4B0-4E6D-48FBCE56521B}"/>
              </a:ext>
            </a:extLst>
          </p:cNvPr>
          <p:cNvSpPr/>
          <p:nvPr userDrawn="1"/>
        </p:nvSpPr>
        <p:spPr>
          <a:xfrm>
            <a:off x="624644" y="2631672"/>
            <a:ext cx="3707920" cy="3707920"/>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4" name="Ellipse 3">
            <a:extLst>
              <a:ext uri="{FF2B5EF4-FFF2-40B4-BE49-F238E27FC236}">
                <a16:creationId xmlns:a16="http://schemas.microsoft.com/office/drawing/2014/main" id="{83CE87A5-ECA9-CD2B-A171-836580D096BB}"/>
              </a:ext>
            </a:extLst>
          </p:cNvPr>
          <p:cNvSpPr/>
          <p:nvPr/>
        </p:nvSpPr>
        <p:spPr>
          <a:xfrm>
            <a:off x="4068792" y="519023"/>
            <a:ext cx="2909977" cy="2909977"/>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3" name="Ellipse 12">
            <a:extLst>
              <a:ext uri="{FF2B5EF4-FFF2-40B4-BE49-F238E27FC236}">
                <a16:creationId xmlns:a16="http://schemas.microsoft.com/office/drawing/2014/main" id="{53C725DE-84C6-C88B-AFFF-A919380FF621}"/>
              </a:ext>
            </a:extLst>
          </p:cNvPr>
          <p:cNvSpPr/>
          <p:nvPr/>
        </p:nvSpPr>
        <p:spPr>
          <a:xfrm>
            <a:off x="6827187" y="408346"/>
            <a:ext cx="655079" cy="65507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4" name="Ellipse 13">
            <a:extLst>
              <a:ext uri="{FF2B5EF4-FFF2-40B4-BE49-F238E27FC236}">
                <a16:creationId xmlns:a16="http://schemas.microsoft.com/office/drawing/2014/main" id="{758B31E1-3328-84E4-8987-5C462AC11539}"/>
              </a:ext>
            </a:extLst>
          </p:cNvPr>
          <p:cNvSpPr/>
          <p:nvPr/>
        </p:nvSpPr>
        <p:spPr>
          <a:xfrm>
            <a:off x="7644752" y="202328"/>
            <a:ext cx="412036" cy="41203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5" name="Ellipse 14">
            <a:extLst>
              <a:ext uri="{FF2B5EF4-FFF2-40B4-BE49-F238E27FC236}">
                <a16:creationId xmlns:a16="http://schemas.microsoft.com/office/drawing/2014/main" id="{3F6234BE-83D1-240D-4D58-72754CAEE0C1}"/>
              </a:ext>
            </a:extLst>
          </p:cNvPr>
          <p:cNvSpPr/>
          <p:nvPr/>
        </p:nvSpPr>
        <p:spPr>
          <a:xfrm>
            <a:off x="6827187" y="5165925"/>
            <a:ext cx="960956" cy="96095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6" name="Ellipse 15">
            <a:extLst>
              <a:ext uri="{FF2B5EF4-FFF2-40B4-BE49-F238E27FC236}">
                <a16:creationId xmlns:a16="http://schemas.microsoft.com/office/drawing/2014/main" id="{57FB2691-1176-452F-0A9D-761F697D3882}"/>
              </a:ext>
            </a:extLst>
          </p:cNvPr>
          <p:cNvSpPr/>
          <p:nvPr/>
        </p:nvSpPr>
        <p:spPr>
          <a:xfrm>
            <a:off x="6222758" y="6126881"/>
            <a:ext cx="604429" cy="60442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7" name="Ellipse 16">
            <a:extLst>
              <a:ext uri="{FF2B5EF4-FFF2-40B4-BE49-F238E27FC236}">
                <a16:creationId xmlns:a16="http://schemas.microsoft.com/office/drawing/2014/main" id="{17E970B3-526D-36C0-6FEC-E52D6E47CF5A}"/>
              </a:ext>
            </a:extLst>
          </p:cNvPr>
          <p:cNvSpPr/>
          <p:nvPr/>
        </p:nvSpPr>
        <p:spPr>
          <a:xfrm>
            <a:off x="634025" y="2062593"/>
            <a:ext cx="822170" cy="82217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8" name="Ellipse 17">
            <a:extLst>
              <a:ext uri="{FF2B5EF4-FFF2-40B4-BE49-F238E27FC236}">
                <a16:creationId xmlns:a16="http://schemas.microsoft.com/office/drawing/2014/main" id="{11BB4071-3150-A599-8E25-7815CF382353}"/>
              </a:ext>
            </a:extLst>
          </p:cNvPr>
          <p:cNvSpPr/>
          <p:nvPr/>
        </p:nvSpPr>
        <p:spPr>
          <a:xfrm>
            <a:off x="166833" y="1592729"/>
            <a:ext cx="517134" cy="517134"/>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6" name="Ellipse 5">
            <a:extLst>
              <a:ext uri="{FF2B5EF4-FFF2-40B4-BE49-F238E27FC236}">
                <a16:creationId xmlns:a16="http://schemas.microsoft.com/office/drawing/2014/main" id="{AE116660-E934-3A72-FD4F-EA8374349EE7}"/>
              </a:ext>
            </a:extLst>
          </p:cNvPr>
          <p:cNvSpPr/>
          <p:nvPr userDrawn="1"/>
        </p:nvSpPr>
        <p:spPr>
          <a:xfrm>
            <a:off x="6827187" y="408346"/>
            <a:ext cx="655079" cy="655079"/>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8" name="Ellipse 7">
            <a:extLst>
              <a:ext uri="{FF2B5EF4-FFF2-40B4-BE49-F238E27FC236}">
                <a16:creationId xmlns:a16="http://schemas.microsoft.com/office/drawing/2014/main" id="{7C6644AE-291D-EBF5-F944-6B80EF6A6CC8}"/>
              </a:ext>
            </a:extLst>
          </p:cNvPr>
          <p:cNvSpPr/>
          <p:nvPr userDrawn="1"/>
        </p:nvSpPr>
        <p:spPr>
          <a:xfrm>
            <a:off x="7644752" y="202328"/>
            <a:ext cx="412036" cy="412036"/>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9" name="Ellipse 18">
            <a:extLst>
              <a:ext uri="{FF2B5EF4-FFF2-40B4-BE49-F238E27FC236}">
                <a16:creationId xmlns:a16="http://schemas.microsoft.com/office/drawing/2014/main" id="{1B193AD5-977E-33AA-201F-ED30ADA9BE8B}"/>
              </a:ext>
            </a:extLst>
          </p:cNvPr>
          <p:cNvSpPr/>
          <p:nvPr userDrawn="1"/>
        </p:nvSpPr>
        <p:spPr>
          <a:xfrm>
            <a:off x="6827187" y="5165925"/>
            <a:ext cx="960956" cy="960956"/>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0" name="Ellipse 19">
            <a:extLst>
              <a:ext uri="{FF2B5EF4-FFF2-40B4-BE49-F238E27FC236}">
                <a16:creationId xmlns:a16="http://schemas.microsoft.com/office/drawing/2014/main" id="{DB76A853-7D73-F331-0265-375AC6A9CC53}"/>
              </a:ext>
            </a:extLst>
          </p:cNvPr>
          <p:cNvSpPr/>
          <p:nvPr userDrawn="1"/>
        </p:nvSpPr>
        <p:spPr>
          <a:xfrm>
            <a:off x="6222758" y="6126881"/>
            <a:ext cx="604429" cy="604429"/>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1" name="Ellipse 20">
            <a:extLst>
              <a:ext uri="{FF2B5EF4-FFF2-40B4-BE49-F238E27FC236}">
                <a16:creationId xmlns:a16="http://schemas.microsoft.com/office/drawing/2014/main" id="{E2CE9343-857D-98C7-B7AC-38BF08846795}"/>
              </a:ext>
            </a:extLst>
          </p:cNvPr>
          <p:cNvSpPr/>
          <p:nvPr userDrawn="1"/>
        </p:nvSpPr>
        <p:spPr>
          <a:xfrm>
            <a:off x="634025" y="2062593"/>
            <a:ext cx="822170" cy="822170"/>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2" name="Ellipse 21">
            <a:extLst>
              <a:ext uri="{FF2B5EF4-FFF2-40B4-BE49-F238E27FC236}">
                <a16:creationId xmlns:a16="http://schemas.microsoft.com/office/drawing/2014/main" id="{8B451847-A9D2-EB28-EEF7-CE27EF5AF4FA}"/>
              </a:ext>
            </a:extLst>
          </p:cNvPr>
          <p:cNvSpPr/>
          <p:nvPr userDrawn="1"/>
        </p:nvSpPr>
        <p:spPr>
          <a:xfrm>
            <a:off x="166833" y="1592729"/>
            <a:ext cx="517134" cy="517134"/>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0" name="Pladsholder til tekst 6">
            <a:extLst>
              <a:ext uri="{FF2B5EF4-FFF2-40B4-BE49-F238E27FC236}">
                <a16:creationId xmlns:a16="http://schemas.microsoft.com/office/drawing/2014/main" id="{8D3A1E7F-5B84-F8A8-41C7-89307A7B2EDF}"/>
              </a:ext>
            </a:extLst>
          </p:cNvPr>
          <p:cNvSpPr>
            <a:spLocks noGrp="1"/>
          </p:cNvSpPr>
          <p:nvPr>
            <p:ph type="body" sz="quarter" idx="11"/>
          </p:nvPr>
        </p:nvSpPr>
        <p:spPr>
          <a:xfrm>
            <a:off x="1242534" y="3450566"/>
            <a:ext cx="2441528" cy="2107945"/>
          </a:xfrm>
          <a:prstGeom prst="rect">
            <a:avLst/>
          </a:prstGeom>
        </p:spPr>
        <p:txBody>
          <a:bodyPr anchor="ctr"/>
          <a:lstStyle>
            <a:lvl1pPr marL="0" indent="0" algn="ctr">
              <a:buNone/>
              <a:defRPr sz="1800">
                <a:solidFill>
                  <a:schemeClr val="accent6"/>
                </a:solidFill>
              </a:defRPr>
            </a:lvl1pPr>
          </a:lstStyle>
          <a:p>
            <a:pPr lvl="0"/>
            <a:r>
              <a:rPr lang="da-DK"/>
              <a:t>Klik for at redigere teksttypografierne i masteren</a:t>
            </a:r>
          </a:p>
        </p:txBody>
      </p:sp>
      <p:sp>
        <p:nvSpPr>
          <p:cNvPr id="7" name="Pladsholder til tekst 6">
            <a:extLst>
              <a:ext uri="{FF2B5EF4-FFF2-40B4-BE49-F238E27FC236}">
                <a16:creationId xmlns:a16="http://schemas.microsoft.com/office/drawing/2014/main" id="{16FD77BF-BF2C-21DC-4882-43FB0B4F4954}"/>
              </a:ext>
            </a:extLst>
          </p:cNvPr>
          <p:cNvSpPr>
            <a:spLocks noGrp="1"/>
          </p:cNvSpPr>
          <p:nvPr>
            <p:ph type="body" sz="quarter" idx="10"/>
          </p:nvPr>
        </p:nvSpPr>
        <p:spPr>
          <a:xfrm>
            <a:off x="4565724" y="1146853"/>
            <a:ext cx="1916112" cy="1654316"/>
          </a:xfrm>
          <a:prstGeom prst="rect">
            <a:avLst/>
          </a:prstGeom>
        </p:spPr>
        <p:txBody>
          <a:bodyPr anchor="ctr"/>
          <a:lstStyle>
            <a:lvl1pPr marL="0" indent="0" algn="ctr">
              <a:buNone/>
              <a:defRPr sz="1800">
                <a:solidFill>
                  <a:schemeClr val="accent6"/>
                </a:solidFill>
              </a:defRPr>
            </a:lvl1pPr>
          </a:lstStyle>
          <a:p>
            <a:pPr lvl="0"/>
            <a:r>
              <a:rPr lang="da-DK"/>
              <a:t>Klik for at redigere teksttypografierne i masteren</a:t>
            </a:r>
          </a:p>
        </p:txBody>
      </p:sp>
      <p:sp>
        <p:nvSpPr>
          <p:cNvPr id="12" name="Pladsholder til tekst 6">
            <a:extLst>
              <a:ext uri="{FF2B5EF4-FFF2-40B4-BE49-F238E27FC236}">
                <a16:creationId xmlns:a16="http://schemas.microsoft.com/office/drawing/2014/main" id="{963992AD-36AD-AA14-246B-14784DE66386}"/>
              </a:ext>
            </a:extLst>
          </p:cNvPr>
          <p:cNvSpPr>
            <a:spLocks noGrp="1"/>
          </p:cNvSpPr>
          <p:nvPr>
            <p:ph type="body" sz="quarter" idx="12"/>
          </p:nvPr>
        </p:nvSpPr>
        <p:spPr>
          <a:xfrm>
            <a:off x="8056788" y="2537696"/>
            <a:ext cx="2799770" cy="2417241"/>
          </a:xfrm>
          <a:prstGeom prst="rect">
            <a:avLst/>
          </a:prstGeom>
        </p:spPr>
        <p:txBody>
          <a:bodyPr anchor="ctr"/>
          <a:lstStyle>
            <a:lvl1pPr marL="0" indent="0" algn="ctr">
              <a:buNone/>
              <a:defRPr sz="1800">
                <a:solidFill>
                  <a:schemeClr val="accent6"/>
                </a:solidFill>
              </a:defRPr>
            </a:lvl1pPr>
          </a:lstStyle>
          <a:p>
            <a:pPr lvl="0"/>
            <a:r>
              <a:rPr lang="da-DK"/>
              <a:t>Klik for at redigere teksttypografierne i masteren</a:t>
            </a:r>
          </a:p>
        </p:txBody>
      </p:sp>
    </p:spTree>
    <p:extLst>
      <p:ext uri="{BB962C8B-B14F-4D97-AF65-F5344CB8AC3E}">
        <p14:creationId xmlns:p14="http://schemas.microsoft.com/office/powerpoint/2010/main" val="6676291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5. element stor blå">
    <p:spTree>
      <p:nvGrpSpPr>
        <p:cNvPr id="1" name=""/>
        <p:cNvGrpSpPr/>
        <p:nvPr/>
      </p:nvGrpSpPr>
      <p:grpSpPr>
        <a:xfrm>
          <a:off x="0" y="0"/>
          <a:ext cx="0" cy="0"/>
          <a:chOff x="0" y="0"/>
          <a:chExt cx="0" cy="0"/>
        </a:xfrm>
      </p:grpSpPr>
      <p:sp>
        <p:nvSpPr>
          <p:cNvPr id="2" name="Ellipse 1">
            <a:extLst>
              <a:ext uri="{FF2B5EF4-FFF2-40B4-BE49-F238E27FC236}">
                <a16:creationId xmlns:a16="http://schemas.microsoft.com/office/drawing/2014/main" id="{4B2934ED-80B3-C39D-96B3-55A412521BF4}"/>
              </a:ext>
            </a:extLst>
          </p:cNvPr>
          <p:cNvSpPr/>
          <p:nvPr userDrawn="1"/>
        </p:nvSpPr>
        <p:spPr>
          <a:xfrm>
            <a:off x="3067106" y="400106"/>
            <a:ext cx="6057788" cy="6057788"/>
          </a:xfrm>
          <a:prstGeom prst="ellipse">
            <a:avLst/>
          </a:prstGeom>
          <a:solidFill>
            <a:schemeClr val="accent6">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0" name="Ellipse 9">
            <a:extLst>
              <a:ext uri="{FF2B5EF4-FFF2-40B4-BE49-F238E27FC236}">
                <a16:creationId xmlns:a16="http://schemas.microsoft.com/office/drawing/2014/main" id="{F256F9EA-ADE3-C741-A761-4DE15FC20E07}"/>
              </a:ext>
            </a:extLst>
          </p:cNvPr>
          <p:cNvSpPr/>
          <p:nvPr/>
        </p:nvSpPr>
        <p:spPr>
          <a:xfrm>
            <a:off x="1740342" y="1867301"/>
            <a:ext cx="1216948" cy="1217850"/>
          </a:xfrm>
          <a:prstGeom prst="ellipse">
            <a:avLst/>
          </a:prstGeom>
          <a:solidFill>
            <a:schemeClr val="accent6">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6" name="Ellipse 15">
            <a:extLst>
              <a:ext uri="{FF2B5EF4-FFF2-40B4-BE49-F238E27FC236}">
                <a16:creationId xmlns:a16="http://schemas.microsoft.com/office/drawing/2014/main" id="{FDA5C508-D5C0-6226-2BB7-24969F765FCA}"/>
              </a:ext>
            </a:extLst>
          </p:cNvPr>
          <p:cNvSpPr/>
          <p:nvPr/>
        </p:nvSpPr>
        <p:spPr>
          <a:xfrm>
            <a:off x="1017996" y="1272001"/>
            <a:ext cx="822888" cy="823499"/>
          </a:xfrm>
          <a:prstGeom prst="ellipse">
            <a:avLst/>
          </a:prstGeom>
          <a:solidFill>
            <a:schemeClr val="accent6">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8" name="Ellipse 17">
            <a:extLst>
              <a:ext uri="{FF2B5EF4-FFF2-40B4-BE49-F238E27FC236}">
                <a16:creationId xmlns:a16="http://schemas.microsoft.com/office/drawing/2014/main" id="{A900198F-C982-1CD4-D669-2779E10EC012}"/>
              </a:ext>
            </a:extLst>
          </p:cNvPr>
          <p:cNvSpPr/>
          <p:nvPr/>
        </p:nvSpPr>
        <p:spPr>
          <a:xfrm>
            <a:off x="672696" y="791402"/>
            <a:ext cx="480242" cy="480599"/>
          </a:xfrm>
          <a:prstGeom prst="ellipse">
            <a:avLst/>
          </a:prstGeom>
          <a:solidFill>
            <a:schemeClr val="accent6">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6" name="Kombinationstegning: figur 25">
            <a:extLst>
              <a:ext uri="{FF2B5EF4-FFF2-40B4-BE49-F238E27FC236}">
                <a16:creationId xmlns:a16="http://schemas.microsoft.com/office/drawing/2014/main" id="{880DA3A5-1D66-5995-C430-B98A24316513}"/>
              </a:ext>
            </a:extLst>
          </p:cNvPr>
          <p:cNvSpPr/>
          <p:nvPr/>
        </p:nvSpPr>
        <p:spPr>
          <a:xfrm rot="434490">
            <a:off x="-19742" y="-52160"/>
            <a:ext cx="750498" cy="810883"/>
          </a:xfrm>
          <a:custGeom>
            <a:avLst/>
            <a:gdLst>
              <a:gd name="connsiteX0" fmla="*/ 750498 w 750498"/>
              <a:gd name="connsiteY0" fmla="*/ 810883 h 810883"/>
              <a:gd name="connsiteX1" fmla="*/ 0 w 750498"/>
              <a:gd name="connsiteY1" fmla="*/ 0 h 810883"/>
            </a:gdLst>
            <a:ahLst/>
            <a:cxnLst>
              <a:cxn ang="0">
                <a:pos x="connsiteX0" y="connsiteY0"/>
              </a:cxn>
              <a:cxn ang="0">
                <a:pos x="connsiteX1" y="connsiteY1"/>
              </a:cxn>
            </a:cxnLst>
            <a:rect l="l" t="t" r="r" b="b"/>
            <a:pathLst>
              <a:path w="750498" h="810883">
                <a:moveTo>
                  <a:pt x="750498" y="810883"/>
                </a:moveTo>
                <a:cubicBezTo>
                  <a:pt x="465107" y="580845"/>
                  <a:pt x="179717" y="350808"/>
                  <a:pt x="0" y="0"/>
                </a:cubicBezTo>
              </a:path>
            </a:pathLst>
          </a:custGeom>
          <a:noFill/>
          <a:ln w="31750" cap="rnd">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8" name="Pladsholder til tekst 6">
            <a:extLst>
              <a:ext uri="{FF2B5EF4-FFF2-40B4-BE49-F238E27FC236}">
                <a16:creationId xmlns:a16="http://schemas.microsoft.com/office/drawing/2014/main" id="{965D88F5-7C33-BC52-AA09-64FD07CD656B}"/>
              </a:ext>
            </a:extLst>
          </p:cNvPr>
          <p:cNvSpPr>
            <a:spLocks noGrp="1"/>
          </p:cNvSpPr>
          <p:nvPr>
            <p:ph type="body" sz="quarter" idx="12"/>
          </p:nvPr>
        </p:nvSpPr>
        <p:spPr>
          <a:xfrm>
            <a:off x="4696114" y="1117474"/>
            <a:ext cx="2799770" cy="835600"/>
          </a:xfrm>
          <a:prstGeom prst="rect">
            <a:avLst/>
          </a:prstGeom>
        </p:spPr>
        <p:txBody>
          <a:bodyPr anchor="ctr"/>
          <a:lstStyle>
            <a:lvl1pPr marL="0" indent="0" algn="ctr">
              <a:buNone/>
              <a:defRPr sz="2800">
                <a:solidFill>
                  <a:schemeClr val="bg1"/>
                </a:solidFill>
                <a:latin typeface="+mj-lt"/>
              </a:defRPr>
            </a:lvl1pPr>
          </a:lstStyle>
          <a:p>
            <a:pPr lvl="0"/>
            <a:r>
              <a:rPr lang="da-DK"/>
              <a:t>Klik for at redigere teksttypografierne i masteren</a:t>
            </a:r>
          </a:p>
        </p:txBody>
      </p:sp>
      <p:sp>
        <p:nvSpPr>
          <p:cNvPr id="29" name="Pladsholder til tekst 6">
            <a:extLst>
              <a:ext uri="{FF2B5EF4-FFF2-40B4-BE49-F238E27FC236}">
                <a16:creationId xmlns:a16="http://schemas.microsoft.com/office/drawing/2014/main" id="{EA27D560-FFEF-BF84-9C57-940E4F483894}"/>
              </a:ext>
            </a:extLst>
          </p:cNvPr>
          <p:cNvSpPr>
            <a:spLocks noGrp="1"/>
          </p:cNvSpPr>
          <p:nvPr>
            <p:ph type="body" sz="quarter" idx="13"/>
          </p:nvPr>
        </p:nvSpPr>
        <p:spPr>
          <a:xfrm>
            <a:off x="3996383" y="2205348"/>
            <a:ext cx="4199233" cy="3164672"/>
          </a:xfrm>
          <a:prstGeom prst="rect">
            <a:avLst/>
          </a:prstGeom>
        </p:spPr>
        <p:txBody>
          <a:bodyPr/>
          <a:lstStyle>
            <a:lvl1pPr marL="0" indent="0">
              <a:buNone/>
              <a:defRPr sz="1800">
                <a:solidFill>
                  <a:schemeClr val="bg1"/>
                </a:solidFill>
                <a:latin typeface="+mn-lt"/>
              </a:defRPr>
            </a:lvl1pPr>
          </a:lstStyle>
          <a:p>
            <a:pPr lvl="0"/>
            <a:r>
              <a:rPr lang="da-DK"/>
              <a:t>Klik for at redigere teksttypografierne i masteren</a:t>
            </a:r>
          </a:p>
        </p:txBody>
      </p:sp>
      <p:sp>
        <p:nvSpPr>
          <p:cNvPr id="6" name="Kombinationstegning: figur 5">
            <a:extLst>
              <a:ext uri="{FF2B5EF4-FFF2-40B4-BE49-F238E27FC236}">
                <a16:creationId xmlns:a16="http://schemas.microsoft.com/office/drawing/2014/main" id="{DB872DCC-EF22-B14A-2826-E658749BC0B0}"/>
              </a:ext>
            </a:extLst>
          </p:cNvPr>
          <p:cNvSpPr/>
          <p:nvPr userDrawn="1"/>
        </p:nvSpPr>
        <p:spPr>
          <a:xfrm rot="434490">
            <a:off x="-19742" y="-52160"/>
            <a:ext cx="750498" cy="810883"/>
          </a:xfrm>
          <a:custGeom>
            <a:avLst/>
            <a:gdLst>
              <a:gd name="connsiteX0" fmla="*/ 750498 w 750498"/>
              <a:gd name="connsiteY0" fmla="*/ 810883 h 810883"/>
              <a:gd name="connsiteX1" fmla="*/ 0 w 750498"/>
              <a:gd name="connsiteY1" fmla="*/ 0 h 810883"/>
            </a:gdLst>
            <a:ahLst/>
            <a:cxnLst>
              <a:cxn ang="0">
                <a:pos x="connsiteX0" y="connsiteY0"/>
              </a:cxn>
              <a:cxn ang="0">
                <a:pos x="connsiteX1" y="connsiteY1"/>
              </a:cxn>
            </a:cxnLst>
            <a:rect l="l" t="t" r="r" b="b"/>
            <a:pathLst>
              <a:path w="750498" h="810883">
                <a:moveTo>
                  <a:pt x="750498" y="810883"/>
                </a:moveTo>
                <a:cubicBezTo>
                  <a:pt x="465107" y="580845"/>
                  <a:pt x="179717" y="350808"/>
                  <a:pt x="0" y="0"/>
                </a:cubicBezTo>
              </a:path>
            </a:pathLst>
          </a:custGeom>
          <a:noFill/>
          <a:ln w="31750" cap="rnd">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3818660960"/>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5. element stor gul">
    <p:spTree>
      <p:nvGrpSpPr>
        <p:cNvPr id="1" name=""/>
        <p:cNvGrpSpPr/>
        <p:nvPr/>
      </p:nvGrpSpPr>
      <p:grpSpPr>
        <a:xfrm>
          <a:off x="0" y="0"/>
          <a:ext cx="0" cy="0"/>
          <a:chOff x="0" y="0"/>
          <a:chExt cx="0" cy="0"/>
        </a:xfrm>
      </p:grpSpPr>
      <p:sp>
        <p:nvSpPr>
          <p:cNvPr id="2" name="Ellipse 1">
            <a:extLst>
              <a:ext uri="{FF2B5EF4-FFF2-40B4-BE49-F238E27FC236}">
                <a16:creationId xmlns:a16="http://schemas.microsoft.com/office/drawing/2014/main" id="{4B2934ED-80B3-C39D-96B3-55A412521BF4}"/>
              </a:ext>
            </a:extLst>
          </p:cNvPr>
          <p:cNvSpPr/>
          <p:nvPr userDrawn="1"/>
        </p:nvSpPr>
        <p:spPr>
          <a:xfrm>
            <a:off x="3067106" y="400106"/>
            <a:ext cx="6057788" cy="6057788"/>
          </a:xfrm>
          <a:prstGeom prst="ellips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0" name="Ellipse 9">
            <a:extLst>
              <a:ext uri="{FF2B5EF4-FFF2-40B4-BE49-F238E27FC236}">
                <a16:creationId xmlns:a16="http://schemas.microsoft.com/office/drawing/2014/main" id="{F256F9EA-ADE3-C741-A761-4DE15FC20E07}"/>
              </a:ext>
            </a:extLst>
          </p:cNvPr>
          <p:cNvSpPr/>
          <p:nvPr/>
        </p:nvSpPr>
        <p:spPr>
          <a:xfrm>
            <a:off x="1740342" y="1867301"/>
            <a:ext cx="1216948" cy="1217850"/>
          </a:xfrm>
          <a:prstGeom prst="ellips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6" name="Ellipse 15">
            <a:extLst>
              <a:ext uri="{FF2B5EF4-FFF2-40B4-BE49-F238E27FC236}">
                <a16:creationId xmlns:a16="http://schemas.microsoft.com/office/drawing/2014/main" id="{FDA5C508-D5C0-6226-2BB7-24969F765FCA}"/>
              </a:ext>
            </a:extLst>
          </p:cNvPr>
          <p:cNvSpPr/>
          <p:nvPr/>
        </p:nvSpPr>
        <p:spPr>
          <a:xfrm>
            <a:off x="1017996" y="1272001"/>
            <a:ext cx="822888" cy="823499"/>
          </a:xfrm>
          <a:prstGeom prst="ellips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8" name="Ellipse 17">
            <a:extLst>
              <a:ext uri="{FF2B5EF4-FFF2-40B4-BE49-F238E27FC236}">
                <a16:creationId xmlns:a16="http://schemas.microsoft.com/office/drawing/2014/main" id="{A900198F-C982-1CD4-D669-2779E10EC012}"/>
              </a:ext>
            </a:extLst>
          </p:cNvPr>
          <p:cNvSpPr/>
          <p:nvPr/>
        </p:nvSpPr>
        <p:spPr>
          <a:xfrm>
            <a:off x="672696" y="791402"/>
            <a:ext cx="480242" cy="480599"/>
          </a:xfrm>
          <a:prstGeom prst="ellips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6" name="Kombinationstegning: figur 25">
            <a:extLst>
              <a:ext uri="{FF2B5EF4-FFF2-40B4-BE49-F238E27FC236}">
                <a16:creationId xmlns:a16="http://schemas.microsoft.com/office/drawing/2014/main" id="{880DA3A5-1D66-5995-C430-B98A24316513}"/>
              </a:ext>
            </a:extLst>
          </p:cNvPr>
          <p:cNvSpPr/>
          <p:nvPr/>
        </p:nvSpPr>
        <p:spPr>
          <a:xfrm rot="434490">
            <a:off x="-19742" y="-52160"/>
            <a:ext cx="750498" cy="810883"/>
          </a:xfrm>
          <a:custGeom>
            <a:avLst/>
            <a:gdLst>
              <a:gd name="connsiteX0" fmla="*/ 750498 w 750498"/>
              <a:gd name="connsiteY0" fmla="*/ 810883 h 810883"/>
              <a:gd name="connsiteX1" fmla="*/ 0 w 750498"/>
              <a:gd name="connsiteY1" fmla="*/ 0 h 810883"/>
            </a:gdLst>
            <a:ahLst/>
            <a:cxnLst>
              <a:cxn ang="0">
                <a:pos x="connsiteX0" y="connsiteY0"/>
              </a:cxn>
              <a:cxn ang="0">
                <a:pos x="connsiteX1" y="connsiteY1"/>
              </a:cxn>
            </a:cxnLst>
            <a:rect l="l" t="t" r="r" b="b"/>
            <a:pathLst>
              <a:path w="750498" h="810883">
                <a:moveTo>
                  <a:pt x="750498" y="810883"/>
                </a:moveTo>
                <a:cubicBezTo>
                  <a:pt x="465107" y="580845"/>
                  <a:pt x="179717" y="350808"/>
                  <a:pt x="0" y="0"/>
                </a:cubicBezTo>
              </a:path>
            </a:pathLst>
          </a:custGeom>
          <a:noFill/>
          <a:ln w="31750" cap="rnd">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8" name="Pladsholder til tekst 6">
            <a:extLst>
              <a:ext uri="{FF2B5EF4-FFF2-40B4-BE49-F238E27FC236}">
                <a16:creationId xmlns:a16="http://schemas.microsoft.com/office/drawing/2014/main" id="{965D88F5-7C33-BC52-AA09-64FD07CD656B}"/>
              </a:ext>
            </a:extLst>
          </p:cNvPr>
          <p:cNvSpPr>
            <a:spLocks noGrp="1"/>
          </p:cNvSpPr>
          <p:nvPr>
            <p:ph type="body" sz="quarter" idx="12"/>
          </p:nvPr>
        </p:nvSpPr>
        <p:spPr>
          <a:xfrm>
            <a:off x="4696114" y="1117474"/>
            <a:ext cx="2799770" cy="835600"/>
          </a:xfrm>
          <a:prstGeom prst="rect">
            <a:avLst/>
          </a:prstGeom>
        </p:spPr>
        <p:txBody>
          <a:bodyPr anchor="ctr"/>
          <a:lstStyle>
            <a:lvl1pPr marL="0" indent="0" algn="ctr">
              <a:buNone/>
              <a:defRPr sz="2800">
                <a:solidFill>
                  <a:schemeClr val="accent6"/>
                </a:solidFill>
                <a:latin typeface="+mj-lt"/>
              </a:defRPr>
            </a:lvl1pPr>
          </a:lstStyle>
          <a:p>
            <a:pPr lvl="0"/>
            <a:r>
              <a:rPr lang="da-DK"/>
              <a:t>Klik for at redigere teksttypografierne i masteren</a:t>
            </a:r>
          </a:p>
        </p:txBody>
      </p:sp>
      <p:sp>
        <p:nvSpPr>
          <p:cNvPr id="29" name="Pladsholder til tekst 6">
            <a:extLst>
              <a:ext uri="{FF2B5EF4-FFF2-40B4-BE49-F238E27FC236}">
                <a16:creationId xmlns:a16="http://schemas.microsoft.com/office/drawing/2014/main" id="{EA27D560-FFEF-BF84-9C57-940E4F483894}"/>
              </a:ext>
            </a:extLst>
          </p:cNvPr>
          <p:cNvSpPr>
            <a:spLocks noGrp="1"/>
          </p:cNvSpPr>
          <p:nvPr>
            <p:ph type="body" sz="quarter" idx="13"/>
          </p:nvPr>
        </p:nvSpPr>
        <p:spPr>
          <a:xfrm>
            <a:off x="3996383" y="2205348"/>
            <a:ext cx="4199233" cy="3164672"/>
          </a:xfrm>
          <a:prstGeom prst="rect">
            <a:avLst/>
          </a:prstGeom>
        </p:spPr>
        <p:txBody>
          <a:bodyPr/>
          <a:lstStyle>
            <a:lvl1pPr marL="0" indent="0">
              <a:buNone/>
              <a:defRPr sz="1800">
                <a:solidFill>
                  <a:schemeClr val="accent6"/>
                </a:solidFill>
                <a:latin typeface="+mn-lt"/>
              </a:defRPr>
            </a:lvl1pPr>
          </a:lstStyle>
          <a:p>
            <a:pPr lvl="0"/>
            <a:r>
              <a:rPr lang="da-DK"/>
              <a:t>Klik for at redigere teksttypografierne i masteren</a:t>
            </a:r>
          </a:p>
        </p:txBody>
      </p:sp>
      <p:sp>
        <p:nvSpPr>
          <p:cNvPr id="6" name="Kombinationstegning: figur 5">
            <a:extLst>
              <a:ext uri="{FF2B5EF4-FFF2-40B4-BE49-F238E27FC236}">
                <a16:creationId xmlns:a16="http://schemas.microsoft.com/office/drawing/2014/main" id="{DB872DCC-EF22-B14A-2826-E658749BC0B0}"/>
              </a:ext>
            </a:extLst>
          </p:cNvPr>
          <p:cNvSpPr/>
          <p:nvPr userDrawn="1"/>
        </p:nvSpPr>
        <p:spPr>
          <a:xfrm rot="434490">
            <a:off x="-19742" y="-52160"/>
            <a:ext cx="750498" cy="810883"/>
          </a:xfrm>
          <a:custGeom>
            <a:avLst/>
            <a:gdLst>
              <a:gd name="connsiteX0" fmla="*/ 750498 w 750498"/>
              <a:gd name="connsiteY0" fmla="*/ 810883 h 810883"/>
              <a:gd name="connsiteX1" fmla="*/ 0 w 750498"/>
              <a:gd name="connsiteY1" fmla="*/ 0 h 810883"/>
            </a:gdLst>
            <a:ahLst/>
            <a:cxnLst>
              <a:cxn ang="0">
                <a:pos x="connsiteX0" y="connsiteY0"/>
              </a:cxn>
              <a:cxn ang="0">
                <a:pos x="connsiteX1" y="connsiteY1"/>
              </a:cxn>
            </a:cxnLst>
            <a:rect l="l" t="t" r="r" b="b"/>
            <a:pathLst>
              <a:path w="750498" h="810883">
                <a:moveTo>
                  <a:pt x="750498" y="810883"/>
                </a:moveTo>
                <a:cubicBezTo>
                  <a:pt x="465107" y="580845"/>
                  <a:pt x="179717" y="350808"/>
                  <a:pt x="0" y="0"/>
                </a:cubicBezTo>
              </a:path>
            </a:pathLst>
          </a:custGeom>
          <a:noFill/>
          <a:ln w="31750" cap="rnd">
            <a:solidFill>
              <a:schemeClr val="accent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2377289485"/>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Indhold">
    <p:spTree>
      <p:nvGrpSpPr>
        <p:cNvPr id="1" name=""/>
        <p:cNvGrpSpPr/>
        <p:nvPr/>
      </p:nvGrpSpPr>
      <p:grpSpPr>
        <a:xfrm>
          <a:off x="0" y="0"/>
          <a:ext cx="0" cy="0"/>
          <a:chOff x="0" y="0"/>
          <a:chExt cx="0" cy="0"/>
        </a:xfrm>
      </p:grpSpPr>
      <p:sp>
        <p:nvSpPr>
          <p:cNvPr id="7" name="Arbejdsområde"/>
          <p:cNvSpPr/>
          <p:nvPr userDrawn="1"/>
        </p:nvSpPr>
        <p:spPr>
          <a:xfrm>
            <a:off x="3717" y="0"/>
            <a:ext cx="12192000" cy="5805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800"/>
          </a:p>
        </p:txBody>
      </p:sp>
      <p:pic>
        <p:nvPicPr>
          <p:cNvPr id="16" name="Logo, EAAA"/>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2717" y="5865183"/>
            <a:ext cx="3096499" cy="876847"/>
          </a:xfrm>
          <a:prstGeom prst="rect">
            <a:avLst/>
          </a:prstGeom>
          <a:noFill/>
        </p:spPr>
      </p:pic>
      <p:sp>
        <p:nvSpPr>
          <p:cNvPr id="8" name="Pladsholder til indhold"/>
          <p:cNvSpPr>
            <a:spLocks noGrp="1"/>
          </p:cNvSpPr>
          <p:nvPr>
            <p:ph sz="half" idx="1" hasCustomPrompt="1"/>
          </p:nvPr>
        </p:nvSpPr>
        <p:spPr>
          <a:xfrm>
            <a:off x="952407" y="333374"/>
            <a:ext cx="10274300" cy="5111752"/>
          </a:xfrm>
          <a:prstGeom prst="rect">
            <a:avLst/>
          </a:prstGeom>
        </p:spPr>
        <p:txBody>
          <a:bodyPr/>
          <a:lstStyle>
            <a:lvl1pPr marL="0" indent="0" defTabSz="447675">
              <a:lnSpc>
                <a:spcPct val="100000"/>
              </a:lnSpc>
              <a:buNone/>
              <a:defRPr sz="2000" b="0">
                <a:latin typeface="+mn-lt"/>
              </a:defRPr>
            </a:lvl1pPr>
            <a:lvl2pPr marL="457200" indent="0" defTabSz="447675">
              <a:lnSpc>
                <a:spcPct val="100000"/>
              </a:lnSpc>
              <a:buNone/>
              <a:defRPr lang="da-DK" sz="2000" b="0" kern="1200" dirty="0" smtClean="0">
                <a:solidFill>
                  <a:schemeClr val="tx1"/>
                </a:solidFill>
                <a:latin typeface="+mn-lt"/>
                <a:ea typeface="+mn-ea"/>
                <a:cs typeface="+mn-cs"/>
              </a:defRPr>
            </a:lvl2pPr>
            <a:lvl3pPr marL="914400" indent="0" defTabSz="449263">
              <a:lnSpc>
                <a:spcPct val="100000"/>
              </a:lnSpc>
              <a:defRPr lang="da-DK" sz="2000" b="0" kern="1200" dirty="0" smtClean="0">
                <a:solidFill>
                  <a:schemeClr val="tx1"/>
                </a:solidFill>
                <a:latin typeface="+mn-lt"/>
                <a:ea typeface="+mn-ea"/>
                <a:cs typeface="+mn-cs"/>
              </a:defRPr>
            </a:lvl3pPr>
            <a:lvl4pPr defTabSz="449263">
              <a:lnSpc>
                <a:spcPct val="100000"/>
              </a:lnSpc>
              <a:defRPr lang="da-DK" sz="2000" b="0" kern="1200" dirty="0" smtClean="0">
                <a:solidFill>
                  <a:schemeClr val="tx1"/>
                </a:solidFill>
                <a:latin typeface="+mn-lt"/>
                <a:ea typeface="+mn-ea"/>
                <a:cs typeface="+mn-cs"/>
              </a:defRPr>
            </a:lvl4pPr>
            <a:lvl5pPr defTabSz="449263">
              <a:lnSpc>
                <a:spcPct val="100000"/>
              </a:lnSpc>
              <a:defRPr lang="da-DK" sz="2000" b="0" kern="1200" dirty="0" smtClean="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a-DK" dirty="0"/>
              <a:t>Billede eller andet indhold</a:t>
            </a:r>
          </a:p>
        </p:txBody>
      </p:sp>
      <p:sp>
        <p:nvSpPr>
          <p:cNvPr id="6" name="Titel"/>
          <p:cNvSpPr>
            <a:spLocks noGrp="1"/>
          </p:cNvSpPr>
          <p:nvPr>
            <p:ph type="title" hasCustomPrompt="1"/>
          </p:nvPr>
        </p:nvSpPr>
        <p:spPr>
          <a:xfrm>
            <a:off x="958852" y="5963382"/>
            <a:ext cx="7835283" cy="894621"/>
          </a:xfrm>
          <a:prstGeom prst="rect">
            <a:avLst/>
          </a:prstGeom>
        </p:spPr>
        <p:txBody>
          <a:bodyPr anchor="t"/>
          <a:lstStyle>
            <a:lvl1pPr>
              <a:lnSpc>
                <a:spcPct val="100000"/>
              </a:lnSpc>
              <a:defRPr sz="2400" b="0" u="none" cap="all" spc="120" baseline="0">
                <a:solidFill>
                  <a:schemeClr val="bg1"/>
                </a:solidFill>
                <a:effectLst>
                  <a:outerShdw blurRad="50800" dist="38100" dir="2700000" algn="tl" rotWithShape="0">
                    <a:prstClr val="black">
                      <a:alpha val="40000"/>
                    </a:prstClr>
                  </a:outerShdw>
                </a:effectLst>
                <a:latin typeface="+mn-lt"/>
              </a:defRPr>
            </a:lvl1pPr>
          </a:lstStyle>
          <a:p>
            <a:r>
              <a:rPr lang="da-DK" noProof="0" dirty="0"/>
              <a:t>Skriv titel på slide</a:t>
            </a:r>
          </a:p>
        </p:txBody>
      </p:sp>
    </p:spTree>
    <p:extLst>
      <p:ext uri="{BB962C8B-B14F-4D97-AF65-F5344CB8AC3E}">
        <p14:creationId xmlns:p14="http://schemas.microsoft.com/office/powerpoint/2010/main" val="42707613"/>
      </p:ext>
    </p:extLst>
  </p:cSld>
  <p:clrMapOvr>
    <a:masterClrMapping/>
  </p:clrMapOvr>
  <p:hf hdr="0"/>
  <p:extLst>
    <p:ext uri="{DCECCB84-F9BA-43D5-87BE-67443E8EF086}">
      <p15:sldGuideLst xmlns:p15="http://schemas.microsoft.com/office/powerpoint/2012/main">
        <p15:guide id="1" pos="453">
          <p15:clr>
            <a:srgbClr val="A4A3A4"/>
          </p15:clr>
        </p15:guide>
        <p15:guide id="2" pos="5307">
          <p15:clr>
            <a:srgbClr val="A4A3A4"/>
          </p15:clr>
        </p15:guide>
        <p15:guide id="3" orient="horz" pos="210">
          <p15:clr>
            <a:srgbClr val="A4A3A4"/>
          </p15:clr>
        </p15:guide>
        <p15:guide id="4" orient="horz" pos="3430">
          <p15:clr>
            <a:srgbClr val="A4A3A4"/>
          </p15:clr>
        </p15:guide>
        <p15:guide id="5" orient="horz" pos="1820">
          <p15:clr>
            <a:srgbClr val="A4A3A4"/>
          </p15:clr>
        </p15:guide>
        <p15:guide id="6" orient="horz" pos="3657">
          <p15:clr>
            <a:srgbClr val="A4A3A4"/>
          </p15:clr>
        </p15:guide>
        <p15:guide id="7" pos="2880">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_Indhold">
    <p:spTree>
      <p:nvGrpSpPr>
        <p:cNvPr id="1" name=""/>
        <p:cNvGrpSpPr/>
        <p:nvPr/>
      </p:nvGrpSpPr>
      <p:grpSpPr>
        <a:xfrm>
          <a:off x="0" y="0"/>
          <a:ext cx="0" cy="0"/>
          <a:chOff x="0" y="0"/>
          <a:chExt cx="0" cy="0"/>
        </a:xfrm>
      </p:grpSpPr>
      <p:sp>
        <p:nvSpPr>
          <p:cNvPr id="7" name="Arbejdsområde"/>
          <p:cNvSpPr/>
          <p:nvPr userDrawn="1"/>
        </p:nvSpPr>
        <p:spPr>
          <a:xfrm>
            <a:off x="3717" y="0"/>
            <a:ext cx="12192000" cy="5805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800"/>
          </a:p>
        </p:txBody>
      </p:sp>
      <p:pic>
        <p:nvPicPr>
          <p:cNvPr id="16" name="Logo, EAAA"/>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2717" y="5865183"/>
            <a:ext cx="3096499" cy="876847"/>
          </a:xfrm>
          <a:prstGeom prst="rect">
            <a:avLst/>
          </a:prstGeom>
          <a:noFill/>
        </p:spPr>
      </p:pic>
      <p:sp>
        <p:nvSpPr>
          <p:cNvPr id="8" name="Pladsholder til indhold"/>
          <p:cNvSpPr>
            <a:spLocks noGrp="1"/>
          </p:cNvSpPr>
          <p:nvPr>
            <p:ph sz="half" idx="1" hasCustomPrompt="1"/>
          </p:nvPr>
        </p:nvSpPr>
        <p:spPr>
          <a:xfrm>
            <a:off x="952407" y="333374"/>
            <a:ext cx="10274300" cy="5111752"/>
          </a:xfrm>
          <a:prstGeom prst="rect">
            <a:avLst/>
          </a:prstGeom>
        </p:spPr>
        <p:txBody>
          <a:bodyPr/>
          <a:lstStyle>
            <a:lvl1pPr marL="0" indent="0" defTabSz="447675">
              <a:lnSpc>
                <a:spcPct val="100000"/>
              </a:lnSpc>
              <a:buNone/>
              <a:defRPr sz="2000" b="0">
                <a:latin typeface="+mn-lt"/>
              </a:defRPr>
            </a:lvl1pPr>
            <a:lvl2pPr marL="457200" indent="0" defTabSz="447675">
              <a:lnSpc>
                <a:spcPct val="100000"/>
              </a:lnSpc>
              <a:buNone/>
              <a:defRPr lang="da-DK" sz="2000" b="0" kern="1200" dirty="0" smtClean="0">
                <a:solidFill>
                  <a:schemeClr val="tx1"/>
                </a:solidFill>
                <a:latin typeface="+mn-lt"/>
                <a:ea typeface="+mn-ea"/>
                <a:cs typeface="+mn-cs"/>
              </a:defRPr>
            </a:lvl2pPr>
            <a:lvl3pPr marL="914400" indent="0" defTabSz="449263">
              <a:lnSpc>
                <a:spcPct val="100000"/>
              </a:lnSpc>
              <a:defRPr lang="da-DK" sz="2000" b="0" kern="1200" dirty="0" smtClean="0">
                <a:solidFill>
                  <a:schemeClr val="tx1"/>
                </a:solidFill>
                <a:latin typeface="+mn-lt"/>
                <a:ea typeface="+mn-ea"/>
                <a:cs typeface="+mn-cs"/>
              </a:defRPr>
            </a:lvl3pPr>
            <a:lvl4pPr defTabSz="449263">
              <a:lnSpc>
                <a:spcPct val="100000"/>
              </a:lnSpc>
              <a:defRPr lang="da-DK" sz="2000" b="0" kern="1200" dirty="0" smtClean="0">
                <a:solidFill>
                  <a:schemeClr val="tx1"/>
                </a:solidFill>
                <a:latin typeface="+mn-lt"/>
                <a:ea typeface="+mn-ea"/>
                <a:cs typeface="+mn-cs"/>
              </a:defRPr>
            </a:lvl4pPr>
            <a:lvl5pPr defTabSz="449263">
              <a:lnSpc>
                <a:spcPct val="100000"/>
              </a:lnSpc>
              <a:defRPr lang="da-DK" sz="2000" b="0" kern="1200" dirty="0" smtClean="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a-DK" dirty="0"/>
              <a:t>Billede eller andet indhold</a:t>
            </a:r>
          </a:p>
        </p:txBody>
      </p:sp>
      <p:sp>
        <p:nvSpPr>
          <p:cNvPr id="6" name="Titel"/>
          <p:cNvSpPr>
            <a:spLocks noGrp="1"/>
          </p:cNvSpPr>
          <p:nvPr>
            <p:ph type="title" hasCustomPrompt="1"/>
          </p:nvPr>
        </p:nvSpPr>
        <p:spPr>
          <a:xfrm>
            <a:off x="958852" y="5963382"/>
            <a:ext cx="7835283" cy="894621"/>
          </a:xfrm>
          <a:prstGeom prst="rect">
            <a:avLst/>
          </a:prstGeom>
        </p:spPr>
        <p:txBody>
          <a:bodyPr anchor="t"/>
          <a:lstStyle>
            <a:lvl1pPr>
              <a:lnSpc>
                <a:spcPct val="100000"/>
              </a:lnSpc>
              <a:defRPr sz="2400" b="0" u="none" cap="all" spc="120" baseline="0">
                <a:solidFill>
                  <a:schemeClr val="bg1"/>
                </a:solidFill>
                <a:effectLst>
                  <a:outerShdw blurRad="50800" dist="38100" dir="2700000" algn="tl" rotWithShape="0">
                    <a:prstClr val="black">
                      <a:alpha val="40000"/>
                    </a:prstClr>
                  </a:outerShdw>
                </a:effectLst>
                <a:latin typeface="+mn-lt"/>
              </a:defRPr>
            </a:lvl1pPr>
          </a:lstStyle>
          <a:p>
            <a:r>
              <a:rPr lang="da-DK" noProof="0" dirty="0"/>
              <a:t>Skriv titel på slide</a:t>
            </a:r>
          </a:p>
        </p:txBody>
      </p:sp>
    </p:spTree>
    <p:extLst>
      <p:ext uri="{BB962C8B-B14F-4D97-AF65-F5344CB8AC3E}">
        <p14:creationId xmlns:p14="http://schemas.microsoft.com/office/powerpoint/2010/main" val="2106863369"/>
      </p:ext>
    </p:extLst>
  </p:cSld>
  <p:clrMapOvr>
    <a:masterClrMapping/>
  </p:clrMapOvr>
  <p:hf hdr="0"/>
  <p:extLst>
    <p:ext uri="{DCECCB84-F9BA-43D5-87BE-67443E8EF086}">
      <p15:sldGuideLst xmlns:p15="http://schemas.microsoft.com/office/powerpoint/2012/main">
        <p15:guide id="1" pos="453">
          <p15:clr>
            <a:srgbClr val="A4A3A4"/>
          </p15:clr>
        </p15:guide>
        <p15:guide id="2" pos="5307">
          <p15:clr>
            <a:srgbClr val="A4A3A4"/>
          </p15:clr>
        </p15:guide>
        <p15:guide id="3" orient="horz" pos="210">
          <p15:clr>
            <a:srgbClr val="A4A3A4"/>
          </p15:clr>
        </p15:guide>
        <p15:guide id="4" orient="horz" pos="3430">
          <p15:clr>
            <a:srgbClr val="A4A3A4"/>
          </p15:clr>
        </p15:guide>
        <p15:guide id="5" orient="horz" pos="1820">
          <p15:clr>
            <a:srgbClr val="A4A3A4"/>
          </p15:clr>
        </p15:guide>
        <p15:guide id="6" orient="horz" pos="3657">
          <p15:clr>
            <a:srgbClr val="A4A3A4"/>
          </p15:clr>
        </p15:guide>
        <p15:guide id="7" pos="2880">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4_Indhold">
    <p:spTree>
      <p:nvGrpSpPr>
        <p:cNvPr id="1" name=""/>
        <p:cNvGrpSpPr/>
        <p:nvPr/>
      </p:nvGrpSpPr>
      <p:grpSpPr>
        <a:xfrm>
          <a:off x="0" y="0"/>
          <a:ext cx="0" cy="0"/>
          <a:chOff x="0" y="0"/>
          <a:chExt cx="0" cy="0"/>
        </a:xfrm>
      </p:grpSpPr>
      <p:sp>
        <p:nvSpPr>
          <p:cNvPr id="7" name="Arbejdsområde"/>
          <p:cNvSpPr/>
          <p:nvPr userDrawn="1"/>
        </p:nvSpPr>
        <p:spPr>
          <a:xfrm>
            <a:off x="3717" y="0"/>
            <a:ext cx="12192000" cy="5805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800"/>
          </a:p>
        </p:txBody>
      </p:sp>
      <p:pic>
        <p:nvPicPr>
          <p:cNvPr id="16" name="Logo, EAAA"/>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2717" y="5865183"/>
            <a:ext cx="3096499" cy="876847"/>
          </a:xfrm>
          <a:prstGeom prst="rect">
            <a:avLst/>
          </a:prstGeom>
          <a:noFill/>
        </p:spPr>
      </p:pic>
      <p:sp>
        <p:nvSpPr>
          <p:cNvPr id="8" name="Pladsholder til indhold"/>
          <p:cNvSpPr>
            <a:spLocks noGrp="1"/>
          </p:cNvSpPr>
          <p:nvPr>
            <p:ph sz="half" idx="1" hasCustomPrompt="1"/>
          </p:nvPr>
        </p:nvSpPr>
        <p:spPr>
          <a:xfrm>
            <a:off x="952407" y="333374"/>
            <a:ext cx="10274300" cy="5111752"/>
          </a:xfrm>
          <a:prstGeom prst="rect">
            <a:avLst/>
          </a:prstGeom>
        </p:spPr>
        <p:txBody>
          <a:bodyPr/>
          <a:lstStyle>
            <a:lvl1pPr marL="0" indent="0" defTabSz="447675">
              <a:lnSpc>
                <a:spcPct val="100000"/>
              </a:lnSpc>
              <a:buNone/>
              <a:defRPr sz="2000" b="0">
                <a:latin typeface="+mn-lt"/>
              </a:defRPr>
            </a:lvl1pPr>
            <a:lvl2pPr marL="457200" indent="0" defTabSz="447675">
              <a:lnSpc>
                <a:spcPct val="100000"/>
              </a:lnSpc>
              <a:buNone/>
              <a:defRPr lang="da-DK" sz="2000" b="0" kern="1200" dirty="0" smtClean="0">
                <a:solidFill>
                  <a:schemeClr val="tx1"/>
                </a:solidFill>
                <a:latin typeface="+mn-lt"/>
                <a:ea typeface="+mn-ea"/>
                <a:cs typeface="+mn-cs"/>
              </a:defRPr>
            </a:lvl2pPr>
            <a:lvl3pPr marL="914400" indent="0" defTabSz="449263">
              <a:lnSpc>
                <a:spcPct val="100000"/>
              </a:lnSpc>
              <a:defRPr lang="da-DK" sz="2000" b="0" kern="1200" dirty="0" smtClean="0">
                <a:solidFill>
                  <a:schemeClr val="tx1"/>
                </a:solidFill>
                <a:latin typeface="+mn-lt"/>
                <a:ea typeface="+mn-ea"/>
                <a:cs typeface="+mn-cs"/>
              </a:defRPr>
            </a:lvl3pPr>
            <a:lvl4pPr defTabSz="449263">
              <a:lnSpc>
                <a:spcPct val="100000"/>
              </a:lnSpc>
              <a:defRPr lang="da-DK" sz="2000" b="0" kern="1200" dirty="0" smtClean="0">
                <a:solidFill>
                  <a:schemeClr val="tx1"/>
                </a:solidFill>
                <a:latin typeface="+mn-lt"/>
                <a:ea typeface="+mn-ea"/>
                <a:cs typeface="+mn-cs"/>
              </a:defRPr>
            </a:lvl4pPr>
            <a:lvl5pPr defTabSz="449263">
              <a:lnSpc>
                <a:spcPct val="100000"/>
              </a:lnSpc>
              <a:defRPr lang="da-DK" sz="2000" b="0" kern="1200" dirty="0" smtClean="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a-DK" dirty="0"/>
              <a:t>Billede eller andet indhold</a:t>
            </a:r>
          </a:p>
        </p:txBody>
      </p:sp>
      <p:sp>
        <p:nvSpPr>
          <p:cNvPr id="6" name="Titel"/>
          <p:cNvSpPr>
            <a:spLocks noGrp="1"/>
          </p:cNvSpPr>
          <p:nvPr>
            <p:ph type="title" hasCustomPrompt="1"/>
          </p:nvPr>
        </p:nvSpPr>
        <p:spPr>
          <a:xfrm>
            <a:off x="958852" y="5963382"/>
            <a:ext cx="7835283" cy="894621"/>
          </a:xfrm>
          <a:prstGeom prst="rect">
            <a:avLst/>
          </a:prstGeom>
        </p:spPr>
        <p:txBody>
          <a:bodyPr anchor="t"/>
          <a:lstStyle>
            <a:lvl1pPr>
              <a:lnSpc>
                <a:spcPct val="100000"/>
              </a:lnSpc>
              <a:defRPr sz="2400" b="0" u="none" cap="all" spc="120" baseline="0">
                <a:solidFill>
                  <a:schemeClr val="bg1"/>
                </a:solidFill>
                <a:effectLst>
                  <a:outerShdw blurRad="50800" dist="38100" dir="2700000" algn="tl" rotWithShape="0">
                    <a:prstClr val="black">
                      <a:alpha val="40000"/>
                    </a:prstClr>
                  </a:outerShdw>
                </a:effectLst>
                <a:latin typeface="+mn-lt"/>
              </a:defRPr>
            </a:lvl1pPr>
          </a:lstStyle>
          <a:p>
            <a:r>
              <a:rPr lang="da-DK" noProof="0" dirty="0"/>
              <a:t>Skriv titel på slide</a:t>
            </a:r>
          </a:p>
        </p:txBody>
      </p:sp>
    </p:spTree>
    <p:extLst>
      <p:ext uri="{BB962C8B-B14F-4D97-AF65-F5344CB8AC3E}">
        <p14:creationId xmlns:p14="http://schemas.microsoft.com/office/powerpoint/2010/main" val="719504135"/>
      </p:ext>
    </p:extLst>
  </p:cSld>
  <p:clrMapOvr>
    <a:masterClrMapping/>
  </p:clrMapOvr>
  <p:hf hdr="0"/>
  <p:extLst>
    <p:ext uri="{DCECCB84-F9BA-43D5-87BE-67443E8EF086}">
      <p15:sldGuideLst xmlns:p15="http://schemas.microsoft.com/office/powerpoint/2012/main">
        <p15:guide id="1" pos="453">
          <p15:clr>
            <a:srgbClr val="A4A3A4"/>
          </p15:clr>
        </p15:guide>
        <p15:guide id="2" pos="5307">
          <p15:clr>
            <a:srgbClr val="A4A3A4"/>
          </p15:clr>
        </p15:guide>
        <p15:guide id="3" orient="horz" pos="210">
          <p15:clr>
            <a:srgbClr val="A4A3A4"/>
          </p15:clr>
        </p15:guide>
        <p15:guide id="4" orient="horz" pos="3430">
          <p15:clr>
            <a:srgbClr val="A4A3A4"/>
          </p15:clr>
        </p15:guide>
        <p15:guide id="5" orient="horz" pos="1820">
          <p15:clr>
            <a:srgbClr val="A4A3A4"/>
          </p15:clr>
        </p15:guide>
        <p15:guide id="6" orient="horz" pos="3657">
          <p15:clr>
            <a:srgbClr val="A4A3A4"/>
          </p15:clr>
        </p15:guide>
        <p15:guide id="7" pos="2880">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o indholdsobjekter">
    <p:spTree>
      <p:nvGrpSpPr>
        <p:cNvPr id="1" name=""/>
        <p:cNvGrpSpPr/>
        <p:nvPr/>
      </p:nvGrpSpPr>
      <p:grpSpPr>
        <a:xfrm>
          <a:off x="0" y="0"/>
          <a:ext cx="0" cy="0"/>
          <a:chOff x="0" y="0"/>
          <a:chExt cx="0" cy="0"/>
        </a:xfrm>
      </p:grpSpPr>
      <p:sp>
        <p:nvSpPr>
          <p:cNvPr id="8" name="Rektangel 7"/>
          <p:cNvSpPr/>
          <p:nvPr userDrawn="1"/>
        </p:nvSpPr>
        <p:spPr>
          <a:xfrm>
            <a:off x="-6443" y="5805264"/>
            <a:ext cx="12192000" cy="1080120"/>
          </a:xfrm>
          <a:prstGeom prst="rect">
            <a:avLst/>
          </a:prstGeom>
          <a:solidFill>
            <a:srgbClr val="FF7000"/>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nb-NO" sz="1800" dirty="0"/>
              <a:t>               </a:t>
            </a:r>
          </a:p>
        </p:txBody>
      </p:sp>
      <p:cxnSp>
        <p:nvCxnSpPr>
          <p:cNvPr id="17" name="Lige forbindelse 16"/>
          <p:cNvCxnSpPr/>
          <p:nvPr userDrawn="1"/>
        </p:nvCxnSpPr>
        <p:spPr>
          <a:xfrm>
            <a:off x="1295360" y="1448736"/>
            <a:ext cx="96012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itel 1"/>
          <p:cNvSpPr>
            <a:spLocks noGrp="1"/>
          </p:cNvSpPr>
          <p:nvPr>
            <p:ph type="title"/>
          </p:nvPr>
        </p:nvSpPr>
        <p:spPr>
          <a:xfrm>
            <a:off x="1295360" y="548616"/>
            <a:ext cx="9601280" cy="900120"/>
          </a:xfrm>
          <a:prstGeom prst="rect">
            <a:avLst/>
          </a:prstGeom>
        </p:spPr>
        <p:txBody>
          <a:bodyPr>
            <a:normAutofit/>
          </a:bodyPr>
          <a:lstStyle>
            <a:lvl1pPr algn="l">
              <a:defRPr sz="2200"/>
            </a:lvl1pPr>
          </a:lstStyle>
          <a:p>
            <a:r>
              <a:rPr lang="da-DK" dirty="0"/>
              <a:t>Klik for at redigere i master</a:t>
            </a:r>
          </a:p>
        </p:txBody>
      </p:sp>
      <p:sp>
        <p:nvSpPr>
          <p:cNvPr id="14" name="Pladsholder til indhold 2"/>
          <p:cNvSpPr>
            <a:spLocks noGrp="1"/>
          </p:cNvSpPr>
          <p:nvPr>
            <p:ph sz="half" idx="1" hasCustomPrompt="1"/>
          </p:nvPr>
        </p:nvSpPr>
        <p:spPr>
          <a:xfrm>
            <a:off x="1295360" y="1718773"/>
            <a:ext cx="9601280" cy="3960528"/>
          </a:xfrm>
          <a:prstGeom prst="rect">
            <a:avLst/>
          </a:prstGeom>
        </p:spPr>
        <p:txBody>
          <a:bodyPr/>
          <a:lstStyle>
            <a:lvl1pPr marL="0" indent="0">
              <a:lnSpc>
                <a:spcPct val="150000"/>
              </a:lnSpc>
              <a:buNone/>
              <a:defRPr sz="1800"/>
            </a:lvl1pPr>
            <a:lvl2pPr marL="457200" indent="0">
              <a:lnSpc>
                <a:spcPct val="100000"/>
              </a:lnSpc>
              <a:buNone/>
              <a:defRPr sz="1800"/>
            </a:lvl2pPr>
            <a:lvl3pPr>
              <a:lnSpc>
                <a:spcPct val="100000"/>
              </a:lnSpc>
              <a:defRPr sz="1800"/>
            </a:lvl3pPr>
            <a:lvl4pPr>
              <a:lnSpc>
                <a:spcPct val="100000"/>
              </a:lnSpc>
              <a:defRPr sz="1400"/>
            </a:lvl4pPr>
            <a:lvl5pPr>
              <a:lnSpc>
                <a:spcPct val="100000"/>
              </a:lnSpc>
              <a:defRPr sz="1400"/>
            </a:lvl5pPr>
            <a:lvl6pPr>
              <a:defRPr sz="1800"/>
            </a:lvl6pPr>
            <a:lvl7pPr>
              <a:defRPr sz="1800"/>
            </a:lvl7pPr>
            <a:lvl8pPr>
              <a:defRPr sz="1800"/>
            </a:lvl8pPr>
            <a:lvl9pPr>
              <a:defRPr sz="1800"/>
            </a:lvl9pPr>
          </a:lstStyle>
          <a:p>
            <a:pPr lvl="0"/>
            <a:r>
              <a:rPr lang="da-DK" dirty="0"/>
              <a:t>Klik for at redigere i master</a:t>
            </a:r>
          </a:p>
        </p:txBody>
      </p:sp>
      <p:pic>
        <p:nvPicPr>
          <p:cNvPr id="9" name="Billede 8">
            <a:extLst>
              <a:ext uri="{FF2B5EF4-FFF2-40B4-BE49-F238E27FC236}">
                <a16:creationId xmlns:a16="http://schemas.microsoft.com/office/drawing/2014/main" id="{E6072851-7882-4178-8020-B91172F2D58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9606468" y="5907978"/>
            <a:ext cx="2228093" cy="802811"/>
          </a:xfrm>
          <a:prstGeom prst="rect">
            <a:avLst/>
          </a:prstGeom>
        </p:spPr>
      </p:pic>
    </p:spTree>
    <p:extLst>
      <p:ext uri="{BB962C8B-B14F-4D97-AF65-F5344CB8AC3E}">
        <p14:creationId xmlns:p14="http://schemas.microsoft.com/office/powerpoint/2010/main" val="4579365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Tekst">
    <p:spTree>
      <p:nvGrpSpPr>
        <p:cNvPr id="1" name=""/>
        <p:cNvGrpSpPr/>
        <p:nvPr/>
      </p:nvGrpSpPr>
      <p:grpSpPr>
        <a:xfrm>
          <a:off x="0" y="0"/>
          <a:ext cx="0" cy="0"/>
          <a:chOff x="0" y="0"/>
          <a:chExt cx="0" cy="0"/>
        </a:xfrm>
      </p:grpSpPr>
      <p:sp>
        <p:nvSpPr>
          <p:cNvPr id="7" name="Arbejdsområde"/>
          <p:cNvSpPr/>
          <p:nvPr userDrawn="1"/>
        </p:nvSpPr>
        <p:spPr>
          <a:xfrm>
            <a:off x="3717" y="0"/>
            <a:ext cx="12192000" cy="5805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800"/>
          </a:p>
        </p:txBody>
      </p:sp>
      <p:sp>
        <p:nvSpPr>
          <p:cNvPr id="13" name="Pladsholder til indhold"/>
          <p:cNvSpPr>
            <a:spLocks noGrp="1"/>
          </p:cNvSpPr>
          <p:nvPr>
            <p:ph sz="half" idx="1" hasCustomPrompt="1"/>
          </p:nvPr>
        </p:nvSpPr>
        <p:spPr>
          <a:xfrm>
            <a:off x="952407" y="1412876"/>
            <a:ext cx="10274300" cy="4032250"/>
          </a:xfrm>
          <a:prstGeom prst="rect">
            <a:avLst/>
          </a:prstGeom>
        </p:spPr>
        <p:txBody>
          <a:bodyPr/>
          <a:lstStyle>
            <a:lvl1pPr marL="342900" indent="-342900" defTabSz="447675">
              <a:lnSpc>
                <a:spcPct val="100000"/>
              </a:lnSpc>
              <a:buFont typeface="Arial" panose="020B0604020202020204" pitchFamily="34" charset="0"/>
              <a:buChar char="•"/>
              <a:defRPr sz="2000" b="0">
                <a:latin typeface="+mn-lt"/>
              </a:defRPr>
            </a:lvl1pPr>
            <a:lvl2pPr marL="800100" indent="-342900" defTabSz="447675">
              <a:lnSpc>
                <a:spcPct val="100000"/>
              </a:lnSpc>
              <a:buFont typeface="Arial" panose="020B0604020202020204" pitchFamily="34" charset="0"/>
              <a:buChar char="•"/>
              <a:defRPr lang="da-DK" sz="2000" b="0" kern="1200" dirty="0" smtClean="0">
                <a:solidFill>
                  <a:schemeClr val="tx1"/>
                </a:solidFill>
                <a:latin typeface="+mn-lt"/>
                <a:ea typeface="+mn-ea"/>
                <a:cs typeface="+mn-cs"/>
              </a:defRPr>
            </a:lvl2pPr>
            <a:lvl3pPr marL="1257300" indent="-342900" defTabSz="449263">
              <a:lnSpc>
                <a:spcPct val="100000"/>
              </a:lnSpc>
              <a:buFont typeface="Arial" panose="020B0604020202020204" pitchFamily="34" charset="0"/>
              <a:buChar char="•"/>
              <a:defRPr lang="da-DK" sz="2000" b="0" kern="1200" dirty="0" smtClean="0">
                <a:solidFill>
                  <a:schemeClr val="tx1"/>
                </a:solidFill>
                <a:latin typeface="+mn-lt"/>
                <a:ea typeface="+mn-ea"/>
                <a:cs typeface="+mn-cs"/>
              </a:defRPr>
            </a:lvl3pPr>
            <a:lvl4pPr marL="1714500" indent="-342900" defTabSz="449263">
              <a:lnSpc>
                <a:spcPct val="100000"/>
              </a:lnSpc>
              <a:buFont typeface="Arial" panose="020B0604020202020204" pitchFamily="34" charset="0"/>
              <a:buChar char="•"/>
              <a:defRPr lang="da-DK" sz="2000" b="0" kern="1200" dirty="0" smtClean="0">
                <a:solidFill>
                  <a:schemeClr val="tx1"/>
                </a:solidFill>
                <a:latin typeface="+mn-lt"/>
                <a:ea typeface="+mn-ea"/>
                <a:cs typeface="+mn-cs"/>
              </a:defRPr>
            </a:lvl4pPr>
            <a:lvl5pPr marL="2171700" indent="-342900" defTabSz="449263">
              <a:lnSpc>
                <a:spcPct val="100000"/>
              </a:lnSpc>
              <a:buFont typeface="Arial" panose="020B0604020202020204" pitchFamily="34" charset="0"/>
              <a:buChar char="•"/>
              <a:defRPr lang="da-DK" sz="2000" b="0" kern="1200" dirty="0" smtClean="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a-DK" dirty="0"/>
              <a:t>Skriv tekst</a:t>
            </a:r>
          </a:p>
          <a:p>
            <a:pPr lvl="1"/>
            <a:r>
              <a:rPr lang="da-DK" dirty="0"/>
              <a:t>Andet niveau</a:t>
            </a:r>
          </a:p>
          <a:p>
            <a:pPr lvl="2"/>
            <a:r>
              <a:rPr lang="da-DK" dirty="0"/>
              <a:t>Tredje niveau</a:t>
            </a:r>
          </a:p>
          <a:p>
            <a:pPr lvl="3"/>
            <a:r>
              <a:rPr lang="da-DK" dirty="0"/>
              <a:t>Fjerde niveau</a:t>
            </a:r>
          </a:p>
          <a:p>
            <a:pPr lvl="4"/>
            <a:r>
              <a:rPr lang="da-DK" dirty="0"/>
              <a:t>Femte niveau</a:t>
            </a:r>
          </a:p>
        </p:txBody>
      </p:sp>
      <p:sp>
        <p:nvSpPr>
          <p:cNvPr id="2" name="Titel"/>
          <p:cNvSpPr>
            <a:spLocks noGrp="1"/>
          </p:cNvSpPr>
          <p:nvPr>
            <p:ph type="title" hasCustomPrompt="1"/>
          </p:nvPr>
        </p:nvSpPr>
        <p:spPr>
          <a:xfrm>
            <a:off x="958853" y="333376"/>
            <a:ext cx="10274299" cy="827088"/>
          </a:xfrm>
          <a:prstGeom prst="rect">
            <a:avLst/>
          </a:prstGeom>
        </p:spPr>
        <p:txBody>
          <a:bodyPr anchor="b"/>
          <a:lstStyle>
            <a:lvl1pPr>
              <a:lnSpc>
                <a:spcPct val="150000"/>
              </a:lnSpc>
              <a:defRPr sz="2400" b="0" cap="all" spc="120" baseline="0">
                <a:latin typeface="+mn-lt"/>
              </a:defRPr>
            </a:lvl1pPr>
          </a:lstStyle>
          <a:p>
            <a:r>
              <a:rPr lang="da-DK" noProof="0" dirty="0"/>
              <a:t>Skriv titel på slide</a:t>
            </a:r>
          </a:p>
        </p:txBody>
      </p:sp>
      <p:pic>
        <p:nvPicPr>
          <p:cNvPr id="8" name="Logo, EAAA">
            <a:extLst>
              <a:ext uri="{FF2B5EF4-FFF2-40B4-BE49-F238E27FC236}">
                <a16:creationId xmlns:a16="http://schemas.microsoft.com/office/drawing/2014/main" id="{1A6A771D-5E91-46B6-86A5-D8470EF2AE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80038" y="5865182"/>
            <a:ext cx="2322374" cy="876847"/>
          </a:xfrm>
          <a:prstGeom prst="rect">
            <a:avLst/>
          </a:prstGeom>
          <a:noFill/>
        </p:spPr>
      </p:pic>
    </p:spTree>
    <p:extLst>
      <p:ext uri="{BB962C8B-B14F-4D97-AF65-F5344CB8AC3E}">
        <p14:creationId xmlns:p14="http://schemas.microsoft.com/office/powerpoint/2010/main" val="3899355297"/>
      </p:ext>
    </p:extLst>
  </p:cSld>
  <p:clrMapOvr>
    <a:masterClrMapping/>
  </p:clrMapOvr>
  <p:hf hdr="0"/>
  <p:extLst>
    <p:ext uri="{DCECCB84-F9BA-43D5-87BE-67443E8EF086}">
      <p15:sldGuideLst xmlns:p15="http://schemas.microsoft.com/office/powerpoint/2012/main">
        <p15:guide id="1" pos="604">
          <p15:clr>
            <a:srgbClr val="A4A3A4"/>
          </p15:clr>
        </p15:guide>
        <p15:guide id="2" pos="7076">
          <p15:clr>
            <a:srgbClr val="A4A3A4"/>
          </p15:clr>
        </p15:guide>
        <p15:guide id="3" orient="horz" pos="890">
          <p15:clr>
            <a:srgbClr val="A4A3A4"/>
          </p15:clr>
        </p15:guide>
        <p15:guide id="5" orient="horz" pos="3430">
          <p15:clr>
            <a:srgbClr val="A4A3A4"/>
          </p15:clr>
        </p15:guide>
        <p15:guide id="6" orient="horz" pos="731">
          <p15:clr>
            <a:srgbClr val="A4A3A4"/>
          </p15:clr>
        </p15:guide>
        <p15:guide id="7" orient="horz" pos="2160">
          <p15:clr>
            <a:srgbClr val="A4A3A4"/>
          </p15:clr>
        </p15:guide>
        <p15:guide id="8" pos="3840">
          <p15:clr>
            <a:srgbClr val="A4A3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64367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youtube.com/watch?v=hB-c3pJR0qU" TargetMode="Externa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hyperlink" Target="https://forandringsledelse.digi.hansreitzel.dk/?id=131" TargetMode="External"/><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1276A-E6D7-4858-8DCD-B117ED8E025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6ED6FF1-798B-C0D9-26BC-510394A5A053}"/>
              </a:ext>
            </a:extLst>
          </p:cNvPr>
          <p:cNvSpPr>
            <a:spLocks noGrp="1"/>
          </p:cNvSpPr>
          <p:nvPr>
            <p:ph type="body" sz="quarter" idx="10"/>
          </p:nvPr>
        </p:nvSpPr>
        <p:spPr>
          <a:xfrm>
            <a:off x="810241" y="5281159"/>
            <a:ext cx="9982200" cy="908391"/>
          </a:xfrm>
        </p:spPr>
        <p:txBody>
          <a:bodyPr anchor="ctr">
            <a:normAutofit/>
          </a:bodyPr>
          <a:lstStyle/>
          <a:p>
            <a:r>
              <a:rPr lang="da-DK" dirty="0"/>
              <a:t>Forretningsforståelse</a:t>
            </a:r>
          </a:p>
        </p:txBody>
      </p:sp>
      <p:sp>
        <p:nvSpPr>
          <p:cNvPr id="6" name="Tekstfelt 5">
            <a:extLst>
              <a:ext uri="{FF2B5EF4-FFF2-40B4-BE49-F238E27FC236}">
                <a16:creationId xmlns:a16="http://schemas.microsoft.com/office/drawing/2014/main" id="{9B2ED424-CED4-C31A-DF5F-647FC5A2A5F0}"/>
              </a:ext>
            </a:extLst>
          </p:cNvPr>
          <p:cNvSpPr txBox="1"/>
          <p:nvPr/>
        </p:nvSpPr>
        <p:spPr>
          <a:xfrm>
            <a:off x="2834824" y="3048351"/>
            <a:ext cx="532068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2800" b="0" i="0" u="none" strike="noStrike" kern="1200" cap="none" spc="0" normalizeH="0" baseline="0" noProof="0">
                <a:ln>
                  <a:noFill/>
                </a:ln>
                <a:solidFill>
                  <a:prstClr val="white"/>
                </a:solidFill>
                <a:effectLst/>
                <a:uLnTx/>
                <a:uFillTx/>
                <a:latin typeface="Montserrat"/>
                <a:ea typeface="+mn-ea"/>
                <a:cs typeface="+mn-cs"/>
              </a:rPr>
              <a:t>Modul 15 Forandringsledelse</a:t>
            </a:r>
            <a:endParaRPr kumimoji="0" lang="da-DK" sz="2800" b="0" i="0" u="none" strike="noStrike" kern="1200" cap="none" spc="0" normalizeH="0" baseline="0" noProof="0" dirty="0">
              <a:ln>
                <a:noFill/>
              </a:ln>
              <a:solidFill>
                <a:prstClr val="white"/>
              </a:solidFill>
              <a:effectLst/>
              <a:uLnTx/>
              <a:uFillTx/>
              <a:latin typeface="Montserrat"/>
              <a:ea typeface="+mn-ea"/>
              <a:cs typeface="+mn-cs"/>
            </a:endParaRPr>
          </a:p>
        </p:txBody>
      </p:sp>
    </p:spTree>
    <p:extLst>
      <p:ext uri="{BB962C8B-B14F-4D97-AF65-F5344CB8AC3E}">
        <p14:creationId xmlns:p14="http://schemas.microsoft.com/office/powerpoint/2010/main" val="3344525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E30A90FB-7BE2-4C3D-8CA8-166AC496C04F}"/>
              </a:ext>
            </a:extLst>
          </p:cNvPr>
          <p:cNvSpPr>
            <a:spLocks noGrp="1"/>
          </p:cNvSpPr>
          <p:nvPr>
            <p:ph type="title"/>
          </p:nvPr>
        </p:nvSpPr>
        <p:spPr/>
        <p:txBody>
          <a:bodyPr/>
          <a:lstStyle/>
          <a:p>
            <a:r>
              <a:rPr lang="da-DK" dirty="0"/>
              <a:t>Eks. på forandringsscenarier i organisationer</a:t>
            </a:r>
          </a:p>
        </p:txBody>
      </p:sp>
      <p:graphicFrame>
        <p:nvGraphicFramePr>
          <p:cNvPr id="6" name="Pladsholder til indhold 5">
            <a:extLst>
              <a:ext uri="{FF2B5EF4-FFF2-40B4-BE49-F238E27FC236}">
                <a16:creationId xmlns:a16="http://schemas.microsoft.com/office/drawing/2014/main" id="{E48297EF-360C-4FA0-A1E5-4A707255DB3A}"/>
              </a:ext>
            </a:extLst>
          </p:cNvPr>
          <p:cNvGraphicFramePr>
            <a:graphicFrameLocks noGrp="1"/>
          </p:cNvGraphicFramePr>
          <p:nvPr>
            <p:ph sz="quarter" idx="10"/>
            <p:extLst>
              <p:ext uri="{D42A27DB-BD31-4B8C-83A1-F6EECF244321}">
                <p14:modId xmlns:p14="http://schemas.microsoft.com/office/powerpoint/2010/main" val="2821727247"/>
              </p:ext>
            </p:extLst>
          </p:nvPr>
        </p:nvGraphicFramePr>
        <p:xfrm>
          <a:off x="838200" y="1790700"/>
          <a:ext cx="10515600" cy="4398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7281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FC996A13-8E1C-44AC-98DA-817C4BA190C9}"/>
              </a:ext>
            </a:extLst>
          </p:cNvPr>
          <p:cNvSpPr>
            <a:spLocks noGrp="1"/>
          </p:cNvSpPr>
          <p:nvPr>
            <p:ph type="title"/>
          </p:nvPr>
        </p:nvSpPr>
        <p:spPr/>
        <p:txBody>
          <a:bodyPr/>
          <a:lstStyle/>
          <a:p>
            <a:r>
              <a:rPr lang="da-DK" dirty="0"/>
              <a:t>Sammenhæng…</a:t>
            </a:r>
          </a:p>
        </p:txBody>
      </p:sp>
      <p:pic>
        <p:nvPicPr>
          <p:cNvPr id="7" name="Pladsholder til indhold 6">
            <a:extLst>
              <a:ext uri="{FF2B5EF4-FFF2-40B4-BE49-F238E27FC236}">
                <a16:creationId xmlns:a16="http://schemas.microsoft.com/office/drawing/2014/main" id="{1AE25677-B74D-4B8E-AEA4-0EB6339D24C2}"/>
              </a:ext>
            </a:extLst>
          </p:cNvPr>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838200" y="1350491"/>
            <a:ext cx="8657237" cy="5136628"/>
          </a:xfrm>
        </p:spPr>
      </p:pic>
      <p:sp>
        <p:nvSpPr>
          <p:cNvPr id="2" name="Taleboble: rektangel med afrundede hjørner 1">
            <a:extLst>
              <a:ext uri="{FF2B5EF4-FFF2-40B4-BE49-F238E27FC236}">
                <a16:creationId xmlns:a16="http://schemas.microsoft.com/office/drawing/2014/main" id="{81A44798-9256-4FAF-AD03-1DAFB13DC17C}"/>
              </a:ext>
            </a:extLst>
          </p:cNvPr>
          <p:cNvSpPr/>
          <p:nvPr/>
        </p:nvSpPr>
        <p:spPr>
          <a:xfrm>
            <a:off x="9177051" y="3016068"/>
            <a:ext cx="2926496" cy="2360164"/>
          </a:xfrm>
          <a:prstGeom prst="wedgeRoundRectCallout">
            <a:avLst>
              <a:gd name="adj1" fmla="val -161805"/>
              <a:gd name="adj2" fmla="val 616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da-DK" sz="1800" b="0" i="0" u="none" strike="noStrike" kern="1200" cap="none" spc="0" normalizeH="0" baseline="0" noProof="0" dirty="0">
                <a:ln>
                  <a:noFill/>
                </a:ln>
                <a:solidFill>
                  <a:schemeClr val="tx1"/>
                </a:solidFill>
                <a:effectLst/>
                <a:uLnTx/>
                <a:uFillTx/>
                <a:latin typeface="Montserrat"/>
                <a:ea typeface="+mn-ea"/>
                <a:cs typeface="+mn-cs"/>
              </a:rPr>
              <a:t>Kommunikation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da-DK" sz="1800" b="0" i="0" u="none" strike="noStrike" kern="1200" cap="none" spc="0" normalizeH="0" baseline="0" noProof="0" dirty="0">
                <a:ln>
                  <a:noFill/>
                </a:ln>
                <a:solidFill>
                  <a:schemeClr val="tx1"/>
                </a:solidFill>
                <a:effectLst/>
                <a:uLnTx/>
                <a:uFillTx/>
                <a:latin typeface="Montserrat"/>
                <a:ea typeface="+mn-ea"/>
                <a:cs typeface="+mn-cs"/>
              </a:rPr>
              <a:t>Motivation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da-DK" sz="1800" b="0" i="0" u="none" strike="noStrike" kern="1200" cap="none" spc="0" normalizeH="0" baseline="0" noProof="0" dirty="0">
                <a:ln>
                  <a:noFill/>
                </a:ln>
                <a:solidFill>
                  <a:schemeClr val="tx1"/>
                </a:solidFill>
                <a:effectLst/>
                <a:uLnTx/>
                <a:uFillTx/>
                <a:latin typeface="Montserrat"/>
                <a:ea typeface="+mn-ea"/>
                <a:cs typeface="+mn-cs"/>
              </a:rPr>
              <a:t>Uddannelse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da-DK" sz="1800" b="0" i="0" u="none" strike="noStrike" kern="1200" cap="none" spc="0" normalizeH="0" baseline="0" noProof="0" dirty="0">
                <a:ln>
                  <a:noFill/>
                </a:ln>
                <a:solidFill>
                  <a:schemeClr val="tx1"/>
                </a:solidFill>
                <a:effectLst/>
                <a:uLnTx/>
                <a:uFillTx/>
                <a:latin typeface="Montserrat"/>
                <a:ea typeface="+mn-ea"/>
                <a:cs typeface="+mn-cs"/>
              </a:rPr>
              <a:t>Rollemodeller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da-DK" sz="1800" b="0" i="0" u="none" strike="noStrike" kern="1200" cap="none" spc="0" normalizeH="0" baseline="0" noProof="0" dirty="0">
                <a:ln>
                  <a:noFill/>
                </a:ln>
                <a:solidFill>
                  <a:schemeClr val="tx1"/>
                </a:solidFill>
                <a:effectLst/>
                <a:uLnTx/>
                <a:uFillTx/>
                <a:latin typeface="Montserrat"/>
                <a:ea typeface="+mn-ea"/>
                <a:cs typeface="+mn-cs"/>
              </a:rPr>
              <a:t>Modstand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da-DK" sz="1800" b="0" i="0" u="none" strike="noStrike" kern="1200" cap="none" spc="0" normalizeH="0" baseline="0" noProof="0" dirty="0">
                <a:ln>
                  <a:noFill/>
                </a:ln>
                <a:solidFill>
                  <a:schemeClr val="tx1"/>
                </a:solidFill>
                <a:effectLst/>
                <a:uLnTx/>
                <a:uFillTx/>
                <a:latin typeface="Montserrat"/>
                <a:ea typeface="+mn-ea"/>
                <a:cs typeface="+mn-cs"/>
              </a:rPr>
              <a:t>Ledelse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da-DK" sz="1800" b="0" i="0" u="none" strike="noStrike" kern="1200" cap="none" spc="0" normalizeH="0" baseline="0" noProof="0" dirty="0">
                <a:ln>
                  <a:noFill/>
                </a:ln>
                <a:solidFill>
                  <a:schemeClr val="tx1"/>
                </a:solidFill>
                <a:effectLst/>
                <a:uLnTx/>
                <a:uFillTx/>
                <a:latin typeface="Montserrat"/>
                <a:ea typeface="+mn-ea"/>
                <a:cs typeface="+mn-cs"/>
              </a:rPr>
              <a:t>Fejre succeser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da-DK" sz="1800" b="0" i="0" u="none" strike="noStrike" kern="1200" cap="none" spc="0" normalizeH="0" baseline="0" noProof="0" dirty="0">
                <a:ln>
                  <a:noFill/>
                </a:ln>
                <a:solidFill>
                  <a:schemeClr val="tx1"/>
                </a:solidFill>
                <a:effectLst/>
                <a:uLnTx/>
                <a:uFillTx/>
                <a:latin typeface="Montserrat"/>
                <a:ea typeface="+mn-ea"/>
                <a:cs typeface="+mn-cs"/>
              </a:rPr>
              <a:t>Dont give up!</a:t>
            </a:r>
          </a:p>
        </p:txBody>
      </p:sp>
    </p:spTree>
    <p:extLst>
      <p:ext uri="{BB962C8B-B14F-4D97-AF65-F5344CB8AC3E}">
        <p14:creationId xmlns:p14="http://schemas.microsoft.com/office/powerpoint/2010/main" val="507878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5B2757AD-8992-4349-B35C-93F036890AF7}"/>
              </a:ext>
            </a:extLst>
          </p:cNvPr>
          <p:cNvSpPr>
            <a:spLocks noGrp="1"/>
          </p:cNvSpPr>
          <p:nvPr>
            <p:ph type="title"/>
          </p:nvPr>
        </p:nvSpPr>
        <p:spPr/>
        <p:txBody>
          <a:bodyPr anchor="t"/>
          <a:lstStyle/>
          <a:p>
            <a:r>
              <a:rPr lang="da-DK" dirty="0"/>
              <a:t>Succes eller fiasko</a:t>
            </a:r>
          </a:p>
        </p:txBody>
      </p:sp>
      <p:grpSp>
        <p:nvGrpSpPr>
          <p:cNvPr id="34" name="Gruppe 33">
            <a:extLst>
              <a:ext uri="{FF2B5EF4-FFF2-40B4-BE49-F238E27FC236}">
                <a16:creationId xmlns:a16="http://schemas.microsoft.com/office/drawing/2014/main" id="{5FA848E3-F03E-40DA-99E1-32C7CD015BEA}"/>
              </a:ext>
            </a:extLst>
          </p:cNvPr>
          <p:cNvGrpSpPr/>
          <p:nvPr/>
        </p:nvGrpSpPr>
        <p:grpSpPr>
          <a:xfrm>
            <a:off x="1796317" y="1456901"/>
            <a:ext cx="9028438" cy="4286523"/>
            <a:chOff x="1632376" y="2424436"/>
            <a:chExt cx="4975815" cy="2387976"/>
          </a:xfrm>
        </p:grpSpPr>
        <p:sp>
          <p:nvSpPr>
            <p:cNvPr id="18" name="Retvinklet trekant 17">
              <a:extLst>
                <a:ext uri="{FF2B5EF4-FFF2-40B4-BE49-F238E27FC236}">
                  <a16:creationId xmlns:a16="http://schemas.microsoft.com/office/drawing/2014/main" id="{0109771E-33A2-4412-9DB1-0DD3CFE3F89A}"/>
                </a:ext>
              </a:extLst>
            </p:cNvPr>
            <p:cNvSpPr/>
            <p:nvPr/>
          </p:nvSpPr>
          <p:spPr>
            <a:xfrm rot="10800000">
              <a:off x="1979722" y="3125473"/>
              <a:ext cx="2880309" cy="1368122"/>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a:ln>
                  <a:noFill/>
                </a:ln>
                <a:solidFill>
                  <a:prstClr val="white"/>
                </a:solidFill>
                <a:effectLst/>
                <a:uLnTx/>
                <a:uFillTx/>
                <a:latin typeface="Montserrat"/>
                <a:ea typeface="+mn-ea"/>
                <a:cs typeface="+mn-cs"/>
              </a:endParaRPr>
            </a:p>
          </p:txBody>
        </p:sp>
        <p:sp>
          <p:nvSpPr>
            <p:cNvPr id="16" name="Retvinklet trekant 15">
              <a:extLst>
                <a:ext uri="{FF2B5EF4-FFF2-40B4-BE49-F238E27FC236}">
                  <a16:creationId xmlns:a16="http://schemas.microsoft.com/office/drawing/2014/main" id="{5AF869C5-8A7C-4F3C-901B-0231E5E832D2}"/>
                </a:ext>
              </a:extLst>
            </p:cNvPr>
            <p:cNvSpPr/>
            <p:nvPr/>
          </p:nvSpPr>
          <p:spPr>
            <a:xfrm>
              <a:off x="1979723" y="3140967"/>
              <a:ext cx="2880309" cy="1368122"/>
            </a:xfrm>
            <a:prstGeom prst="r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Projektledelse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000" b="0" i="0" u="none" strike="noStrike" kern="1200" cap="none" spc="0" normalizeH="0" baseline="0" noProof="0" dirty="0">
                  <a:ln>
                    <a:noFill/>
                  </a:ln>
                  <a:solidFill>
                    <a:prstClr val="black"/>
                  </a:solidFill>
                  <a:effectLst/>
                  <a:uLnTx/>
                  <a:uFillTx/>
                  <a:latin typeface="Montserrat"/>
                  <a:ea typeface="+mn-ea"/>
                  <a:cs typeface="+mn-cs"/>
                </a:rPr>
                <a:t>(tid, økonomi, teknisk kvalitet)</a:t>
              </a:r>
            </a:p>
          </p:txBody>
        </p:sp>
        <p:sp>
          <p:nvSpPr>
            <p:cNvPr id="8" name="Rektangel 7">
              <a:extLst>
                <a:ext uri="{FF2B5EF4-FFF2-40B4-BE49-F238E27FC236}">
                  <a16:creationId xmlns:a16="http://schemas.microsoft.com/office/drawing/2014/main" id="{9EC3D290-D4A0-4F9B-8C09-D59753224B40}"/>
                </a:ext>
              </a:extLst>
            </p:cNvPr>
            <p:cNvSpPr/>
            <p:nvPr/>
          </p:nvSpPr>
          <p:spPr>
            <a:xfrm>
              <a:off x="4860032" y="3125473"/>
              <a:ext cx="856831" cy="138364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a:ln>
                  <a:noFill/>
                </a:ln>
                <a:solidFill>
                  <a:prstClr val="white"/>
                </a:solidFill>
                <a:effectLst/>
                <a:uLnTx/>
                <a:uFillTx/>
                <a:latin typeface="Montserrat"/>
                <a:ea typeface="+mn-ea"/>
                <a:cs typeface="+mn-cs"/>
              </a:endParaRPr>
            </a:p>
          </p:txBody>
        </p:sp>
        <p:cxnSp>
          <p:nvCxnSpPr>
            <p:cNvPr id="10" name="Lige pilforbindelse 9">
              <a:extLst>
                <a:ext uri="{FF2B5EF4-FFF2-40B4-BE49-F238E27FC236}">
                  <a16:creationId xmlns:a16="http://schemas.microsoft.com/office/drawing/2014/main" id="{C0B3A630-312A-4312-A916-607C9C52BEBC}"/>
                </a:ext>
              </a:extLst>
            </p:cNvPr>
            <p:cNvCxnSpPr>
              <a:cxnSpLocks/>
            </p:cNvCxnSpPr>
            <p:nvPr/>
          </p:nvCxnSpPr>
          <p:spPr>
            <a:xfrm>
              <a:off x="1979712" y="4509120"/>
              <a:ext cx="4628479" cy="12339"/>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2" name="Lige pilforbindelse 11">
              <a:extLst>
                <a:ext uri="{FF2B5EF4-FFF2-40B4-BE49-F238E27FC236}">
                  <a16:creationId xmlns:a16="http://schemas.microsoft.com/office/drawing/2014/main" id="{CA354696-39BE-4B06-B6B7-293DAAB10681}"/>
                </a:ext>
              </a:extLst>
            </p:cNvPr>
            <p:cNvCxnSpPr>
              <a:cxnSpLocks/>
            </p:cNvCxnSpPr>
            <p:nvPr/>
          </p:nvCxnSpPr>
          <p:spPr>
            <a:xfrm flipV="1">
              <a:off x="1979712" y="2636912"/>
              <a:ext cx="0" cy="1872208"/>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9" name="Tekstfelt 18">
              <a:extLst>
                <a:ext uri="{FF2B5EF4-FFF2-40B4-BE49-F238E27FC236}">
                  <a16:creationId xmlns:a16="http://schemas.microsoft.com/office/drawing/2014/main" id="{99AA38D9-8403-4413-8B05-D0E620C27143}"/>
                </a:ext>
              </a:extLst>
            </p:cNvPr>
            <p:cNvSpPr txBox="1"/>
            <p:nvPr/>
          </p:nvSpPr>
          <p:spPr>
            <a:xfrm>
              <a:off x="3059832" y="3109949"/>
              <a:ext cx="1944216" cy="3429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400" b="0" i="0" u="none" strike="noStrike" kern="1200" cap="none" spc="0" normalizeH="0" baseline="0" noProof="0" dirty="0">
                  <a:ln>
                    <a:noFill/>
                  </a:ln>
                  <a:solidFill>
                    <a:prstClr val="white"/>
                  </a:solidFill>
                  <a:effectLst/>
                  <a:uLnTx/>
                  <a:uFillTx/>
                  <a:latin typeface="Montserrat"/>
                  <a:ea typeface="+mn-ea"/>
                  <a:cs typeface="+mn-cs"/>
                </a:rPr>
                <a:t>Change Management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000" b="0" i="0" u="none" strike="noStrike" kern="1200" cap="none" spc="0" normalizeH="0" baseline="0" noProof="0" dirty="0">
                  <a:ln>
                    <a:noFill/>
                  </a:ln>
                  <a:solidFill>
                    <a:prstClr val="white"/>
                  </a:solidFill>
                  <a:effectLst/>
                  <a:uLnTx/>
                  <a:uFillTx/>
                  <a:latin typeface="Montserrat"/>
                  <a:ea typeface="+mn-ea"/>
                  <a:cs typeface="+mn-cs"/>
                </a:rPr>
                <a:t>(involvering af interessenter, kommunikation, sikring af succesmål)</a:t>
              </a:r>
            </a:p>
          </p:txBody>
        </p:sp>
        <p:sp>
          <p:nvSpPr>
            <p:cNvPr id="20" name="Tekstfelt 19">
              <a:extLst>
                <a:ext uri="{FF2B5EF4-FFF2-40B4-BE49-F238E27FC236}">
                  <a16:creationId xmlns:a16="http://schemas.microsoft.com/office/drawing/2014/main" id="{A9C0F8F4-249A-4663-AF89-871CCB02A54A}"/>
                </a:ext>
              </a:extLst>
            </p:cNvPr>
            <p:cNvSpPr txBox="1"/>
            <p:nvPr/>
          </p:nvSpPr>
          <p:spPr>
            <a:xfrm rot="16200000">
              <a:off x="4536389" y="3478742"/>
              <a:ext cx="1439373" cy="67710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Driftsorganisation</a:t>
              </a:r>
              <a:r>
                <a:rPr kumimoji="0" lang="da-DK" sz="1800" b="0" i="0" u="none" strike="noStrike" kern="1200" cap="none" spc="0" normalizeH="0" baseline="0" noProof="0" dirty="0">
                  <a:ln>
                    <a:noFill/>
                  </a:ln>
                  <a:solidFill>
                    <a:prstClr val="black"/>
                  </a:solidFill>
                  <a:effectLst/>
                  <a:uLnTx/>
                  <a:uFillTx/>
                  <a:latin typeface="Montserrat"/>
                  <a:ea typeface="+mn-ea"/>
                  <a:cs typeface="+mn-cs"/>
                </a:rPr>
                <a:t> </a:t>
              </a:r>
              <a:r>
                <a:rPr kumimoji="0" lang="da-DK" sz="1000" b="0" i="0" u="none" strike="noStrike" kern="1200" cap="none" spc="0" normalizeH="0" baseline="0" noProof="0" dirty="0">
                  <a:ln>
                    <a:noFill/>
                  </a:ln>
                  <a:solidFill>
                    <a:prstClr val="black"/>
                  </a:solidFill>
                  <a:effectLst/>
                  <a:uLnTx/>
                  <a:uFillTx/>
                  <a:latin typeface="Montserrat"/>
                  <a:ea typeface="+mn-ea"/>
                  <a:cs typeface="+mn-cs"/>
                </a:rPr>
                <a:t>(realisere værdiskabelse)</a:t>
              </a:r>
            </a:p>
          </p:txBody>
        </p:sp>
        <p:sp>
          <p:nvSpPr>
            <p:cNvPr id="22" name="Tekstfelt 21">
              <a:extLst>
                <a:ext uri="{FF2B5EF4-FFF2-40B4-BE49-F238E27FC236}">
                  <a16:creationId xmlns:a16="http://schemas.microsoft.com/office/drawing/2014/main" id="{5EBEF0DE-8669-44E9-8058-A0F4806E056F}"/>
                </a:ext>
              </a:extLst>
            </p:cNvPr>
            <p:cNvSpPr txBox="1"/>
            <p:nvPr/>
          </p:nvSpPr>
          <p:spPr>
            <a:xfrm>
              <a:off x="1979712" y="4535413"/>
              <a:ext cx="115212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dirty="0">
                  <a:ln>
                    <a:noFill/>
                  </a:ln>
                  <a:solidFill>
                    <a:prstClr val="black"/>
                  </a:solidFill>
                  <a:effectLst/>
                  <a:uLnTx/>
                  <a:uFillTx/>
                  <a:latin typeface="Montserrat"/>
                  <a:ea typeface="+mn-ea"/>
                  <a:cs typeface="+mn-cs"/>
                </a:rPr>
                <a:t>Tid</a:t>
              </a:r>
            </a:p>
          </p:txBody>
        </p:sp>
        <p:sp>
          <p:nvSpPr>
            <p:cNvPr id="23" name="Tekstfelt 22">
              <a:extLst>
                <a:ext uri="{FF2B5EF4-FFF2-40B4-BE49-F238E27FC236}">
                  <a16:creationId xmlns:a16="http://schemas.microsoft.com/office/drawing/2014/main" id="{1BAE3BA5-D3AC-47EC-B068-DD99BAF98DD7}"/>
                </a:ext>
              </a:extLst>
            </p:cNvPr>
            <p:cNvSpPr txBox="1"/>
            <p:nvPr/>
          </p:nvSpPr>
          <p:spPr>
            <a:xfrm rot="16200000">
              <a:off x="1194321" y="3328278"/>
              <a:ext cx="143937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dirty="0">
                  <a:ln>
                    <a:noFill/>
                  </a:ln>
                  <a:solidFill>
                    <a:prstClr val="black"/>
                  </a:solidFill>
                  <a:effectLst/>
                  <a:uLnTx/>
                  <a:uFillTx/>
                  <a:latin typeface="Montserrat"/>
                  <a:ea typeface="+mn-ea"/>
                  <a:cs typeface="+mn-cs"/>
                </a:rPr>
                <a:t>Ressourcer/fokus</a:t>
              </a:r>
            </a:p>
          </p:txBody>
        </p:sp>
        <p:sp>
          <p:nvSpPr>
            <p:cNvPr id="26" name="Tekstfelt 25">
              <a:extLst>
                <a:ext uri="{FF2B5EF4-FFF2-40B4-BE49-F238E27FC236}">
                  <a16:creationId xmlns:a16="http://schemas.microsoft.com/office/drawing/2014/main" id="{864E043E-F1E9-4F8F-93AB-89DFED320135}"/>
                </a:ext>
              </a:extLst>
            </p:cNvPr>
            <p:cNvSpPr txBox="1"/>
            <p:nvPr/>
          </p:nvSpPr>
          <p:spPr>
            <a:xfrm>
              <a:off x="1632376" y="2982716"/>
              <a:ext cx="115212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100%</a:t>
              </a:r>
            </a:p>
          </p:txBody>
        </p:sp>
        <p:sp>
          <p:nvSpPr>
            <p:cNvPr id="27" name="Tekstfelt 26">
              <a:extLst>
                <a:ext uri="{FF2B5EF4-FFF2-40B4-BE49-F238E27FC236}">
                  <a16:creationId xmlns:a16="http://schemas.microsoft.com/office/drawing/2014/main" id="{BA4B7E6F-27DA-4C4F-9865-DA473DF26F72}"/>
                </a:ext>
              </a:extLst>
            </p:cNvPr>
            <p:cNvSpPr txBox="1"/>
            <p:nvPr/>
          </p:nvSpPr>
          <p:spPr>
            <a:xfrm>
              <a:off x="4442502" y="2827592"/>
              <a:ext cx="115212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dirty="0">
                  <a:ln>
                    <a:noFill/>
                  </a:ln>
                  <a:solidFill>
                    <a:prstClr val="black"/>
                  </a:solidFill>
                  <a:effectLst/>
                  <a:uLnTx/>
                  <a:uFillTx/>
                  <a:latin typeface="Montserrat"/>
                  <a:ea typeface="+mn-ea"/>
                  <a:cs typeface="+mn-cs"/>
                </a:rPr>
                <a:t>Go-live</a:t>
              </a:r>
            </a:p>
          </p:txBody>
        </p:sp>
        <p:sp>
          <p:nvSpPr>
            <p:cNvPr id="28" name="Tekstfelt 27">
              <a:extLst>
                <a:ext uri="{FF2B5EF4-FFF2-40B4-BE49-F238E27FC236}">
                  <a16:creationId xmlns:a16="http://schemas.microsoft.com/office/drawing/2014/main" id="{FF11DC10-9F0B-40BC-95E7-2CBB54A630C0}"/>
                </a:ext>
              </a:extLst>
            </p:cNvPr>
            <p:cNvSpPr txBox="1"/>
            <p:nvPr/>
          </p:nvSpPr>
          <p:spPr>
            <a:xfrm>
              <a:off x="5143804" y="2832383"/>
              <a:ext cx="115212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dirty="0">
                  <a:ln>
                    <a:noFill/>
                  </a:ln>
                  <a:solidFill>
                    <a:prstClr val="black"/>
                  </a:solidFill>
                  <a:effectLst/>
                  <a:uLnTx/>
                  <a:uFillTx/>
                  <a:latin typeface="Montserrat"/>
                  <a:ea typeface="+mn-ea"/>
                  <a:cs typeface="+mn-cs"/>
                </a:rPr>
                <a:t>Ændret adfærd</a:t>
              </a:r>
            </a:p>
          </p:txBody>
        </p:sp>
        <p:sp>
          <p:nvSpPr>
            <p:cNvPr id="31" name="Ligebenet trekant 30">
              <a:extLst>
                <a:ext uri="{FF2B5EF4-FFF2-40B4-BE49-F238E27FC236}">
                  <a16:creationId xmlns:a16="http://schemas.microsoft.com/office/drawing/2014/main" id="{80668974-0E4E-4F88-A6EB-20A6BDC83200}"/>
                </a:ext>
              </a:extLst>
            </p:cNvPr>
            <p:cNvSpPr/>
            <p:nvPr/>
          </p:nvSpPr>
          <p:spPr>
            <a:xfrm rot="10800000">
              <a:off x="4773504" y="2424436"/>
              <a:ext cx="144017" cy="368563"/>
            </a:xfrm>
            <a:prstGeom prst="triangle">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a:ln>
                  <a:noFill/>
                </a:ln>
                <a:solidFill>
                  <a:prstClr val="white"/>
                </a:solidFill>
                <a:effectLst/>
                <a:uLnTx/>
                <a:uFillTx/>
                <a:latin typeface="Montserrat"/>
                <a:ea typeface="+mn-ea"/>
                <a:cs typeface="+mn-cs"/>
              </a:endParaRPr>
            </a:p>
          </p:txBody>
        </p:sp>
        <p:sp>
          <p:nvSpPr>
            <p:cNvPr id="32" name="Ligebenet trekant 31">
              <a:extLst>
                <a:ext uri="{FF2B5EF4-FFF2-40B4-BE49-F238E27FC236}">
                  <a16:creationId xmlns:a16="http://schemas.microsoft.com/office/drawing/2014/main" id="{3929D742-3D71-4CFD-A983-0F53F0682C3A}"/>
                </a:ext>
              </a:extLst>
            </p:cNvPr>
            <p:cNvSpPr/>
            <p:nvPr/>
          </p:nvSpPr>
          <p:spPr>
            <a:xfrm rot="10800000">
              <a:off x="5644854" y="2424437"/>
              <a:ext cx="144017" cy="368563"/>
            </a:xfrm>
            <a:prstGeom prst="triangle">
              <a:avLst/>
            </a:prstGeom>
          </p:spPr>
          <p:style>
            <a:lnRef idx="0">
              <a:schemeClr val="accent3"/>
            </a:lnRef>
            <a:fillRef idx="3">
              <a:schemeClr val="accent3"/>
            </a:fillRef>
            <a:effectRef idx="3">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a:ln>
                  <a:noFill/>
                </a:ln>
                <a:solidFill>
                  <a:prstClr val="white"/>
                </a:solidFill>
                <a:effectLst/>
                <a:uLnTx/>
                <a:uFillTx/>
                <a:latin typeface="Montserrat"/>
                <a:ea typeface="+mn-ea"/>
                <a:cs typeface="+mn-cs"/>
              </a:endParaRPr>
            </a:p>
          </p:txBody>
        </p:sp>
      </p:grpSp>
      <p:sp>
        <p:nvSpPr>
          <p:cNvPr id="35" name="Tekstfelt 34">
            <a:extLst>
              <a:ext uri="{FF2B5EF4-FFF2-40B4-BE49-F238E27FC236}">
                <a16:creationId xmlns:a16="http://schemas.microsoft.com/office/drawing/2014/main" id="{3D01088C-C53C-434E-9A0A-A32770612441}"/>
              </a:ext>
            </a:extLst>
          </p:cNvPr>
          <p:cNvSpPr txBox="1"/>
          <p:nvPr/>
        </p:nvSpPr>
        <p:spPr>
          <a:xfrm>
            <a:off x="9709531" y="6350643"/>
            <a:ext cx="3280477" cy="5078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dirty="0">
                <a:ln>
                  <a:noFill/>
                </a:ln>
                <a:solidFill>
                  <a:prstClr val="black"/>
                </a:solidFill>
                <a:effectLst/>
                <a:uLnTx/>
                <a:uFillTx/>
                <a:latin typeface="Montserrat"/>
                <a:ea typeface="+mn-ea"/>
                <a:cs typeface="+mn-cs"/>
              </a:rPr>
              <a:t>Egen tilvirkning, </a:t>
            </a:r>
            <a:r>
              <a:rPr kumimoji="0" lang="da-DK" sz="900" b="0" i="1" u="none" strike="noStrike" kern="1200" cap="none" spc="0" normalizeH="0" baseline="0" noProof="0" dirty="0">
                <a:ln>
                  <a:noFill/>
                </a:ln>
                <a:solidFill>
                  <a:prstClr val="black"/>
                </a:solidFill>
                <a:effectLst/>
                <a:uLnTx/>
                <a:uFillTx/>
                <a:latin typeface="Montserrat"/>
                <a:ea typeface="+mn-ea"/>
                <a:cs typeface="+mn-cs"/>
              </a:rPr>
              <a:t>Hildebrandt og Brandi ”Forandringsledelse” 2010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900" b="0" i="1" u="none" strike="noStrike" kern="1200" cap="none" spc="0" normalizeH="0" baseline="0" noProof="0" dirty="0">
              <a:ln>
                <a:noFill/>
              </a:ln>
              <a:solidFill>
                <a:prstClr val="black"/>
              </a:solidFill>
              <a:effectLst/>
              <a:uLnTx/>
              <a:uFillTx/>
              <a:latin typeface="Montserrat"/>
              <a:ea typeface="+mn-ea"/>
              <a:cs typeface="+mn-cs"/>
            </a:endParaRPr>
          </a:p>
        </p:txBody>
      </p:sp>
    </p:spTree>
    <p:extLst>
      <p:ext uri="{BB962C8B-B14F-4D97-AF65-F5344CB8AC3E}">
        <p14:creationId xmlns:p14="http://schemas.microsoft.com/office/powerpoint/2010/main" val="3436894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dsholder til tekst 4">
            <a:extLst>
              <a:ext uri="{FF2B5EF4-FFF2-40B4-BE49-F238E27FC236}">
                <a16:creationId xmlns:a16="http://schemas.microsoft.com/office/drawing/2014/main" id="{1C586DFC-D0B2-EC53-66AE-792739B9617E}"/>
              </a:ext>
            </a:extLst>
          </p:cNvPr>
          <p:cNvSpPr>
            <a:spLocks noGrp="1"/>
          </p:cNvSpPr>
          <p:nvPr>
            <p:ph type="title"/>
          </p:nvPr>
        </p:nvSpPr>
        <p:spPr/>
        <p:txBody>
          <a:bodyPr anchor="ctr">
            <a:normAutofit/>
          </a:bodyPr>
          <a:lstStyle/>
          <a:p>
            <a:r>
              <a:rPr lang="da-DK" dirty="0"/>
              <a:t>Forandringsmodel</a:t>
            </a:r>
          </a:p>
        </p:txBody>
      </p:sp>
      <p:pic>
        <p:nvPicPr>
          <p:cNvPr id="8" name="Pladsholder til billede 7" descr="X og 0 spil på blå baggrund">
            <a:extLst>
              <a:ext uri="{FF2B5EF4-FFF2-40B4-BE49-F238E27FC236}">
                <a16:creationId xmlns:a16="http://schemas.microsoft.com/office/drawing/2014/main" id="{E8838226-0AF3-D80D-4E61-D94AE3415B5A}"/>
              </a:ext>
            </a:extLst>
          </p:cNvPr>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163062" y="1790700"/>
            <a:ext cx="5865875" cy="4398963"/>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a:noFill/>
        </p:spPr>
      </p:pic>
      <p:sp>
        <p:nvSpPr>
          <p:cNvPr id="6" name="Pladsholder til tekst 5">
            <a:extLst>
              <a:ext uri="{FF2B5EF4-FFF2-40B4-BE49-F238E27FC236}">
                <a16:creationId xmlns:a16="http://schemas.microsoft.com/office/drawing/2014/main" id="{862BCC34-247C-7BDB-49EA-708724CEBE43}"/>
              </a:ext>
            </a:extLst>
          </p:cNvPr>
          <p:cNvSpPr>
            <a:spLocks noGrp="1"/>
          </p:cNvSpPr>
          <p:nvPr>
            <p:ph sz="quarter" idx="4294967295"/>
          </p:nvPr>
        </p:nvSpPr>
        <p:spPr>
          <a:xfrm>
            <a:off x="838200" y="1588981"/>
            <a:ext cx="5153025" cy="4391025"/>
          </a:xfrm>
          <a:prstGeom prst="rect">
            <a:avLst/>
          </a:prstGeom>
        </p:spPr>
        <p:txBody>
          <a:bodyPr>
            <a:normAutofit/>
          </a:bodyPr>
          <a:lstStyle/>
          <a:p>
            <a:pPr marL="0" indent="0">
              <a:buNone/>
            </a:pPr>
            <a:r>
              <a:rPr lang="da-DK" dirty="0" err="1"/>
              <a:t>Kotters</a:t>
            </a:r>
            <a:r>
              <a:rPr lang="da-DK" dirty="0"/>
              <a:t> 8 trins model</a:t>
            </a:r>
          </a:p>
        </p:txBody>
      </p:sp>
    </p:spTree>
    <p:extLst>
      <p:ext uri="{BB962C8B-B14F-4D97-AF65-F5344CB8AC3E}">
        <p14:creationId xmlns:p14="http://schemas.microsoft.com/office/powerpoint/2010/main" val="1635588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BE67C4-283D-7A89-606F-C424FD0CC6E9}"/>
              </a:ext>
            </a:extLst>
          </p:cNvPr>
          <p:cNvSpPr>
            <a:spLocks noGrp="1"/>
          </p:cNvSpPr>
          <p:nvPr>
            <p:ph type="title"/>
          </p:nvPr>
        </p:nvSpPr>
        <p:spPr/>
        <p:txBody>
          <a:bodyPr/>
          <a:lstStyle/>
          <a:p>
            <a:r>
              <a:rPr lang="da-DK" dirty="0"/>
              <a:t>Introduktion til forandringsledelse</a:t>
            </a:r>
          </a:p>
        </p:txBody>
      </p:sp>
      <p:sp>
        <p:nvSpPr>
          <p:cNvPr id="3" name="Pladsholder til indhold 2">
            <a:extLst>
              <a:ext uri="{FF2B5EF4-FFF2-40B4-BE49-F238E27FC236}">
                <a16:creationId xmlns:a16="http://schemas.microsoft.com/office/drawing/2014/main" id="{6CBC0648-1BB6-B330-96E5-7E2DB90BB163}"/>
              </a:ext>
            </a:extLst>
          </p:cNvPr>
          <p:cNvSpPr>
            <a:spLocks noGrp="1"/>
          </p:cNvSpPr>
          <p:nvPr>
            <p:ph sz="quarter" idx="10"/>
          </p:nvPr>
        </p:nvSpPr>
        <p:spPr/>
        <p:txBody>
          <a:bodyPr/>
          <a:lstStyle/>
          <a:p>
            <a:r>
              <a:rPr lang="da-DK" b="1" dirty="0"/>
              <a:t>Forandringsledelse:</a:t>
            </a:r>
            <a:r>
              <a:rPr lang="da-DK" dirty="0"/>
              <a:t> </a:t>
            </a:r>
          </a:p>
          <a:p>
            <a:r>
              <a:rPr lang="da-DK" dirty="0"/>
              <a:t>Forandringsledelse refererer til de handlinger, strategier og teknikker, der bruges til at føre en organisation gennem en transformationsproces.</a:t>
            </a:r>
          </a:p>
          <a:p>
            <a:pPr>
              <a:buFont typeface="Arial" panose="020B0604020202020204" pitchFamily="34" charset="0"/>
              <a:buChar char="•"/>
            </a:pPr>
            <a:endParaRPr lang="da-DK" dirty="0"/>
          </a:p>
          <a:p>
            <a:r>
              <a:rPr lang="da-DK" b="1" dirty="0"/>
              <a:t>Hvorfor er forandringsledelse vigtigt?</a:t>
            </a:r>
          </a:p>
          <a:p>
            <a:endParaRPr lang="da-DK" dirty="0"/>
          </a:p>
          <a:p>
            <a:pPr marL="742950" lvl="1" indent="-285750">
              <a:buFont typeface="Arial" panose="020B0604020202020204" pitchFamily="34" charset="0"/>
              <a:buChar char="•"/>
            </a:pPr>
            <a:r>
              <a:rPr lang="da-DK" dirty="0"/>
              <a:t>Verden er i konstant forandring.</a:t>
            </a:r>
          </a:p>
          <a:p>
            <a:pPr marL="742950" lvl="1" indent="-285750">
              <a:buFont typeface="Arial" panose="020B0604020202020204" pitchFamily="34" charset="0"/>
              <a:buChar char="•"/>
            </a:pPr>
            <a:r>
              <a:rPr lang="da-DK" dirty="0"/>
              <a:t>Teknologi, markedstrends og interne forhold kræver, at organisationer løbende tilpasser sig.</a:t>
            </a:r>
          </a:p>
          <a:p>
            <a:pPr marL="742950" lvl="1" indent="-285750">
              <a:buFont typeface="Arial" panose="020B0604020202020204" pitchFamily="34" charset="0"/>
              <a:buChar char="•"/>
            </a:pPr>
            <a:r>
              <a:rPr lang="da-DK" dirty="0"/>
              <a:t>Nye sikkerhedstrusler og nye metoder til beskyttelse</a:t>
            </a:r>
          </a:p>
          <a:p>
            <a:pPr marL="742950" lvl="1" indent="-285750">
              <a:buFont typeface="Arial" panose="020B0604020202020204" pitchFamily="34" charset="0"/>
              <a:buChar char="•"/>
            </a:pPr>
            <a:r>
              <a:rPr lang="da-DK" dirty="0"/>
              <a:t>Forandringsledelse sikrer, at disse ændringer implementeres effektivt og ikke skaber kaos.</a:t>
            </a:r>
          </a:p>
          <a:p>
            <a:endParaRPr lang="da-DK" dirty="0"/>
          </a:p>
        </p:txBody>
      </p:sp>
    </p:spTree>
    <p:extLst>
      <p:ext uri="{BB962C8B-B14F-4D97-AF65-F5344CB8AC3E}">
        <p14:creationId xmlns:p14="http://schemas.microsoft.com/office/powerpoint/2010/main" val="554606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0F794B-12C0-6542-5B92-57966A02949C}"/>
              </a:ext>
            </a:extLst>
          </p:cNvPr>
          <p:cNvSpPr>
            <a:spLocks noGrp="1"/>
          </p:cNvSpPr>
          <p:nvPr>
            <p:ph type="title"/>
          </p:nvPr>
        </p:nvSpPr>
        <p:spPr/>
        <p:txBody>
          <a:bodyPr/>
          <a:lstStyle/>
          <a:p>
            <a:r>
              <a:rPr lang="da-DK" dirty="0"/>
              <a:t>Det menneskelige aspekt af forandringer</a:t>
            </a:r>
          </a:p>
        </p:txBody>
      </p:sp>
      <p:pic>
        <p:nvPicPr>
          <p:cNvPr id="5" name="Pladsholder til indhold 4">
            <a:extLst>
              <a:ext uri="{FF2B5EF4-FFF2-40B4-BE49-F238E27FC236}">
                <a16:creationId xmlns:a16="http://schemas.microsoft.com/office/drawing/2014/main" id="{25866698-FF4B-7462-B55A-194BE622D13C}"/>
              </a:ext>
            </a:extLst>
          </p:cNvPr>
          <p:cNvPicPr>
            <a:picLocks noGrp="1" noChangeAspect="1"/>
          </p:cNvPicPr>
          <p:nvPr>
            <p:ph sz="quarter" idx="10"/>
          </p:nvPr>
        </p:nvPicPr>
        <p:blipFill>
          <a:blip r:embed="rId2"/>
          <a:stretch>
            <a:fillRect/>
          </a:stretch>
        </p:blipFill>
        <p:spPr>
          <a:xfrm>
            <a:off x="2426435" y="1559775"/>
            <a:ext cx="7339129" cy="4571666"/>
          </a:xfrm>
        </p:spPr>
      </p:pic>
      <p:sp>
        <p:nvSpPr>
          <p:cNvPr id="3" name="Tekstfelt 2">
            <a:extLst>
              <a:ext uri="{FF2B5EF4-FFF2-40B4-BE49-F238E27FC236}">
                <a16:creationId xmlns:a16="http://schemas.microsoft.com/office/drawing/2014/main" id="{CFC12001-6F02-1F99-1640-CFB5823560D5}"/>
              </a:ext>
            </a:extLst>
          </p:cNvPr>
          <p:cNvSpPr txBox="1"/>
          <p:nvPr/>
        </p:nvSpPr>
        <p:spPr>
          <a:xfrm>
            <a:off x="2970027" y="6131441"/>
            <a:ext cx="450155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rgbClr val="FF0000"/>
                </a:solidFill>
                <a:effectLst/>
                <a:uLnTx/>
                <a:uFillTx/>
                <a:latin typeface="Montserrat"/>
                <a:ea typeface="+mn-ea"/>
                <a:cs typeface="+mn-cs"/>
              </a:rPr>
              <a:t>Kan I genkende nogle af områderne?</a:t>
            </a:r>
          </a:p>
        </p:txBody>
      </p:sp>
    </p:spTree>
    <p:extLst>
      <p:ext uri="{BB962C8B-B14F-4D97-AF65-F5344CB8AC3E}">
        <p14:creationId xmlns:p14="http://schemas.microsoft.com/office/powerpoint/2010/main" val="2832360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42554C66-92C8-55DC-ED55-F0FC07191DBD}"/>
              </a:ext>
            </a:extLst>
          </p:cNvPr>
          <p:cNvSpPr>
            <a:spLocks noGrp="1"/>
          </p:cNvSpPr>
          <p:nvPr>
            <p:ph type="body" sz="quarter" idx="13"/>
          </p:nvPr>
        </p:nvSpPr>
        <p:spPr>
          <a:xfrm>
            <a:off x="1098420" y="1720535"/>
            <a:ext cx="5220347" cy="4300440"/>
          </a:xfrm>
        </p:spPr>
        <p:txBody>
          <a:bodyPr>
            <a:normAutofit/>
          </a:bodyPr>
          <a:lstStyle/>
          <a:p>
            <a:r>
              <a:rPr lang="da-DK" dirty="0">
                <a:hlinkClick r:id="rId2"/>
              </a:rPr>
              <a:t>https://www.youtube.com/watch?v=hB-c3pJR0qU</a:t>
            </a:r>
            <a:r>
              <a:rPr lang="da-DK" dirty="0"/>
              <a:t> </a:t>
            </a:r>
          </a:p>
        </p:txBody>
      </p:sp>
      <p:sp>
        <p:nvSpPr>
          <p:cNvPr id="2" name="Titel 1">
            <a:extLst>
              <a:ext uri="{FF2B5EF4-FFF2-40B4-BE49-F238E27FC236}">
                <a16:creationId xmlns:a16="http://schemas.microsoft.com/office/drawing/2014/main" id="{154061B0-1454-08A9-750E-5EFB8F0BCD79}"/>
              </a:ext>
            </a:extLst>
          </p:cNvPr>
          <p:cNvSpPr>
            <a:spLocks noGrp="1"/>
          </p:cNvSpPr>
          <p:nvPr>
            <p:ph type="body" sz="quarter" idx="15"/>
          </p:nvPr>
        </p:nvSpPr>
        <p:spPr>
          <a:xfrm>
            <a:off x="545971" y="837025"/>
            <a:ext cx="9037300" cy="920750"/>
          </a:xfrm>
        </p:spPr>
        <p:txBody>
          <a:bodyPr anchor="ctr">
            <a:normAutofit/>
          </a:bodyPr>
          <a:lstStyle/>
          <a:p>
            <a:r>
              <a:rPr lang="da-DK" dirty="0"/>
              <a:t>Forandringsledelse – </a:t>
            </a:r>
            <a:r>
              <a:rPr lang="da-DK" dirty="0" err="1"/>
              <a:t>Our</a:t>
            </a:r>
            <a:r>
              <a:rPr lang="da-DK" dirty="0"/>
              <a:t> </a:t>
            </a:r>
            <a:r>
              <a:rPr lang="da-DK" dirty="0" err="1"/>
              <a:t>iceberg</a:t>
            </a:r>
            <a:r>
              <a:rPr lang="da-DK" dirty="0"/>
              <a:t> is </a:t>
            </a:r>
            <a:r>
              <a:rPr lang="da-DK" dirty="0" err="1"/>
              <a:t>melting</a:t>
            </a:r>
            <a:endParaRPr lang="da-DK" dirty="0"/>
          </a:p>
        </p:txBody>
      </p:sp>
      <p:pic>
        <p:nvPicPr>
          <p:cNvPr id="4" name="Billede 3">
            <a:extLst>
              <a:ext uri="{FF2B5EF4-FFF2-40B4-BE49-F238E27FC236}">
                <a16:creationId xmlns:a16="http://schemas.microsoft.com/office/drawing/2014/main" id="{24A4A3D0-B70C-93BB-3811-30DE269C415D}"/>
              </a:ext>
            </a:extLst>
          </p:cNvPr>
          <p:cNvPicPr>
            <a:picLocks noChangeAspect="1"/>
          </p:cNvPicPr>
          <p:nvPr/>
        </p:nvPicPr>
        <p:blipFill>
          <a:blip r:embed="rId3"/>
          <a:stretch>
            <a:fillRect/>
          </a:stretch>
        </p:blipFill>
        <p:spPr>
          <a:xfrm>
            <a:off x="2261117" y="2420665"/>
            <a:ext cx="7010399" cy="3943349"/>
          </a:xfrm>
          <a:prstGeom prst="rect">
            <a:avLst/>
          </a:prstGeom>
        </p:spPr>
      </p:pic>
    </p:spTree>
    <p:extLst>
      <p:ext uri="{BB962C8B-B14F-4D97-AF65-F5344CB8AC3E}">
        <p14:creationId xmlns:p14="http://schemas.microsoft.com/office/powerpoint/2010/main" val="576241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F0DA4D-FCA9-88D5-ADE0-9FFA28531D67}"/>
              </a:ext>
            </a:extLst>
          </p:cNvPr>
          <p:cNvSpPr>
            <a:spLocks noGrp="1"/>
          </p:cNvSpPr>
          <p:nvPr>
            <p:ph type="title"/>
          </p:nvPr>
        </p:nvSpPr>
        <p:spPr/>
        <p:txBody>
          <a:bodyPr/>
          <a:lstStyle/>
          <a:p>
            <a:r>
              <a:rPr lang="da-DK" dirty="0" err="1"/>
              <a:t>Kotters</a:t>
            </a:r>
            <a:r>
              <a:rPr lang="da-DK" dirty="0"/>
              <a:t> forandringsmodel</a:t>
            </a:r>
          </a:p>
        </p:txBody>
      </p:sp>
      <p:pic>
        <p:nvPicPr>
          <p:cNvPr id="5" name="Pladsholder til indhold 4">
            <a:extLst>
              <a:ext uri="{FF2B5EF4-FFF2-40B4-BE49-F238E27FC236}">
                <a16:creationId xmlns:a16="http://schemas.microsoft.com/office/drawing/2014/main" id="{3ED2B54C-0221-12FC-DC36-D9E5E41A2868}"/>
              </a:ext>
            </a:extLst>
          </p:cNvPr>
          <p:cNvPicPr>
            <a:picLocks noGrp="1" noChangeAspect="1"/>
          </p:cNvPicPr>
          <p:nvPr>
            <p:ph sz="quarter" idx="10"/>
          </p:nvPr>
        </p:nvPicPr>
        <p:blipFill>
          <a:blip r:embed="rId2"/>
          <a:stretch>
            <a:fillRect/>
          </a:stretch>
        </p:blipFill>
        <p:spPr>
          <a:xfrm>
            <a:off x="2424774" y="1430867"/>
            <a:ext cx="6103401" cy="4254851"/>
          </a:xfrm>
        </p:spPr>
      </p:pic>
      <p:sp>
        <p:nvSpPr>
          <p:cNvPr id="4" name="Tekstfelt 3">
            <a:extLst>
              <a:ext uri="{FF2B5EF4-FFF2-40B4-BE49-F238E27FC236}">
                <a16:creationId xmlns:a16="http://schemas.microsoft.com/office/drawing/2014/main" id="{DDEAB7DB-FF37-6335-97F8-2E149E3B52AB}"/>
              </a:ext>
            </a:extLst>
          </p:cNvPr>
          <p:cNvSpPr txBox="1"/>
          <p:nvPr/>
        </p:nvSpPr>
        <p:spPr>
          <a:xfrm>
            <a:off x="2957513" y="6079021"/>
            <a:ext cx="6276974" cy="369332"/>
          </a:xfrm>
          <a:prstGeom prst="rect">
            <a:avLst/>
          </a:prstGeom>
          <a:noFill/>
        </p:spPr>
        <p:txBody>
          <a:bodyPr wrap="square">
            <a:spAutoFit/>
          </a:bodyPr>
          <a:lstStyle/>
          <a:p>
            <a:r>
              <a:rPr lang="da-DK" dirty="0">
                <a:hlinkClick r:id="rId3"/>
              </a:rPr>
              <a:t>Kapitel 1. </a:t>
            </a:r>
            <a:r>
              <a:rPr lang="da-DK" dirty="0" err="1">
                <a:hlinkClick r:id="rId3"/>
              </a:rPr>
              <a:t>Kotters</a:t>
            </a:r>
            <a:r>
              <a:rPr lang="da-DK" dirty="0">
                <a:hlinkClick r:id="rId3"/>
              </a:rPr>
              <a:t> 8-trinsmodel | Forandringsledelse</a:t>
            </a:r>
            <a:endParaRPr lang="da-DK" dirty="0"/>
          </a:p>
        </p:txBody>
      </p:sp>
    </p:spTree>
    <p:extLst>
      <p:ext uri="{BB962C8B-B14F-4D97-AF65-F5344CB8AC3E}">
        <p14:creationId xmlns:p14="http://schemas.microsoft.com/office/powerpoint/2010/main" val="3991462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FDAECB-9032-3B37-1E08-BFFB2B42E480}"/>
              </a:ext>
            </a:extLst>
          </p:cNvPr>
          <p:cNvSpPr>
            <a:spLocks noGrp="1"/>
          </p:cNvSpPr>
          <p:nvPr>
            <p:ph type="title"/>
          </p:nvPr>
        </p:nvSpPr>
        <p:spPr/>
        <p:txBody>
          <a:bodyPr/>
          <a:lstStyle/>
          <a:p>
            <a:r>
              <a:rPr lang="da-DK" dirty="0" err="1"/>
              <a:t>Kotters</a:t>
            </a:r>
            <a:r>
              <a:rPr lang="da-DK" dirty="0"/>
              <a:t> model til forandringsledelse</a:t>
            </a:r>
          </a:p>
        </p:txBody>
      </p:sp>
      <p:sp>
        <p:nvSpPr>
          <p:cNvPr id="4" name="Rectangle 1">
            <a:extLst>
              <a:ext uri="{FF2B5EF4-FFF2-40B4-BE49-F238E27FC236}">
                <a16:creationId xmlns:a16="http://schemas.microsoft.com/office/drawing/2014/main" id="{F5038F67-13B6-A76A-1D99-1FFD93337764}"/>
              </a:ext>
            </a:extLst>
          </p:cNvPr>
          <p:cNvSpPr>
            <a:spLocks noGrp="1" noChangeArrowheads="1"/>
          </p:cNvSpPr>
          <p:nvPr>
            <p:ph sz="quarter" idx="10"/>
          </p:nvPr>
        </p:nvSpPr>
        <p:spPr bwMode="auto">
          <a:xfrm>
            <a:off x="838200" y="1831188"/>
            <a:ext cx="1131111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da-DK" altLang="da-DK" sz="1800" b="1" i="0" u="none" strike="noStrike" cap="none" normalizeH="0" baseline="0" dirty="0" err="1">
                <a:ln>
                  <a:noFill/>
                </a:ln>
                <a:solidFill>
                  <a:schemeClr val="tx1"/>
                </a:solidFill>
                <a:effectLst/>
              </a:rPr>
              <a:t>Kotters</a:t>
            </a:r>
            <a:r>
              <a:rPr kumimoji="0" lang="da-DK" altLang="da-DK" sz="1800" b="1" i="0" u="none" strike="noStrike" cap="none" normalizeH="0" baseline="0" dirty="0">
                <a:ln>
                  <a:noFill/>
                </a:ln>
                <a:solidFill>
                  <a:schemeClr val="tx1"/>
                </a:solidFill>
                <a:effectLst/>
              </a:rPr>
              <a:t> 8-trins model:</a:t>
            </a:r>
            <a:br>
              <a:rPr kumimoji="0" lang="da-DK" altLang="da-DK" sz="1800" b="0" i="0" u="none" strike="noStrike" cap="none" normalizeH="0" baseline="0" dirty="0">
                <a:ln>
                  <a:noFill/>
                </a:ln>
                <a:solidFill>
                  <a:schemeClr val="tx1"/>
                </a:solidFill>
                <a:effectLst/>
              </a:rPr>
            </a:br>
            <a:r>
              <a:rPr kumimoji="0" lang="da-DK" altLang="da-DK" sz="1800" b="0" i="0" u="none" strike="noStrike" cap="none" normalizeH="0" baseline="0" dirty="0" err="1">
                <a:ln>
                  <a:noFill/>
                </a:ln>
                <a:solidFill>
                  <a:schemeClr val="tx1"/>
                </a:solidFill>
                <a:effectLst/>
              </a:rPr>
              <a:t>Kotters</a:t>
            </a:r>
            <a:r>
              <a:rPr kumimoji="0" lang="da-DK" altLang="da-DK" sz="1800" b="0" i="0" u="none" strike="noStrike" cap="none" normalizeH="0" baseline="0" dirty="0">
                <a:ln>
                  <a:noFill/>
                </a:ln>
                <a:solidFill>
                  <a:schemeClr val="tx1"/>
                </a:solidFill>
                <a:effectLst/>
              </a:rPr>
              <a:t> model er designet til at hjælpe organisationer med at implementere forandringer på en </a:t>
            </a:r>
          </a:p>
          <a:p>
            <a:pPr marL="0" marR="0" lvl="0" indent="0" algn="l" defTabSz="914400" rtl="0" eaLnBrk="0" fontAlgn="base" latinLnBrk="0" hangingPunct="0">
              <a:lnSpc>
                <a:spcPct val="100000"/>
              </a:lnSpc>
              <a:spcBef>
                <a:spcPct val="0"/>
              </a:spcBef>
              <a:spcAft>
                <a:spcPct val="0"/>
              </a:spcAft>
              <a:buClrTx/>
              <a:buSzTx/>
              <a:tabLst/>
            </a:pPr>
            <a:r>
              <a:rPr kumimoji="0" lang="da-DK" altLang="da-DK" sz="1800" b="0" i="0" u="none" strike="noStrike" cap="none" normalizeH="0" baseline="0" dirty="0">
                <a:ln>
                  <a:noFill/>
                </a:ln>
                <a:solidFill>
                  <a:schemeClr val="tx1"/>
                </a:solidFill>
                <a:effectLst/>
              </a:rPr>
              <a:t>struktureret og effektiv måde. Modellen understreger vigtigheden af at skabe en følelse af </a:t>
            </a:r>
          </a:p>
          <a:p>
            <a:pPr marL="0" marR="0" lvl="0" indent="0" algn="l" defTabSz="914400" rtl="0" eaLnBrk="0" fontAlgn="base" latinLnBrk="0" hangingPunct="0">
              <a:lnSpc>
                <a:spcPct val="100000"/>
              </a:lnSpc>
              <a:spcBef>
                <a:spcPct val="0"/>
              </a:spcBef>
              <a:spcAft>
                <a:spcPct val="0"/>
              </a:spcAft>
              <a:buClrTx/>
              <a:buSzTx/>
              <a:tabLst/>
            </a:pPr>
            <a:r>
              <a:rPr kumimoji="0" lang="da-DK" altLang="da-DK" sz="1800" b="0" i="0" u="none" strike="noStrike" cap="none" normalizeH="0" baseline="0" dirty="0">
                <a:ln>
                  <a:noFill/>
                </a:ln>
                <a:solidFill>
                  <a:schemeClr val="tx1"/>
                </a:solidFill>
                <a:effectLst/>
              </a:rPr>
              <a:t>nødvendighed og bruge succeser til at skabe momentum.</a:t>
            </a:r>
          </a:p>
          <a:p>
            <a:pPr marL="0" marR="0" lvl="0" indent="0" algn="l" defTabSz="914400" rtl="0" eaLnBrk="0" fontAlgn="base" latinLnBrk="0" hangingPunct="0">
              <a:lnSpc>
                <a:spcPct val="100000"/>
              </a:lnSpc>
              <a:spcBef>
                <a:spcPct val="0"/>
              </a:spcBef>
              <a:spcAft>
                <a:spcPct val="0"/>
              </a:spcAft>
              <a:buClrTx/>
              <a:buSzTx/>
              <a:tabLst/>
            </a:pPr>
            <a:endParaRPr kumimoji="0" lang="da-DK" altLang="da-DK"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da-DK" altLang="da-DK" sz="1800" b="1" i="0" u="none" strike="noStrike" cap="none" normalizeH="0" baseline="0" dirty="0">
                <a:ln>
                  <a:noFill/>
                </a:ln>
                <a:solidFill>
                  <a:schemeClr val="tx1"/>
                </a:solidFill>
                <a:effectLst/>
              </a:rPr>
              <a:t>Formål med modellen:</a:t>
            </a:r>
            <a:endParaRPr kumimoji="0" lang="da-DK" altLang="da-DK"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a-DK" altLang="da-DK" sz="1800" b="0" i="0" u="none" strike="noStrike" cap="none" normalizeH="0" baseline="0" dirty="0">
                <a:ln>
                  <a:noFill/>
                </a:ln>
                <a:solidFill>
                  <a:schemeClr val="tx1"/>
                </a:solidFill>
                <a:effectLst/>
              </a:rPr>
              <a:t>At minimere modstand mod forandring.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da-DK" altLang="da-DK" sz="1800" b="0" i="0" u="none" strike="noStrike" cap="none" normalizeH="0" baseline="0" dirty="0">
                <a:ln>
                  <a:noFill/>
                </a:ln>
                <a:solidFill>
                  <a:schemeClr val="tx1"/>
                </a:solidFill>
                <a:effectLst/>
              </a:rPr>
              <a:t>At sikre at forandringen bliver implementeret effektivt og forankret i organisationens kultur.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45167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A2B640-8C1C-5BD6-695F-ABAF399179C3}"/>
              </a:ext>
            </a:extLst>
          </p:cNvPr>
          <p:cNvSpPr>
            <a:spLocks noGrp="1"/>
          </p:cNvSpPr>
          <p:nvPr>
            <p:ph type="title"/>
          </p:nvPr>
        </p:nvSpPr>
        <p:spPr/>
        <p:txBody>
          <a:bodyPr/>
          <a:lstStyle/>
          <a:p>
            <a:r>
              <a:rPr lang="da-DK" dirty="0"/>
              <a:t>Case der skal løses</a:t>
            </a:r>
          </a:p>
        </p:txBody>
      </p:sp>
      <p:sp>
        <p:nvSpPr>
          <p:cNvPr id="3" name="Pladsholder til indhold 2">
            <a:extLst>
              <a:ext uri="{FF2B5EF4-FFF2-40B4-BE49-F238E27FC236}">
                <a16:creationId xmlns:a16="http://schemas.microsoft.com/office/drawing/2014/main" id="{3FF65496-5AE8-43F6-A4C2-3D8B2075CE4A}"/>
              </a:ext>
            </a:extLst>
          </p:cNvPr>
          <p:cNvSpPr>
            <a:spLocks noGrp="1"/>
          </p:cNvSpPr>
          <p:nvPr>
            <p:ph sz="quarter" idx="10"/>
          </p:nvPr>
        </p:nvSpPr>
        <p:spPr>
          <a:xfrm>
            <a:off x="904874" y="1420003"/>
            <a:ext cx="11153775" cy="4398291"/>
          </a:xfrm>
        </p:spPr>
        <p:txBody>
          <a:bodyPr/>
          <a:lstStyle/>
          <a:p>
            <a:pPr>
              <a:buNone/>
            </a:pPr>
            <a:r>
              <a:rPr lang="da-DK" b="1" dirty="0"/>
              <a:t>Case i forandringsledelse</a:t>
            </a:r>
            <a:endParaRPr lang="da-DK" dirty="0"/>
          </a:p>
          <a:p>
            <a:pPr>
              <a:buNone/>
            </a:pPr>
            <a:r>
              <a:rPr lang="da-DK" b="1" dirty="0"/>
              <a:t>Baggrund:</a:t>
            </a:r>
            <a:r>
              <a:rPr lang="da-DK" dirty="0"/>
              <a:t> Virksomheden "</a:t>
            </a:r>
            <a:r>
              <a:rPr lang="da-DK" dirty="0" err="1"/>
              <a:t>TechSafe</a:t>
            </a:r>
            <a:r>
              <a:rPr lang="da-DK" dirty="0"/>
              <a:t> ApS" har oplevet flere </a:t>
            </a:r>
            <a:r>
              <a:rPr lang="da-DK" dirty="0" err="1"/>
              <a:t>cybersikkerhedshændelser</a:t>
            </a:r>
            <a:r>
              <a:rPr lang="da-DK" dirty="0"/>
              <a:t>, herunder phishing-angreb og kompromitterede data, som har forårsaget betydelige problemer. Ledelsen har besluttet at implementere et nyt sikkerhedsprogram for at beskytte virksomhedens mod fremtidige trusler. Man vil fokusere på, hvordan alle medarbejdere kan hjælpe med beskyttelse – First Line of </a:t>
            </a:r>
            <a:r>
              <a:rPr lang="da-DK" dirty="0" err="1"/>
              <a:t>Defense</a:t>
            </a:r>
            <a:r>
              <a:rPr lang="da-DK" dirty="0"/>
              <a:t>. </a:t>
            </a:r>
          </a:p>
          <a:p>
            <a:pPr>
              <a:buNone/>
            </a:pPr>
            <a:r>
              <a:rPr lang="da-DK" dirty="0"/>
              <a:t>Dette kræver en ændring i både virksomhedens kultur og arbejdsmetoder, hvilket gør forandringsledelse centralt i processen.</a:t>
            </a:r>
          </a:p>
          <a:p>
            <a:r>
              <a:rPr lang="da-DK" b="1" dirty="0"/>
              <a:t>Mål/opgave:</a:t>
            </a:r>
            <a:r>
              <a:rPr lang="da-DK" dirty="0"/>
              <a:t> Lære at anvende model til forandringsledelse. Definere indhold i et program. Herunder at implementere e-learning programmet på 4 moduler som medarbejdere skal gennemføre og bestå (svare rigtigt). Endvidere implementere andre initiativer der gør at alle medarbejdere passer på virksomheden, og derved skabe en kultur, hvor medarbejderne forstår og følger de nye sikkerhedsprocedurer og rutiner.</a:t>
            </a:r>
          </a:p>
          <a:p>
            <a:r>
              <a:rPr lang="da-DK" b="1" dirty="0"/>
              <a:t>Metode</a:t>
            </a:r>
            <a:r>
              <a:rPr lang="da-DK" dirty="0">
                <a:solidFill>
                  <a:srgbClr val="FF0000"/>
                </a:solidFill>
              </a:rPr>
              <a:t> </a:t>
            </a:r>
          </a:p>
          <a:p>
            <a:r>
              <a:rPr lang="da-DK" dirty="0">
                <a:solidFill>
                  <a:srgbClr val="FF0000"/>
                </a:solidFill>
              </a:rPr>
              <a:t>Vi bruger </a:t>
            </a:r>
            <a:r>
              <a:rPr lang="da-DK" dirty="0" err="1">
                <a:solidFill>
                  <a:srgbClr val="FF0000"/>
                </a:solidFill>
              </a:rPr>
              <a:t>Kotters</a:t>
            </a:r>
            <a:r>
              <a:rPr lang="da-DK" dirty="0">
                <a:solidFill>
                  <a:srgbClr val="FF0000"/>
                </a:solidFill>
              </a:rPr>
              <a:t> model til at gennemgå forandringsledelsen (få medarbejdere med på rejsen).</a:t>
            </a:r>
          </a:p>
          <a:p>
            <a:r>
              <a:rPr lang="da-DK" dirty="0">
                <a:solidFill>
                  <a:srgbClr val="FF0000"/>
                </a:solidFill>
              </a:rPr>
              <a:t>Vi gennemgår de 8 faser og drøfter jeres forslag/løsninger til hver fase.</a:t>
            </a:r>
          </a:p>
          <a:p>
            <a:r>
              <a:rPr lang="da-DK" dirty="0">
                <a:solidFill>
                  <a:srgbClr val="FF0000"/>
                </a:solidFill>
              </a:rPr>
              <a:t>Brug nettet evt. AI. Bordet noterer på </a:t>
            </a:r>
            <a:r>
              <a:rPr lang="da-DK" dirty="0" err="1">
                <a:solidFill>
                  <a:srgbClr val="FF0000"/>
                </a:solidFill>
              </a:rPr>
              <a:t>flip-over</a:t>
            </a:r>
            <a:r>
              <a:rPr lang="da-DK" dirty="0">
                <a:solidFill>
                  <a:srgbClr val="FF0000"/>
                </a:solidFill>
              </a:rPr>
              <a:t> løbende.</a:t>
            </a:r>
          </a:p>
          <a:p>
            <a:endParaRPr lang="da-DK" dirty="0">
              <a:solidFill>
                <a:srgbClr val="FF0000"/>
              </a:solidFill>
            </a:endParaRPr>
          </a:p>
          <a:p>
            <a:endParaRPr lang="da-DK" dirty="0"/>
          </a:p>
          <a:p>
            <a:endParaRPr lang="da-DK" dirty="0"/>
          </a:p>
        </p:txBody>
      </p:sp>
    </p:spTree>
    <p:extLst>
      <p:ext uri="{BB962C8B-B14F-4D97-AF65-F5344CB8AC3E}">
        <p14:creationId xmlns:p14="http://schemas.microsoft.com/office/powerpoint/2010/main" val="8777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25120-B7F5-64D2-DD62-D9A6222EEC40}"/>
              </a:ext>
            </a:extLst>
          </p:cNvPr>
          <p:cNvSpPr>
            <a:spLocks noGrp="1"/>
          </p:cNvSpPr>
          <p:nvPr>
            <p:ph type="title"/>
          </p:nvPr>
        </p:nvSpPr>
        <p:spPr/>
        <p:txBody>
          <a:bodyPr/>
          <a:lstStyle/>
          <a:p>
            <a:r>
              <a:rPr lang="da-DK" dirty="0"/>
              <a:t>Vi starter med at definere sikkerhedspakken.</a:t>
            </a:r>
          </a:p>
        </p:txBody>
      </p:sp>
      <p:sp>
        <p:nvSpPr>
          <p:cNvPr id="3" name="Pladsholder til indhold 2">
            <a:extLst>
              <a:ext uri="{FF2B5EF4-FFF2-40B4-BE49-F238E27FC236}">
                <a16:creationId xmlns:a16="http://schemas.microsoft.com/office/drawing/2014/main" id="{14DD19C8-EA8A-50EC-28F9-A9A91C22CED6}"/>
              </a:ext>
            </a:extLst>
          </p:cNvPr>
          <p:cNvSpPr>
            <a:spLocks noGrp="1"/>
          </p:cNvSpPr>
          <p:nvPr>
            <p:ph sz="quarter" idx="10"/>
          </p:nvPr>
        </p:nvSpPr>
        <p:spPr>
          <a:xfrm>
            <a:off x="838199" y="1791478"/>
            <a:ext cx="11115675" cy="4398291"/>
          </a:xfrm>
        </p:spPr>
        <p:txBody>
          <a:bodyPr/>
          <a:lstStyle/>
          <a:p>
            <a:r>
              <a:rPr lang="da-DK" dirty="0">
                <a:solidFill>
                  <a:srgbClr val="FF0000"/>
                </a:solidFill>
              </a:rPr>
              <a:t>Vi starter med en Hold sparring – så vi tager udgangspunkt i samme løsning. Noter vores beslutninger på </a:t>
            </a:r>
            <a:r>
              <a:rPr lang="da-DK" dirty="0" err="1">
                <a:solidFill>
                  <a:srgbClr val="FF0000"/>
                </a:solidFill>
              </a:rPr>
              <a:t>filp-over</a:t>
            </a:r>
            <a:r>
              <a:rPr lang="da-DK" dirty="0">
                <a:solidFill>
                  <a:srgbClr val="FF0000"/>
                </a:solidFill>
              </a:rPr>
              <a:t>. Husk vi skal kun tænke på hvordan vi får alle med. </a:t>
            </a:r>
            <a:endParaRPr lang="da-DK" dirty="0"/>
          </a:p>
          <a:p>
            <a:r>
              <a:rPr lang="da-DK" dirty="0"/>
              <a:t>Nedenstående er et katalog udarbejdet af en sikkerhedskonsulent, som er med i processen – mig i dag ;-).</a:t>
            </a:r>
          </a:p>
          <a:p>
            <a:r>
              <a:rPr lang="da-DK" i="1" dirty="0" err="1"/>
              <a:t>Awareness</a:t>
            </a:r>
            <a:r>
              <a:rPr lang="da-DK" i="1" dirty="0"/>
              <a:t> kampagne er allerede besluttet. Men ikke indhold – skal besluttes nu.</a:t>
            </a:r>
          </a:p>
          <a:p>
            <a:r>
              <a:rPr lang="da-DK" i="1" dirty="0"/>
              <a:t>PC hygiejne – undgå phishing, MFA mm. </a:t>
            </a:r>
          </a:p>
          <a:p>
            <a:r>
              <a:rPr lang="da-DK" i="1" dirty="0"/>
              <a:t>Bær ID kort – gæste ID kort. </a:t>
            </a:r>
          </a:p>
          <a:p>
            <a:r>
              <a:rPr lang="da-DK" i="1" dirty="0"/>
              <a:t>Ledsag altid gæster i vores bygninger.</a:t>
            </a:r>
          </a:p>
          <a:p>
            <a:r>
              <a:rPr lang="da-DK" i="1" dirty="0"/>
              <a:t>Sikring af receptionen, så vi ved hvem der er i huset – anvendelse af speedgates mm.</a:t>
            </a:r>
          </a:p>
          <a:p>
            <a:r>
              <a:rPr lang="da-DK" i="1" dirty="0"/>
              <a:t>Clean </a:t>
            </a:r>
            <a:r>
              <a:rPr lang="da-DK" i="1" dirty="0" err="1"/>
              <a:t>Desc</a:t>
            </a:r>
            <a:r>
              <a:rPr lang="da-DK" i="1" dirty="0"/>
              <a:t> Policy – </a:t>
            </a:r>
            <a:r>
              <a:rPr lang="da-DK" i="1" dirty="0" err="1"/>
              <a:t>rydeligt</a:t>
            </a:r>
            <a:r>
              <a:rPr lang="da-DK" i="1" dirty="0"/>
              <a:t>, og ingen fortrolige papirer på bordet.</a:t>
            </a:r>
          </a:p>
          <a:p>
            <a:r>
              <a:rPr lang="da-DK" i="1" dirty="0"/>
              <a:t>Luk PC når du forlader den – </a:t>
            </a:r>
            <a:r>
              <a:rPr lang="da-DK" i="1" dirty="0" err="1"/>
              <a:t>windows</a:t>
            </a:r>
            <a:r>
              <a:rPr lang="da-DK" i="1" dirty="0"/>
              <a:t> + L.</a:t>
            </a:r>
          </a:p>
          <a:p>
            <a:r>
              <a:rPr lang="da-DK" i="1" dirty="0"/>
              <a:t>PC på farten – usikre forbindelser.</a:t>
            </a:r>
          </a:p>
          <a:p>
            <a:r>
              <a:rPr lang="da-DK" i="1" dirty="0"/>
              <a:t>Whitelistet software og opdateringer (ingen </a:t>
            </a:r>
            <a:r>
              <a:rPr lang="da-DK" i="1" dirty="0" err="1"/>
              <a:t>shadow</a:t>
            </a:r>
            <a:r>
              <a:rPr lang="da-DK" i="1" dirty="0"/>
              <a:t> IT og usikre opdateringsrutiner)</a:t>
            </a:r>
          </a:p>
          <a:p>
            <a:r>
              <a:rPr lang="da-DK" i="1" dirty="0"/>
              <a:t>Andet?</a:t>
            </a:r>
          </a:p>
          <a:p>
            <a:endParaRPr lang="da-DK" dirty="0">
              <a:solidFill>
                <a:srgbClr val="FF0000"/>
              </a:solidFill>
            </a:endParaRPr>
          </a:p>
          <a:p>
            <a:endParaRPr lang="da-DK" dirty="0">
              <a:solidFill>
                <a:srgbClr val="FF0000"/>
              </a:solidFill>
            </a:endParaRPr>
          </a:p>
          <a:p>
            <a:endParaRPr lang="da-DK" dirty="0">
              <a:solidFill>
                <a:srgbClr val="FF0000"/>
              </a:solidFill>
            </a:endParaRPr>
          </a:p>
          <a:p>
            <a:endParaRPr lang="da-DK" dirty="0">
              <a:solidFill>
                <a:srgbClr val="FF0000"/>
              </a:solidFill>
            </a:endParaRPr>
          </a:p>
          <a:p>
            <a:endParaRPr lang="da-DK" dirty="0">
              <a:solidFill>
                <a:srgbClr val="FF0000"/>
              </a:solidFill>
            </a:endParaRPr>
          </a:p>
          <a:p>
            <a:r>
              <a:rPr lang="da-DK" dirty="0">
                <a:solidFill>
                  <a:srgbClr val="FF0000"/>
                </a:solidFill>
              </a:rPr>
              <a:t> </a:t>
            </a:r>
          </a:p>
          <a:p>
            <a:endParaRPr lang="da-DK" dirty="0">
              <a:solidFill>
                <a:srgbClr val="FF0000"/>
              </a:solidFill>
            </a:endParaRPr>
          </a:p>
          <a:p>
            <a:endParaRPr lang="da-DK" dirty="0">
              <a:solidFill>
                <a:srgbClr val="FF0000"/>
              </a:solidFill>
            </a:endParaRPr>
          </a:p>
        </p:txBody>
      </p:sp>
    </p:spTree>
    <p:extLst>
      <p:ext uri="{BB962C8B-B14F-4D97-AF65-F5344CB8AC3E}">
        <p14:creationId xmlns:p14="http://schemas.microsoft.com/office/powerpoint/2010/main" val="1096974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4AA00E-A528-9240-9A58-D3D921A651EE}"/>
              </a:ext>
            </a:extLst>
          </p:cNvPr>
          <p:cNvSpPr>
            <a:spLocks noGrp="1"/>
          </p:cNvSpPr>
          <p:nvPr>
            <p:ph type="title"/>
          </p:nvPr>
        </p:nvSpPr>
        <p:spPr/>
        <p:txBody>
          <a:bodyPr/>
          <a:lstStyle/>
          <a:p>
            <a:r>
              <a:rPr lang="da-DK" dirty="0"/>
              <a:t>Trin 1 - Skab en følelse af nødvendighed</a:t>
            </a:r>
          </a:p>
        </p:txBody>
      </p:sp>
      <p:sp>
        <p:nvSpPr>
          <p:cNvPr id="3" name="Pladsholder til indhold 2">
            <a:extLst>
              <a:ext uri="{FF2B5EF4-FFF2-40B4-BE49-F238E27FC236}">
                <a16:creationId xmlns:a16="http://schemas.microsoft.com/office/drawing/2014/main" id="{E0626836-9518-0C88-6348-F696349166ED}"/>
              </a:ext>
            </a:extLst>
          </p:cNvPr>
          <p:cNvSpPr>
            <a:spLocks noGrp="1"/>
          </p:cNvSpPr>
          <p:nvPr>
            <p:ph sz="quarter" idx="10"/>
          </p:nvPr>
        </p:nvSpPr>
        <p:spPr>
          <a:xfrm>
            <a:off x="838200" y="1801310"/>
            <a:ext cx="10803194" cy="4398291"/>
          </a:xfrm>
        </p:spPr>
        <p:txBody>
          <a:bodyPr/>
          <a:lstStyle/>
          <a:p>
            <a:r>
              <a:rPr lang="da-DK" b="1" dirty="0"/>
              <a:t>Skab en forståelse i organisationen for, hvorfor forandringen er vigtig. Uden en klar følelse af nødvendighed vil modstand opstå, og forandringen vil ikke blive gennemført. </a:t>
            </a:r>
            <a:endParaRPr lang="da-DK" dirty="0"/>
          </a:p>
          <a:p>
            <a:endParaRPr lang="da-DK" u="sng" dirty="0"/>
          </a:p>
          <a:p>
            <a:r>
              <a:rPr lang="da-DK" u="sng" dirty="0"/>
              <a:t>Kommunikation af risici: </a:t>
            </a:r>
          </a:p>
          <a:p>
            <a:r>
              <a:rPr lang="da-DK" dirty="0"/>
              <a:t>Skab bevidsthed om de risici, organisationen/enheden står overfor, hvis den ikke tilpasser sig forandringer (forsvar mod de øgede trusler) </a:t>
            </a:r>
            <a:endParaRPr lang="da-DK" u="sng" dirty="0"/>
          </a:p>
          <a:p>
            <a:r>
              <a:rPr lang="da-DK" u="sng" dirty="0"/>
              <a:t>Skab en fælles forståelse: </a:t>
            </a:r>
          </a:p>
          <a:p>
            <a:r>
              <a:rPr lang="da-DK" dirty="0"/>
              <a:t>Gør det klart, at forandringen ikke bare er et "ledelsesprojekt", men noget, der påvirker alle i organisationen. </a:t>
            </a:r>
          </a:p>
          <a:p>
            <a:endParaRPr lang="da-DK" b="1" dirty="0">
              <a:solidFill>
                <a:srgbClr val="FF0000"/>
              </a:solidFill>
            </a:endParaRPr>
          </a:p>
          <a:p>
            <a:r>
              <a:rPr lang="da-DK" b="1" dirty="0">
                <a:solidFill>
                  <a:srgbClr val="FF0000"/>
                </a:solidFill>
              </a:rPr>
              <a:t>Hvad vil I gøre i relation til </a:t>
            </a:r>
            <a:r>
              <a:rPr lang="da-DK" b="1" dirty="0" err="1">
                <a:solidFill>
                  <a:srgbClr val="FF0000"/>
                </a:solidFill>
              </a:rPr>
              <a:t>Techsafe</a:t>
            </a:r>
            <a:r>
              <a:rPr lang="da-DK" b="1" dirty="0">
                <a:solidFill>
                  <a:srgbClr val="FF0000"/>
                </a:solidFill>
              </a:rPr>
              <a:t> forståelses og kommunikationsmæssigt –– The </a:t>
            </a:r>
            <a:r>
              <a:rPr lang="da-DK" b="1" dirty="0" err="1">
                <a:solidFill>
                  <a:srgbClr val="FF0000"/>
                </a:solidFill>
              </a:rPr>
              <a:t>why</a:t>
            </a:r>
            <a:r>
              <a:rPr lang="da-DK" b="1" dirty="0">
                <a:solidFill>
                  <a:srgbClr val="FF0000"/>
                </a:solidFill>
              </a:rPr>
              <a:t>? </a:t>
            </a:r>
          </a:p>
          <a:p>
            <a:r>
              <a:rPr lang="da-DK" b="1" dirty="0">
                <a:solidFill>
                  <a:srgbClr val="FF0000"/>
                </a:solidFill>
              </a:rPr>
              <a:t>10 min. noter på </a:t>
            </a:r>
            <a:r>
              <a:rPr lang="da-DK" b="1" dirty="0" err="1">
                <a:solidFill>
                  <a:srgbClr val="FF0000"/>
                </a:solidFill>
              </a:rPr>
              <a:t>flip-over</a:t>
            </a:r>
            <a:r>
              <a:rPr lang="da-DK" b="1" dirty="0">
                <a:solidFill>
                  <a:srgbClr val="FF0000"/>
                </a:solidFill>
              </a:rPr>
              <a:t>. </a:t>
            </a:r>
          </a:p>
        </p:txBody>
      </p:sp>
    </p:spTree>
    <p:extLst>
      <p:ext uri="{BB962C8B-B14F-4D97-AF65-F5344CB8AC3E}">
        <p14:creationId xmlns:p14="http://schemas.microsoft.com/office/powerpoint/2010/main" val="4138604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0C3812-8058-4B77-45D3-B0802AD86DC9}"/>
              </a:ext>
            </a:extLst>
          </p:cNvPr>
          <p:cNvSpPr>
            <a:spLocks noGrp="1"/>
          </p:cNvSpPr>
          <p:nvPr>
            <p:ph type="title"/>
          </p:nvPr>
        </p:nvSpPr>
        <p:spPr>
          <a:xfrm>
            <a:off x="838199" y="668232"/>
            <a:ext cx="11176001" cy="920749"/>
          </a:xfrm>
        </p:spPr>
        <p:txBody>
          <a:bodyPr/>
          <a:lstStyle/>
          <a:p>
            <a:r>
              <a:rPr lang="da-DK" dirty="0"/>
              <a:t>Trin 2 - Skab en styrende koalition (forandringsteam)</a:t>
            </a:r>
          </a:p>
        </p:txBody>
      </p:sp>
      <p:sp>
        <p:nvSpPr>
          <p:cNvPr id="4" name="Rectangle 1">
            <a:extLst>
              <a:ext uri="{FF2B5EF4-FFF2-40B4-BE49-F238E27FC236}">
                <a16:creationId xmlns:a16="http://schemas.microsoft.com/office/drawing/2014/main" id="{6A48B73C-5DB6-BA82-591A-DC9FD72D3485}"/>
              </a:ext>
            </a:extLst>
          </p:cNvPr>
          <p:cNvSpPr>
            <a:spLocks noGrp="1" noChangeArrowheads="1"/>
          </p:cNvSpPr>
          <p:nvPr>
            <p:ph sz="quarter" idx="10"/>
          </p:nvPr>
        </p:nvSpPr>
        <p:spPr bwMode="auto">
          <a:xfrm>
            <a:off x="838200" y="1588981"/>
            <a:ext cx="1081578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br>
              <a:rPr kumimoji="0" lang="da-DK" altLang="da-DK" sz="1800" b="0" i="0" u="none" strike="noStrike" cap="none" normalizeH="0" baseline="0" dirty="0">
                <a:ln>
                  <a:noFill/>
                </a:ln>
                <a:solidFill>
                  <a:schemeClr val="tx1"/>
                </a:solidFill>
                <a:effectLst/>
              </a:rPr>
            </a:br>
            <a:r>
              <a:rPr kumimoji="0" lang="da-DK" altLang="da-DK" sz="1800" b="1" i="0" u="none" strike="noStrike" cap="none" normalizeH="0" baseline="0" dirty="0">
                <a:ln>
                  <a:noFill/>
                </a:ln>
                <a:solidFill>
                  <a:schemeClr val="tx1"/>
                </a:solidFill>
                <a:effectLst/>
              </a:rPr>
              <a:t>Identificer og sammensæt et team af personer med indflydelse, som er engagerede i </a:t>
            </a:r>
          </a:p>
          <a:p>
            <a:pPr marL="0" marR="0" lvl="0" indent="0" algn="l" defTabSz="914400" rtl="0" eaLnBrk="0" fontAlgn="base" latinLnBrk="0" hangingPunct="0">
              <a:lnSpc>
                <a:spcPct val="100000"/>
              </a:lnSpc>
              <a:spcBef>
                <a:spcPct val="0"/>
              </a:spcBef>
              <a:spcAft>
                <a:spcPct val="0"/>
              </a:spcAft>
              <a:buClrTx/>
              <a:buSzTx/>
              <a:tabLst/>
            </a:pPr>
            <a:r>
              <a:rPr kumimoji="0" lang="da-DK" altLang="da-DK" sz="1800" b="1" i="0" u="none" strike="noStrike" cap="none" normalizeH="0" baseline="0" dirty="0">
                <a:ln>
                  <a:noFill/>
                </a:ln>
                <a:solidFill>
                  <a:schemeClr val="tx1"/>
                </a:solidFill>
                <a:effectLst/>
              </a:rPr>
              <a:t>forandringen og har den nødvendige ekspertise.</a:t>
            </a:r>
          </a:p>
          <a:p>
            <a:pPr marL="0" marR="0" lvl="0" indent="0" algn="l" defTabSz="914400" rtl="0" eaLnBrk="0" fontAlgn="base" latinLnBrk="0" hangingPunct="0">
              <a:lnSpc>
                <a:spcPct val="100000"/>
              </a:lnSpc>
              <a:spcBef>
                <a:spcPct val="0"/>
              </a:spcBef>
              <a:spcAft>
                <a:spcPct val="0"/>
              </a:spcAft>
              <a:buClrTx/>
              <a:buSzTx/>
              <a:tabLst/>
            </a:pPr>
            <a:endParaRPr kumimoji="0" lang="da-DK" altLang="da-DK"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kumimoji="0" lang="da-DK" altLang="da-DK"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da-DK" altLang="da-DK" sz="1800" b="0" i="0" u="none" strike="noStrike" cap="none" normalizeH="0" baseline="0" dirty="0">
                <a:ln>
                  <a:noFill/>
                </a:ln>
                <a:solidFill>
                  <a:schemeClr val="tx1"/>
                </a:solidFill>
                <a:effectLst/>
              </a:rPr>
              <a:t>Vælg ledere og nøglemedarbejdere, der kan inspirere og motivere andre.</a:t>
            </a:r>
          </a:p>
          <a:p>
            <a:pPr marR="0" lvl="0" algn="l" defTabSz="914400" rtl="0" eaLnBrk="0" fontAlgn="base" latinLnBrk="0" hangingPunct="0">
              <a:lnSpc>
                <a:spcPct val="100000"/>
              </a:lnSpc>
              <a:spcBef>
                <a:spcPct val="0"/>
              </a:spcBef>
              <a:spcAft>
                <a:spcPct val="0"/>
              </a:spcAft>
              <a:buClrTx/>
              <a:buSzTx/>
              <a:tabLst/>
            </a:pPr>
            <a:endParaRPr lang="da-DK" altLang="da-DK" dirty="0"/>
          </a:p>
          <a:p>
            <a:pPr marR="0" lvl="0" algn="l" defTabSz="914400" rtl="0" eaLnBrk="0" fontAlgn="base" latinLnBrk="0" hangingPunct="0">
              <a:lnSpc>
                <a:spcPct val="100000"/>
              </a:lnSpc>
              <a:spcBef>
                <a:spcPct val="0"/>
              </a:spcBef>
              <a:spcAft>
                <a:spcPct val="0"/>
              </a:spcAft>
              <a:buClrTx/>
              <a:buSzTx/>
              <a:tabLst/>
            </a:pPr>
            <a:r>
              <a:rPr kumimoji="0" lang="da-DK" altLang="da-DK" sz="1800" b="0" i="0" u="none" strike="noStrike" cap="none" normalizeH="0" baseline="0" dirty="0">
                <a:ln>
                  <a:noFill/>
                </a:ln>
                <a:solidFill>
                  <a:schemeClr val="tx1"/>
                </a:solidFill>
                <a:effectLst/>
              </a:rPr>
              <a:t>En stærk koalition skaber troværdighed, og kan sikre, at forandringen bliver drevet på tværs </a:t>
            </a:r>
          </a:p>
          <a:p>
            <a:pPr marR="0" lvl="0" algn="l" defTabSz="914400" rtl="0" eaLnBrk="0" fontAlgn="base" latinLnBrk="0" hangingPunct="0">
              <a:lnSpc>
                <a:spcPct val="100000"/>
              </a:lnSpc>
              <a:spcBef>
                <a:spcPct val="0"/>
              </a:spcBef>
              <a:spcAft>
                <a:spcPct val="0"/>
              </a:spcAft>
              <a:buClrTx/>
              <a:buSzTx/>
              <a:tabLst/>
            </a:pPr>
            <a:r>
              <a:rPr kumimoji="0" lang="da-DK" altLang="da-DK" sz="1800" b="0" i="0" u="none" strike="noStrike" cap="none" normalizeH="0" baseline="0" dirty="0">
                <a:ln>
                  <a:noFill/>
                </a:ln>
                <a:solidFill>
                  <a:schemeClr val="tx1"/>
                </a:solidFill>
                <a:effectLst/>
              </a:rPr>
              <a:t>af organisationen.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
        <p:nvSpPr>
          <p:cNvPr id="6" name="Tekstfelt 5">
            <a:extLst>
              <a:ext uri="{FF2B5EF4-FFF2-40B4-BE49-F238E27FC236}">
                <a16:creationId xmlns:a16="http://schemas.microsoft.com/office/drawing/2014/main" id="{4FD9F023-4C0E-116C-7D53-BF6B54981B12}"/>
              </a:ext>
            </a:extLst>
          </p:cNvPr>
          <p:cNvSpPr txBox="1"/>
          <p:nvPr/>
        </p:nvSpPr>
        <p:spPr>
          <a:xfrm>
            <a:off x="838200" y="4622688"/>
            <a:ext cx="10453816"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1" i="0" u="none" strike="noStrike" kern="1200" cap="none" spc="0" normalizeH="0" baseline="0" noProof="0" dirty="0">
                <a:ln>
                  <a:noFill/>
                </a:ln>
                <a:solidFill>
                  <a:srgbClr val="FF0000"/>
                </a:solidFill>
                <a:effectLst/>
                <a:uLnTx/>
                <a:uFillTx/>
                <a:latin typeface="Montserrat"/>
                <a:ea typeface="+mn-ea"/>
                <a:cs typeface="+mn-cs"/>
              </a:rPr>
              <a:t>Hvad vil I gøre </a:t>
            </a:r>
            <a:r>
              <a:rPr lang="da-DK" b="1" dirty="0">
                <a:solidFill>
                  <a:srgbClr val="FF0000"/>
                </a:solidFill>
                <a:latin typeface="Montserrat"/>
              </a:rPr>
              <a:t>i</a:t>
            </a:r>
            <a:r>
              <a:rPr kumimoji="0" lang="da-DK" sz="1800" b="1" i="0" u="none" strike="noStrike" kern="1200" cap="none" spc="0" normalizeH="0" baseline="0" noProof="0" dirty="0">
                <a:ln>
                  <a:noFill/>
                </a:ln>
                <a:solidFill>
                  <a:srgbClr val="FF0000"/>
                </a:solidFill>
                <a:effectLst/>
                <a:uLnTx/>
                <a:uFillTx/>
                <a:latin typeface="Montserrat"/>
                <a:ea typeface="+mn-ea"/>
                <a:cs typeface="+mn-cs"/>
              </a:rPr>
              <a:t> jeres – hvem skal med i projektet mht. planlægning og formidling af programmet?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b="1" dirty="0">
              <a:solidFill>
                <a:srgbClr val="FF0000"/>
              </a:solidFill>
              <a:latin typeface="Montserra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1" i="0" u="none" strike="noStrike" kern="1200" cap="none" spc="0" normalizeH="0" baseline="0" noProof="0" dirty="0">
                <a:ln>
                  <a:noFill/>
                </a:ln>
                <a:solidFill>
                  <a:srgbClr val="FF0000"/>
                </a:solidFill>
                <a:effectLst/>
                <a:uLnTx/>
                <a:uFillTx/>
                <a:latin typeface="Montserrat"/>
                <a:ea typeface="+mn-ea"/>
                <a:cs typeface="+mn-cs"/>
              </a:rPr>
              <a:t>Opfind selv rollerne i virksomheden.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b="1" dirty="0">
              <a:solidFill>
                <a:srgbClr val="FF0000"/>
              </a:solidFill>
              <a:latin typeface="Montserrat"/>
            </a:endParaRPr>
          </a:p>
          <a:p>
            <a:pPr>
              <a:defRPr/>
            </a:pPr>
            <a:r>
              <a:rPr kumimoji="0" lang="da-DK" sz="1800" b="1" i="0" u="none" strike="noStrike" kern="1200" cap="none" spc="0" normalizeH="0" baseline="0" noProof="0" dirty="0">
                <a:ln>
                  <a:noFill/>
                </a:ln>
                <a:solidFill>
                  <a:srgbClr val="FF0000"/>
                </a:solidFill>
                <a:effectLst/>
                <a:uLnTx/>
                <a:uFillTx/>
                <a:latin typeface="Montserrat"/>
                <a:ea typeface="+mn-ea"/>
                <a:cs typeface="+mn-cs"/>
              </a:rPr>
              <a:t>10 min. N</a:t>
            </a:r>
            <a:r>
              <a:rPr lang="da-DK" b="1" dirty="0" err="1">
                <a:solidFill>
                  <a:srgbClr val="FF0000"/>
                </a:solidFill>
              </a:rPr>
              <a:t>oter</a:t>
            </a:r>
            <a:r>
              <a:rPr lang="da-DK" b="1" dirty="0">
                <a:solidFill>
                  <a:srgbClr val="FF0000"/>
                </a:solidFill>
              </a:rPr>
              <a:t> på </a:t>
            </a:r>
            <a:r>
              <a:rPr lang="da-DK" b="1" dirty="0" err="1">
                <a:solidFill>
                  <a:srgbClr val="FF0000"/>
                </a:solidFill>
              </a:rPr>
              <a:t>flip-over</a:t>
            </a:r>
            <a:r>
              <a:rPr lang="da-DK" b="1" dirty="0">
                <a:solidFill>
                  <a:srgbClr val="FF0000"/>
                </a:solidFill>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1" i="0" u="none" strike="noStrike" kern="1200" cap="none" spc="0" normalizeH="0" baseline="0" noProof="0" dirty="0">
              <a:ln>
                <a:noFill/>
              </a:ln>
              <a:solidFill>
                <a:srgbClr val="FF0000"/>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1" i="0" u="none" strike="noStrike" kern="1200" cap="none" spc="0" normalizeH="0" baseline="0" noProof="0" dirty="0">
              <a:ln>
                <a:noFill/>
              </a:ln>
              <a:solidFill>
                <a:srgbClr val="FF0000"/>
              </a:solidFill>
              <a:effectLst/>
              <a:uLnTx/>
              <a:uFillTx/>
              <a:latin typeface="Montserrat"/>
              <a:ea typeface="+mn-ea"/>
              <a:cs typeface="+mn-cs"/>
            </a:endParaRPr>
          </a:p>
        </p:txBody>
      </p:sp>
    </p:spTree>
    <p:extLst>
      <p:ext uri="{BB962C8B-B14F-4D97-AF65-F5344CB8AC3E}">
        <p14:creationId xmlns:p14="http://schemas.microsoft.com/office/powerpoint/2010/main" val="1777133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CCF952-ED7D-EE41-FD6D-9728F91ADD4C}"/>
              </a:ext>
            </a:extLst>
          </p:cNvPr>
          <p:cNvSpPr>
            <a:spLocks noGrp="1"/>
          </p:cNvSpPr>
          <p:nvPr>
            <p:ph type="title"/>
          </p:nvPr>
        </p:nvSpPr>
        <p:spPr>
          <a:xfrm>
            <a:off x="838200" y="636323"/>
            <a:ext cx="10515600" cy="920749"/>
          </a:xfrm>
        </p:spPr>
        <p:txBody>
          <a:bodyPr anchor="ctr">
            <a:normAutofit/>
          </a:bodyPr>
          <a:lstStyle/>
          <a:p>
            <a:r>
              <a:rPr lang="da-DK" dirty="0"/>
              <a:t>Trin 3 - Udvikl en vision og strategi</a:t>
            </a:r>
          </a:p>
        </p:txBody>
      </p:sp>
      <p:sp>
        <p:nvSpPr>
          <p:cNvPr id="3" name="Pladsholder til indhold 2">
            <a:extLst>
              <a:ext uri="{FF2B5EF4-FFF2-40B4-BE49-F238E27FC236}">
                <a16:creationId xmlns:a16="http://schemas.microsoft.com/office/drawing/2014/main" id="{93D45721-B245-99DE-3A04-30EB9C45707D}"/>
              </a:ext>
            </a:extLst>
          </p:cNvPr>
          <p:cNvSpPr>
            <a:spLocks noGrp="1"/>
          </p:cNvSpPr>
          <p:nvPr>
            <p:ph sz="quarter" idx="10"/>
          </p:nvPr>
        </p:nvSpPr>
        <p:spPr>
          <a:xfrm>
            <a:off x="838200" y="1735494"/>
            <a:ext cx="10515600" cy="4486183"/>
          </a:xfrm>
        </p:spPr>
        <p:txBody>
          <a:bodyPr>
            <a:normAutofit fontScale="92500" lnSpcReduction="10000"/>
          </a:bodyPr>
          <a:lstStyle/>
          <a:p>
            <a:r>
              <a:rPr lang="da-DK" b="1" dirty="0"/>
              <a:t>Udvikl en klar og inspirerende vision, som kan guide organisationens handlinger, samt en strategi for at implementere forandringen. </a:t>
            </a:r>
            <a:endParaRPr lang="da-DK" dirty="0"/>
          </a:p>
          <a:p>
            <a:endParaRPr lang="da-DK" dirty="0"/>
          </a:p>
          <a:p>
            <a:r>
              <a:rPr lang="da-DK" b="1" dirty="0"/>
              <a:t>Vision: </a:t>
            </a:r>
          </a:p>
          <a:p>
            <a:pPr>
              <a:spcBef>
                <a:spcPts val="0"/>
              </a:spcBef>
            </a:pPr>
            <a:r>
              <a:rPr lang="da-DK" dirty="0"/>
              <a:t>En enkel og let forståelig beskrivelse af, hvad </a:t>
            </a:r>
          </a:p>
          <a:p>
            <a:pPr>
              <a:spcBef>
                <a:spcPts val="0"/>
              </a:spcBef>
            </a:pPr>
            <a:r>
              <a:rPr lang="da-DK" dirty="0"/>
              <a:t>den fremtidige tilstand ser ud som efter forandringen.</a:t>
            </a:r>
          </a:p>
          <a:p>
            <a:endParaRPr lang="da-DK" dirty="0"/>
          </a:p>
          <a:p>
            <a:r>
              <a:rPr lang="da-DK" b="1" dirty="0"/>
              <a:t>Strategi: </a:t>
            </a:r>
          </a:p>
          <a:p>
            <a:pPr>
              <a:spcBef>
                <a:spcPts val="0"/>
              </a:spcBef>
            </a:pPr>
            <a:r>
              <a:rPr lang="da-DK" dirty="0"/>
              <a:t>En handlingsplan, der beskriver, hvordan forandringen </a:t>
            </a:r>
          </a:p>
          <a:p>
            <a:pPr>
              <a:spcBef>
                <a:spcPts val="0"/>
              </a:spcBef>
            </a:pPr>
            <a:r>
              <a:rPr lang="da-DK" dirty="0"/>
              <a:t>skal implementeres, hvilke ressourcer der er nødvendige,</a:t>
            </a:r>
          </a:p>
          <a:p>
            <a:pPr>
              <a:spcBef>
                <a:spcPts val="0"/>
              </a:spcBef>
            </a:pPr>
            <a:r>
              <a:rPr lang="da-DK" dirty="0"/>
              <a:t>og hvem der er ansvarlig for hvilke opgaver.</a:t>
            </a:r>
          </a:p>
          <a:p>
            <a:pPr>
              <a:spcBef>
                <a:spcPts val="0"/>
              </a:spcBef>
            </a:pPr>
            <a:endParaRPr lang="da-DK" dirty="0"/>
          </a:p>
          <a:p>
            <a:pPr>
              <a:spcBef>
                <a:spcPts val="0"/>
              </a:spcBef>
            </a:pPr>
            <a:endParaRPr lang="da-DK" b="1" dirty="0">
              <a:solidFill>
                <a:srgbClr val="FF0000"/>
              </a:solidFill>
            </a:endParaRPr>
          </a:p>
          <a:p>
            <a:pPr>
              <a:spcBef>
                <a:spcPts val="0"/>
              </a:spcBef>
            </a:pPr>
            <a:endParaRPr lang="da-DK" b="1" dirty="0">
              <a:solidFill>
                <a:srgbClr val="FF0000"/>
              </a:solidFill>
            </a:endParaRPr>
          </a:p>
          <a:p>
            <a:pPr>
              <a:spcBef>
                <a:spcPts val="0"/>
              </a:spcBef>
            </a:pPr>
            <a:endParaRPr lang="da-DK" b="1" dirty="0">
              <a:solidFill>
                <a:srgbClr val="FF0000"/>
              </a:solidFill>
            </a:endParaRPr>
          </a:p>
          <a:p>
            <a:pPr>
              <a:spcBef>
                <a:spcPts val="0"/>
              </a:spcBef>
            </a:pPr>
            <a:r>
              <a:rPr lang="da-DK" b="1" dirty="0">
                <a:solidFill>
                  <a:srgbClr val="FF0000"/>
                </a:solidFill>
              </a:rPr>
              <a:t>Hvad vil I gøre I jeres projekt mht. målsætning og trin 3?</a:t>
            </a:r>
          </a:p>
          <a:p>
            <a:pPr>
              <a:spcBef>
                <a:spcPts val="0"/>
              </a:spcBef>
            </a:pPr>
            <a:endParaRPr lang="da-DK" b="1" dirty="0">
              <a:solidFill>
                <a:srgbClr val="FF0000"/>
              </a:solidFill>
            </a:endParaRPr>
          </a:p>
          <a:p>
            <a:pPr>
              <a:spcBef>
                <a:spcPts val="0"/>
              </a:spcBef>
            </a:pPr>
            <a:r>
              <a:rPr lang="da-DK" b="1" dirty="0">
                <a:solidFill>
                  <a:srgbClr val="FF0000"/>
                </a:solidFill>
              </a:rPr>
              <a:t>10 min.</a:t>
            </a:r>
          </a:p>
          <a:p>
            <a:pPr>
              <a:spcBef>
                <a:spcPts val="0"/>
              </a:spcBef>
            </a:pPr>
            <a:endParaRPr lang="da-DK" dirty="0"/>
          </a:p>
        </p:txBody>
      </p:sp>
      <p:pic>
        <p:nvPicPr>
          <p:cNvPr id="5" name="Billede 4">
            <a:extLst>
              <a:ext uri="{FF2B5EF4-FFF2-40B4-BE49-F238E27FC236}">
                <a16:creationId xmlns:a16="http://schemas.microsoft.com/office/drawing/2014/main" id="{74DE1EA4-786D-D268-9DDC-88AD600D8403}"/>
              </a:ext>
            </a:extLst>
          </p:cNvPr>
          <p:cNvPicPr>
            <a:picLocks noChangeAspect="1"/>
          </p:cNvPicPr>
          <p:nvPr/>
        </p:nvPicPr>
        <p:blipFill>
          <a:blip r:embed="rId2"/>
          <a:stretch>
            <a:fillRect/>
          </a:stretch>
        </p:blipFill>
        <p:spPr>
          <a:xfrm>
            <a:off x="7530212" y="2208442"/>
            <a:ext cx="4575124" cy="3318598"/>
          </a:xfrm>
          <a:prstGeom prst="rect">
            <a:avLst/>
          </a:prstGeom>
        </p:spPr>
      </p:pic>
      <p:pic>
        <p:nvPicPr>
          <p:cNvPr id="7" name="Billede 6">
            <a:extLst>
              <a:ext uri="{FF2B5EF4-FFF2-40B4-BE49-F238E27FC236}">
                <a16:creationId xmlns:a16="http://schemas.microsoft.com/office/drawing/2014/main" id="{E24ED4B5-8B57-EBDE-5586-3760981871A3}"/>
              </a:ext>
            </a:extLst>
          </p:cNvPr>
          <p:cNvPicPr>
            <a:picLocks noChangeAspect="1"/>
          </p:cNvPicPr>
          <p:nvPr/>
        </p:nvPicPr>
        <p:blipFill>
          <a:blip r:embed="rId3"/>
          <a:stretch>
            <a:fillRect/>
          </a:stretch>
        </p:blipFill>
        <p:spPr>
          <a:xfrm>
            <a:off x="11488436" y="5293132"/>
            <a:ext cx="616900" cy="233908"/>
          </a:xfrm>
          <a:prstGeom prst="rect">
            <a:avLst/>
          </a:prstGeom>
        </p:spPr>
      </p:pic>
    </p:spTree>
    <p:extLst>
      <p:ext uri="{BB962C8B-B14F-4D97-AF65-F5344CB8AC3E}">
        <p14:creationId xmlns:p14="http://schemas.microsoft.com/office/powerpoint/2010/main" val="3826700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D22AAC-0ADA-EFA9-141A-E27B7D8CBDA1}"/>
              </a:ext>
            </a:extLst>
          </p:cNvPr>
          <p:cNvSpPr>
            <a:spLocks noGrp="1"/>
          </p:cNvSpPr>
          <p:nvPr>
            <p:ph type="title"/>
          </p:nvPr>
        </p:nvSpPr>
        <p:spPr/>
        <p:txBody>
          <a:bodyPr/>
          <a:lstStyle/>
          <a:p>
            <a:r>
              <a:rPr lang="da-DK" dirty="0"/>
              <a:t>Trin 4 - Kommuniker visionen</a:t>
            </a:r>
          </a:p>
        </p:txBody>
      </p:sp>
      <p:sp>
        <p:nvSpPr>
          <p:cNvPr id="3" name="Pladsholder til indhold 2">
            <a:extLst>
              <a:ext uri="{FF2B5EF4-FFF2-40B4-BE49-F238E27FC236}">
                <a16:creationId xmlns:a16="http://schemas.microsoft.com/office/drawing/2014/main" id="{353C6456-5E23-A973-F813-E0EA5B15A6D2}"/>
              </a:ext>
            </a:extLst>
          </p:cNvPr>
          <p:cNvSpPr>
            <a:spLocks noGrp="1"/>
          </p:cNvSpPr>
          <p:nvPr>
            <p:ph sz="quarter" idx="10"/>
          </p:nvPr>
        </p:nvSpPr>
        <p:spPr>
          <a:xfrm>
            <a:off x="838200" y="1369467"/>
            <a:ext cx="10515600" cy="4398291"/>
          </a:xfrm>
        </p:spPr>
        <p:txBody>
          <a:bodyPr/>
          <a:lstStyle/>
          <a:p>
            <a:r>
              <a:rPr lang="da-DK" b="1" dirty="0"/>
              <a:t>Kommuniker visionen klart og gentagne gange, så alle i organisationen forstår og køber ind på forandringen.</a:t>
            </a:r>
          </a:p>
          <a:p>
            <a:endParaRPr lang="da-DK" dirty="0"/>
          </a:p>
          <a:p>
            <a:r>
              <a:rPr lang="da-DK" b="1" i="1" dirty="0"/>
              <a:t>Mange kommunikationskanaler: </a:t>
            </a:r>
          </a:p>
          <a:p>
            <a:pPr>
              <a:spcBef>
                <a:spcPts val="0"/>
              </a:spcBef>
            </a:pPr>
            <a:endParaRPr lang="da-DK" i="1" dirty="0"/>
          </a:p>
          <a:p>
            <a:pPr>
              <a:spcBef>
                <a:spcPts val="0"/>
              </a:spcBef>
            </a:pPr>
            <a:r>
              <a:rPr lang="da-DK" dirty="0"/>
              <a:t>Brug møder, træningsprogrammer, e-mails, </a:t>
            </a:r>
          </a:p>
          <a:p>
            <a:pPr>
              <a:spcBef>
                <a:spcPts val="0"/>
              </a:spcBef>
            </a:pPr>
            <a:r>
              <a:rPr lang="da-DK" dirty="0"/>
              <a:t>intranet, workshops, sociale </a:t>
            </a:r>
          </a:p>
          <a:p>
            <a:pPr>
              <a:spcBef>
                <a:spcPts val="0"/>
              </a:spcBef>
            </a:pPr>
            <a:r>
              <a:rPr lang="da-DK" dirty="0"/>
              <a:t>medier osv. til at kommunikere visionen.</a:t>
            </a:r>
          </a:p>
          <a:p>
            <a:endParaRPr lang="da-DK" dirty="0"/>
          </a:p>
          <a:p>
            <a:r>
              <a:rPr lang="da-DK" b="1" i="1" dirty="0"/>
              <a:t>Engager medarbejderne: </a:t>
            </a:r>
          </a:p>
          <a:p>
            <a:pPr>
              <a:spcBef>
                <a:spcPts val="0"/>
              </a:spcBef>
            </a:pPr>
            <a:endParaRPr lang="da-DK" dirty="0"/>
          </a:p>
          <a:p>
            <a:pPr>
              <a:spcBef>
                <a:spcPts val="0"/>
              </a:spcBef>
            </a:pPr>
            <a:r>
              <a:rPr lang="da-DK" dirty="0"/>
              <a:t>Skab en dialog, så folk kan stille spørgsmål </a:t>
            </a:r>
          </a:p>
          <a:p>
            <a:pPr>
              <a:spcBef>
                <a:spcPts val="0"/>
              </a:spcBef>
            </a:pPr>
            <a:r>
              <a:rPr lang="da-DK" dirty="0"/>
              <a:t>og får afklaring. </a:t>
            </a:r>
          </a:p>
          <a:p>
            <a:endParaRPr lang="da-DK" i="1" dirty="0"/>
          </a:p>
          <a:p>
            <a:r>
              <a:rPr lang="da-DK" b="1" i="1" dirty="0"/>
              <a:t>Konsistens i kommunikationen: </a:t>
            </a:r>
          </a:p>
          <a:p>
            <a:r>
              <a:rPr lang="da-DK" dirty="0"/>
              <a:t>Gentag visionen og vær konsekvent i de budskaber, der kommunikeres.</a:t>
            </a:r>
          </a:p>
          <a:p>
            <a:endParaRPr lang="da-DK" dirty="0"/>
          </a:p>
          <a:p>
            <a:endParaRPr lang="da-DK" dirty="0"/>
          </a:p>
        </p:txBody>
      </p:sp>
      <p:sp>
        <p:nvSpPr>
          <p:cNvPr id="7" name="Tekstfelt 6">
            <a:extLst>
              <a:ext uri="{FF2B5EF4-FFF2-40B4-BE49-F238E27FC236}">
                <a16:creationId xmlns:a16="http://schemas.microsoft.com/office/drawing/2014/main" id="{64CB2408-FFC5-28DD-8C7D-8BF58DF4F80E}"/>
              </a:ext>
            </a:extLst>
          </p:cNvPr>
          <p:cNvSpPr txBox="1"/>
          <p:nvPr/>
        </p:nvSpPr>
        <p:spPr>
          <a:xfrm>
            <a:off x="838200" y="6189768"/>
            <a:ext cx="1039409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1" i="0" u="none" strike="noStrike" kern="1200" cap="none" spc="0" normalizeH="0" baseline="0" noProof="0" dirty="0">
                <a:ln>
                  <a:noFill/>
                </a:ln>
                <a:solidFill>
                  <a:srgbClr val="FF0000"/>
                </a:solidFill>
                <a:effectLst/>
                <a:uLnTx/>
                <a:uFillTx/>
                <a:latin typeface="Montserrat"/>
                <a:ea typeface="+mn-ea"/>
                <a:cs typeface="+mn-cs"/>
              </a:rPr>
              <a:t>Hvordan sikrer du, at visionen bliver forstået og ikke bare "hørt"?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1" i="0" u="none" strike="noStrike" kern="1200" cap="none" spc="0" normalizeH="0" baseline="0" noProof="0" dirty="0">
              <a:ln>
                <a:noFill/>
              </a:ln>
              <a:solidFill>
                <a:srgbClr val="FF0000"/>
              </a:solidFill>
              <a:effectLst/>
              <a:uLnTx/>
              <a:uFillTx/>
              <a:latin typeface="Montserrat"/>
              <a:ea typeface="+mn-ea"/>
              <a:cs typeface="+mn-cs"/>
            </a:endParaRPr>
          </a:p>
        </p:txBody>
      </p:sp>
      <p:pic>
        <p:nvPicPr>
          <p:cNvPr id="5" name="Billede 4">
            <a:extLst>
              <a:ext uri="{FF2B5EF4-FFF2-40B4-BE49-F238E27FC236}">
                <a16:creationId xmlns:a16="http://schemas.microsoft.com/office/drawing/2014/main" id="{D34A0A73-5428-F4AE-2626-7C6DFD39D513}"/>
              </a:ext>
            </a:extLst>
          </p:cNvPr>
          <p:cNvPicPr>
            <a:picLocks noChangeAspect="1"/>
          </p:cNvPicPr>
          <p:nvPr/>
        </p:nvPicPr>
        <p:blipFill>
          <a:blip r:embed="rId3"/>
          <a:stretch>
            <a:fillRect/>
          </a:stretch>
        </p:blipFill>
        <p:spPr>
          <a:xfrm>
            <a:off x="6638151" y="2187511"/>
            <a:ext cx="5431929" cy="2482978"/>
          </a:xfrm>
          <a:prstGeom prst="rect">
            <a:avLst/>
          </a:prstGeom>
        </p:spPr>
      </p:pic>
    </p:spTree>
    <p:extLst>
      <p:ext uri="{BB962C8B-B14F-4D97-AF65-F5344CB8AC3E}">
        <p14:creationId xmlns:p14="http://schemas.microsoft.com/office/powerpoint/2010/main" val="1250507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B5F5AE-0C30-651D-2771-1C7C67D55C6E}"/>
              </a:ext>
            </a:extLst>
          </p:cNvPr>
          <p:cNvSpPr>
            <a:spLocks noGrp="1"/>
          </p:cNvSpPr>
          <p:nvPr>
            <p:ph type="title"/>
          </p:nvPr>
        </p:nvSpPr>
        <p:spPr/>
        <p:txBody>
          <a:bodyPr/>
          <a:lstStyle/>
          <a:p>
            <a:r>
              <a:rPr lang="da-DK" dirty="0"/>
              <a:t>Trin 5 - Handl på kort sigt</a:t>
            </a:r>
          </a:p>
        </p:txBody>
      </p:sp>
      <p:sp>
        <p:nvSpPr>
          <p:cNvPr id="3" name="Pladsholder til indhold 2">
            <a:extLst>
              <a:ext uri="{FF2B5EF4-FFF2-40B4-BE49-F238E27FC236}">
                <a16:creationId xmlns:a16="http://schemas.microsoft.com/office/drawing/2014/main" id="{70939889-95C9-E421-AC03-2EC9F9EC9148}"/>
              </a:ext>
            </a:extLst>
          </p:cNvPr>
          <p:cNvSpPr>
            <a:spLocks noGrp="1"/>
          </p:cNvSpPr>
          <p:nvPr>
            <p:ph sz="quarter" idx="10"/>
          </p:nvPr>
        </p:nvSpPr>
        <p:spPr/>
        <p:txBody>
          <a:bodyPr/>
          <a:lstStyle/>
          <a:p>
            <a:r>
              <a:rPr lang="da-DK" b="1" dirty="0"/>
              <a:t>Skab tidlige succeser, der kan vise, at forandringen virker. Det hjælper med at opbygge momentum og tro på, at forandringen er muligt.</a:t>
            </a:r>
          </a:p>
          <a:p>
            <a:endParaRPr lang="da-DK" dirty="0"/>
          </a:p>
          <a:p>
            <a:r>
              <a:rPr lang="da-DK" b="1" dirty="0"/>
              <a:t>Identificer hurtige gevinster: </a:t>
            </a:r>
          </a:p>
          <a:p>
            <a:r>
              <a:rPr lang="da-DK" dirty="0"/>
              <a:t>Start med områder, hvor ændringer hurtigt kan implementeres, og resultater kan opnås.</a:t>
            </a:r>
          </a:p>
          <a:p>
            <a:endParaRPr lang="da-DK" b="1" dirty="0"/>
          </a:p>
          <a:p>
            <a:r>
              <a:rPr lang="da-DK" b="1" dirty="0"/>
              <a:t>Fejr succeserne: </a:t>
            </a:r>
          </a:p>
          <a:p>
            <a:r>
              <a:rPr lang="da-DK" dirty="0"/>
              <a:t>Anerkend de små sejre offentligt for at motivere alle i organisationen.</a:t>
            </a:r>
          </a:p>
        </p:txBody>
      </p:sp>
      <p:sp>
        <p:nvSpPr>
          <p:cNvPr id="5" name="Tekstfelt 4">
            <a:extLst>
              <a:ext uri="{FF2B5EF4-FFF2-40B4-BE49-F238E27FC236}">
                <a16:creationId xmlns:a16="http://schemas.microsoft.com/office/drawing/2014/main" id="{54C3D5A5-37CA-2603-1D91-E591E94E89DE}"/>
              </a:ext>
            </a:extLst>
          </p:cNvPr>
          <p:cNvSpPr txBox="1"/>
          <p:nvPr/>
        </p:nvSpPr>
        <p:spPr>
          <a:xfrm>
            <a:off x="876300" y="4731776"/>
            <a:ext cx="10169611"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1" i="0" u="none" strike="noStrike" kern="1200" cap="none" spc="0" normalizeH="0" baseline="0" noProof="0" dirty="0">
                <a:ln>
                  <a:noFill/>
                </a:ln>
                <a:solidFill>
                  <a:srgbClr val="FF0000"/>
                </a:solidFill>
                <a:effectLst/>
                <a:uLnTx/>
                <a:uFillTx/>
                <a:latin typeface="Montserrat"/>
                <a:ea typeface="+mn-ea"/>
                <a:cs typeface="+mn-cs"/>
              </a:rPr>
              <a:t>Hvad kunne de hurtige resultater være og hvordan kan de fejres?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1" i="0" u="none" strike="noStrike" kern="1200" cap="none" spc="0" normalizeH="0" baseline="0" noProof="0" dirty="0">
              <a:ln>
                <a:noFill/>
              </a:ln>
              <a:solidFill>
                <a:srgbClr val="FF0000"/>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1" i="0" u="none" strike="noStrike" kern="1200" cap="none" spc="0" normalizeH="0" baseline="0" noProof="0" dirty="0">
                <a:ln>
                  <a:noFill/>
                </a:ln>
                <a:solidFill>
                  <a:srgbClr val="FF0000"/>
                </a:solidFill>
                <a:effectLst/>
                <a:uLnTx/>
                <a:uFillTx/>
                <a:latin typeface="Montserrat"/>
                <a:ea typeface="+mn-ea"/>
                <a:cs typeface="+mn-cs"/>
              </a:rPr>
              <a:t>Hvordan kan vi sikre, at de tidlige resultater ikke overskygger det langsigtede arbejde?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b="1" dirty="0">
              <a:solidFill>
                <a:srgbClr val="FF0000"/>
              </a:solidFill>
              <a:latin typeface="Montserra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1" i="0" u="none" strike="noStrike" kern="1200" cap="none" spc="0" normalizeH="0" baseline="0" noProof="0" dirty="0">
                <a:ln>
                  <a:noFill/>
                </a:ln>
                <a:solidFill>
                  <a:srgbClr val="FF0000"/>
                </a:solidFill>
                <a:effectLst/>
                <a:uLnTx/>
                <a:uFillTx/>
                <a:latin typeface="Montserrat"/>
                <a:ea typeface="+mn-ea"/>
                <a:cs typeface="+mn-cs"/>
              </a:rPr>
              <a:t>Hvordan kan vi bruge små sejre til at skabe større engagement?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1" i="0" u="none" strike="noStrike" kern="1200" cap="none" spc="0" normalizeH="0" baseline="0" noProof="0" dirty="0">
              <a:ln>
                <a:noFill/>
              </a:ln>
              <a:solidFill>
                <a:srgbClr val="FF0000"/>
              </a:solidFill>
              <a:effectLst/>
              <a:uLnTx/>
              <a:uFillTx/>
              <a:latin typeface="Montserrat"/>
              <a:ea typeface="+mn-ea"/>
              <a:cs typeface="+mn-cs"/>
            </a:endParaRPr>
          </a:p>
        </p:txBody>
      </p:sp>
    </p:spTree>
    <p:extLst>
      <p:ext uri="{BB962C8B-B14F-4D97-AF65-F5344CB8AC3E}">
        <p14:creationId xmlns:p14="http://schemas.microsoft.com/office/powerpoint/2010/main" val="1785846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06D0C0-8C7D-77E3-1619-7B03D637ECC0}"/>
              </a:ext>
            </a:extLst>
          </p:cNvPr>
          <p:cNvSpPr>
            <a:spLocks noGrp="1"/>
          </p:cNvSpPr>
          <p:nvPr>
            <p:ph type="title"/>
          </p:nvPr>
        </p:nvSpPr>
        <p:spPr/>
        <p:txBody>
          <a:bodyPr/>
          <a:lstStyle/>
          <a:p>
            <a:r>
              <a:rPr lang="da-DK" dirty="0"/>
              <a:t>Trin 6 - Konsolider forbedringer</a:t>
            </a:r>
          </a:p>
        </p:txBody>
      </p:sp>
      <p:sp>
        <p:nvSpPr>
          <p:cNvPr id="3" name="Pladsholder til indhold 2">
            <a:extLst>
              <a:ext uri="{FF2B5EF4-FFF2-40B4-BE49-F238E27FC236}">
                <a16:creationId xmlns:a16="http://schemas.microsoft.com/office/drawing/2014/main" id="{C9BE5C73-8AB0-EFEC-7731-0C7BC6578E0D}"/>
              </a:ext>
            </a:extLst>
          </p:cNvPr>
          <p:cNvSpPr>
            <a:spLocks noGrp="1"/>
          </p:cNvSpPr>
          <p:nvPr>
            <p:ph sz="quarter" idx="10"/>
          </p:nvPr>
        </p:nvSpPr>
        <p:spPr/>
        <p:txBody>
          <a:bodyPr/>
          <a:lstStyle/>
          <a:p>
            <a:r>
              <a:rPr lang="da-DK" b="1" dirty="0"/>
              <a:t>Byg videre på de første succeser for at sikre, at forandringen ikke bare bliver en kortvarig begivenhed, men et vedvarende fænomen i organisationen.</a:t>
            </a:r>
          </a:p>
          <a:p>
            <a:endParaRPr lang="da-DK" dirty="0"/>
          </a:p>
          <a:p>
            <a:r>
              <a:rPr lang="da-DK" b="1" dirty="0"/>
              <a:t>Udvid forandringen: </a:t>
            </a:r>
          </a:p>
          <a:p>
            <a:r>
              <a:rPr lang="da-DK" dirty="0"/>
              <a:t>Brug de tidlige succeser til at overbevise resten af organisationen om, at forandringen er nødvendige og effektive.</a:t>
            </a:r>
          </a:p>
          <a:p>
            <a:endParaRPr lang="da-DK" dirty="0"/>
          </a:p>
          <a:p>
            <a:r>
              <a:rPr lang="da-DK" b="1" dirty="0"/>
              <a:t>Hold momentum: </a:t>
            </a:r>
          </a:p>
          <a:p>
            <a:r>
              <a:rPr lang="da-DK" dirty="0"/>
              <a:t>Fortsæt med at kommunikere succeser og udvikl nye initiativer, der kan skabe yderligere forbedringer.</a:t>
            </a:r>
          </a:p>
          <a:p>
            <a:endParaRPr lang="da-DK" dirty="0">
              <a:solidFill>
                <a:srgbClr val="FF0000"/>
              </a:solidFill>
            </a:endParaRPr>
          </a:p>
          <a:p>
            <a:r>
              <a:rPr lang="da-DK" b="1" dirty="0">
                <a:solidFill>
                  <a:srgbClr val="FF0000"/>
                </a:solidFill>
              </a:rPr>
              <a:t>Hvilke forhindringer kan opstå, når man forsøger at konsolidere forbedringer?</a:t>
            </a:r>
          </a:p>
          <a:p>
            <a:r>
              <a:rPr lang="da-DK" b="1" dirty="0">
                <a:solidFill>
                  <a:srgbClr val="FF0000"/>
                </a:solidFill>
              </a:rPr>
              <a:t>Hvordan undgår man, at succeserne mister deres kraft?</a:t>
            </a:r>
          </a:p>
          <a:p>
            <a:r>
              <a:rPr lang="da-DK" b="1" dirty="0">
                <a:solidFill>
                  <a:srgbClr val="FF0000"/>
                </a:solidFill>
              </a:rPr>
              <a:t>10 min. Noter på </a:t>
            </a:r>
            <a:r>
              <a:rPr lang="da-DK" b="1" dirty="0" err="1">
                <a:solidFill>
                  <a:srgbClr val="FF0000"/>
                </a:solidFill>
              </a:rPr>
              <a:t>flip-over</a:t>
            </a:r>
            <a:r>
              <a:rPr lang="da-DK" b="1" dirty="0">
                <a:solidFill>
                  <a:srgbClr val="FF0000"/>
                </a:solidFill>
              </a:rPr>
              <a:t>.</a:t>
            </a:r>
          </a:p>
          <a:p>
            <a:endParaRPr lang="da-DK" b="1" dirty="0">
              <a:solidFill>
                <a:srgbClr val="FF0000"/>
              </a:solidFill>
            </a:endParaRPr>
          </a:p>
          <a:p>
            <a:endParaRPr lang="da-DK" b="1" dirty="0">
              <a:solidFill>
                <a:srgbClr val="FF0000"/>
              </a:solidFill>
            </a:endParaRPr>
          </a:p>
        </p:txBody>
      </p:sp>
    </p:spTree>
    <p:extLst>
      <p:ext uri="{BB962C8B-B14F-4D97-AF65-F5344CB8AC3E}">
        <p14:creationId xmlns:p14="http://schemas.microsoft.com/office/powerpoint/2010/main" val="1309012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77BDE0-E2C8-9A34-04A8-9EF70E73D295}"/>
              </a:ext>
            </a:extLst>
          </p:cNvPr>
          <p:cNvSpPr>
            <a:spLocks noGrp="1"/>
          </p:cNvSpPr>
          <p:nvPr>
            <p:ph type="title"/>
          </p:nvPr>
        </p:nvSpPr>
        <p:spPr>
          <a:xfrm>
            <a:off x="838200" y="870729"/>
            <a:ext cx="10515600" cy="920749"/>
          </a:xfrm>
        </p:spPr>
        <p:txBody>
          <a:bodyPr/>
          <a:lstStyle/>
          <a:p>
            <a:r>
              <a:rPr lang="da-DK" dirty="0"/>
              <a:t>Trin 7 - Forankre de nye tilgange i kulturen</a:t>
            </a:r>
            <a:br>
              <a:rPr lang="da-DK" b="1" dirty="0"/>
            </a:br>
            <a:endParaRPr lang="da-DK" dirty="0"/>
          </a:p>
        </p:txBody>
      </p:sp>
      <p:sp>
        <p:nvSpPr>
          <p:cNvPr id="3" name="Pladsholder til indhold 2">
            <a:extLst>
              <a:ext uri="{FF2B5EF4-FFF2-40B4-BE49-F238E27FC236}">
                <a16:creationId xmlns:a16="http://schemas.microsoft.com/office/drawing/2014/main" id="{7647AB21-EDB9-3E22-8145-0A177604A19D}"/>
              </a:ext>
            </a:extLst>
          </p:cNvPr>
          <p:cNvSpPr>
            <a:spLocks noGrp="1"/>
          </p:cNvSpPr>
          <p:nvPr>
            <p:ph sz="quarter" idx="10"/>
          </p:nvPr>
        </p:nvSpPr>
        <p:spPr/>
        <p:txBody>
          <a:bodyPr/>
          <a:lstStyle/>
          <a:p>
            <a:r>
              <a:rPr lang="da-DK" b="1" dirty="0"/>
              <a:t>Forankre de ændringer, der er gennemført i organisationens kultur, så de bliver en naturlig del af dens daglige arbejde.</a:t>
            </a:r>
          </a:p>
          <a:p>
            <a:endParaRPr lang="da-DK" b="1" dirty="0"/>
          </a:p>
          <a:p>
            <a:r>
              <a:rPr lang="da-DK" b="1" dirty="0"/>
              <a:t>Træning og udvikling: </a:t>
            </a:r>
          </a:p>
          <a:p>
            <a:r>
              <a:rPr lang="da-DK" dirty="0"/>
              <a:t>Sørg for, at alle medarbejdere har de nødvendige færdigheder og ressourcer til at arbejde med/efter de nye processer.</a:t>
            </a:r>
          </a:p>
          <a:p>
            <a:endParaRPr lang="da-DK" dirty="0"/>
          </a:p>
          <a:p>
            <a:r>
              <a:rPr lang="da-DK" b="1" dirty="0"/>
              <a:t>Belønningssystemer: </a:t>
            </a:r>
          </a:p>
          <a:p>
            <a:r>
              <a:rPr lang="da-DK" dirty="0"/>
              <a:t>Indfør incitamenter og belønningssystemer, der fremmer de ønskede adfærdsmønstre.</a:t>
            </a:r>
          </a:p>
          <a:p>
            <a:endParaRPr lang="da-DK" dirty="0"/>
          </a:p>
          <a:p>
            <a:r>
              <a:rPr lang="da-DK" b="1" dirty="0">
                <a:solidFill>
                  <a:srgbClr val="FF0000"/>
                </a:solidFill>
              </a:rPr>
              <a:t>Hvordan kan man sikre, at de nye tilgange bliver en permanent del af kulturen? </a:t>
            </a:r>
          </a:p>
          <a:p>
            <a:r>
              <a:rPr lang="da-DK" b="1" dirty="0">
                <a:solidFill>
                  <a:srgbClr val="FF0000"/>
                </a:solidFill>
              </a:rPr>
              <a:t>Hvad skal der til for at få folk til at omfavne ændringerne på lang sigt?</a:t>
            </a:r>
          </a:p>
          <a:p>
            <a:r>
              <a:rPr lang="da-DK" b="1" dirty="0">
                <a:solidFill>
                  <a:srgbClr val="FF0000"/>
                </a:solidFill>
              </a:rPr>
              <a:t>10 min. Noter på </a:t>
            </a:r>
            <a:r>
              <a:rPr lang="da-DK" b="1" dirty="0" err="1">
                <a:solidFill>
                  <a:srgbClr val="FF0000"/>
                </a:solidFill>
              </a:rPr>
              <a:t>flip-over</a:t>
            </a:r>
            <a:r>
              <a:rPr lang="da-DK" b="1" dirty="0">
                <a:solidFill>
                  <a:srgbClr val="FF0000"/>
                </a:solidFill>
              </a:rPr>
              <a:t>.</a:t>
            </a:r>
          </a:p>
          <a:p>
            <a:endParaRPr lang="da-DK" b="1" dirty="0">
              <a:solidFill>
                <a:srgbClr val="FF0000"/>
              </a:solidFill>
            </a:endParaRPr>
          </a:p>
          <a:p>
            <a:endParaRPr lang="da-DK" b="1" dirty="0">
              <a:solidFill>
                <a:srgbClr val="FF0000"/>
              </a:solidFill>
            </a:endParaRPr>
          </a:p>
          <a:p>
            <a:endParaRPr lang="da-DK" b="1" dirty="0">
              <a:solidFill>
                <a:srgbClr val="FF0000"/>
              </a:solidFill>
            </a:endParaRPr>
          </a:p>
        </p:txBody>
      </p:sp>
    </p:spTree>
    <p:extLst>
      <p:ext uri="{BB962C8B-B14F-4D97-AF65-F5344CB8AC3E}">
        <p14:creationId xmlns:p14="http://schemas.microsoft.com/office/powerpoint/2010/main" val="739563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A53A0E-91B6-48DD-AB20-1FA5A290FF2F}"/>
              </a:ext>
            </a:extLst>
          </p:cNvPr>
          <p:cNvSpPr>
            <a:spLocks noGrp="1"/>
          </p:cNvSpPr>
          <p:nvPr>
            <p:ph type="title"/>
          </p:nvPr>
        </p:nvSpPr>
        <p:spPr>
          <a:xfrm>
            <a:off x="838200" y="668232"/>
            <a:ext cx="10896600" cy="920749"/>
          </a:xfrm>
        </p:spPr>
        <p:txBody>
          <a:bodyPr/>
          <a:lstStyle/>
          <a:p>
            <a:r>
              <a:rPr lang="da-DK" dirty="0"/>
              <a:t>Trin 7 forsat -</a:t>
            </a:r>
            <a:r>
              <a:rPr lang="da-DK" b="1" dirty="0"/>
              <a:t> Forankre de nye tilgange i kulturen</a:t>
            </a:r>
            <a:r>
              <a:rPr lang="da-DK" dirty="0"/>
              <a:t> </a:t>
            </a:r>
          </a:p>
        </p:txBody>
      </p:sp>
      <p:pic>
        <p:nvPicPr>
          <p:cNvPr id="7" name="Pladsholder til indhold 6">
            <a:extLst>
              <a:ext uri="{FF2B5EF4-FFF2-40B4-BE49-F238E27FC236}">
                <a16:creationId xmlns:a16="http://schemas.microsoft.com/office/drawing/2014/main" id="{6FB10F9F-2570-3B5C-580D-83E80CCC419D}"/>
              </a:ext>
            </a:extLst>
          </p:cNvPr>
          <p:cNvPicPr>
            <a:picLocks noGrp="1" noChangeAspect="1"/>
          </p:cNvPicPr>
          <p:nvPr>
            <p:ph sz="quarter" idx="10"/>
          </p:nvPr>
        </p:nvPicPr>
        <p:blipFill>
          <a:blip r:embed="rId2"/>
          <a:stretch>
            <a:fillRect/>
          </a:stretch>
        </p:blipFill>
        <p:spPr>
          <a:xfrm>
            <a:off x="3357743" y="1386775"/>
            <a:ext cx="5005208" cy="3634071"/>
          </a:xfrm>
        </p:spPr>
      </p:pic>
      <p:pic>
        <p:nvPicPr>
          <p:cNvPr id="9" name="Billede 8">
            <a:extLst>
              <a:ext uri="{FF2B5EF4-FFF2-40B4-BE49-F238E27FC236}">
                <a16:creationId xmlns:a16="http://schemas.microsoft.com/office/drawing/2014/main" id="{0C71752E-E376-54F4-5605-C099E2A6C21F}"/>
              </a:ext>
            </a:extLst>
          </p:cNvPr>
          <p:cNvPicPr>
            <a:picLocks noChangeAspect="1"/>
          </p:cNvPicPr>
          <p:nvPr/>
        </p:nvPicPr>
        <p:blipFill>
          <a:blip r:embed="rId3"/>
          <a:stretch>
            <a:fillRect/>
          </a:stretch>
        </p:blipFill>
        <p:spPr>
          <a:xfrm>
            <a:off x="7356995" y="4562693"/>
            <a:ext cx="1005956" cy="381425"/>
          </a:xfrm>
          <a:prstGeom prst="rect">
            <a:avLst/>
          </a:prstGeom>
        </p:spPr>
      </p:pic>
      <p:sp>
        <p:nvSpPr>
          <p:cNvPr id="3" name="Tekstfelt 2">
            <a:extLst>
              <a:ext uri="{FF2B5EF4-FFF2-40B4-BE49-F238E27FC236}">
                <a16:creationId xmlns:a16="http://schemas.microsoft.com/office/drawing/2014/main" id="{6E2D6575-4E31-A548-7EA3-D9067098FC86}"/>
              </a:ext>
            </a:extLst>
          </p:cNvPr>
          <p:cNvSpPr txBox="1"/>
          <p:nvPr/>
        </p:nvSpPr>
        <p:spPr>
          <a:xfrm>
            <a:off x="878065" y="5379467"/>
            <a:ext cx="10435870"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1" i="0" u="none" strike="noStrike" kern="1200" cap="none" spc="0" normalizeH="0" baseline="0" noProof="0" dirty="0">
                <a:ln>
                  <a:noFill/>
                </a:ln>
                <a:solidFill>
                  <a:srgbClr val="FF0000"/>
                </a:solidFill>
                <a:effectLst/>
                <a:uLnTx/>
                <a:uFillTx/>
                <a:latin typeface="Montserrat"/>
                <a:ea typeface="+mn-ea"/>
                <a:cs typeface="+mn-cs"/>
              </a:rPr>
              <a:t>Hvad vil I umiddelbart gøre for at fremme sikkerhedsapproach og forankre fokus på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1" i="0" u="none" strike="noStrike" kern="1200" cap="none" spc="0" normalizeH="0" baseline="0" noProof="0" dirty="0">
                <a:ln>
                  <a:noFill/>
                </a:ln>
                <a:solidFill>
                  <a:srgbClr val="FF0000"/>
                </a:solidFill>
                <a:effectLst/>
                <a:uLnTx/>
                <a:uFillTx/>
                <a:latin typeface="Montserrat"/>
                <a:ea typeface="+mn-ea"/>
                <a:cs typeface="+mn-cs"/>
              </a:rPr>
              <a:t>fysisk sikkerhed.</a:t>
            </a:r>
          </a:p>
          <a:p>
            <a:pPr>
              <a:defRPr/>
            </a:pPr>
            <a:r>
              <a:rPr lang="da-DK" b="1" dirty="0">
                <a:solidFill>
                  <a:srgbClr val="FF0000"/>
                </a:solidFill>
              </a:rPr>
              <a:t>10 min. Noter på </a:t>
            </a:r>
            <a:r>
              <a:rPr lang="da-DK" b="1" dirty="0" err="1">
                <a:solidFill>
                  <a:srgbClr val="FF0000"/>
                </a:solidFill>
              </a:rPr>
              <a:t>flip-over</a:t>
            </a:r>
            <a:r>
              <a:rPr lang="da-DK" b="1" dirty="0">
                <a:solidFill>
                  <a:srgbClr val="FF0000"/>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a:ln>
                <a:noFill/>
              </a:ln>
              <a:solidFill>
                <a:prstClr val="black"/>
              </a:solidFill>
              <a:effectLst/>
              <a:uLnTx/>
              <a:uFillTx/>
              <a:latin typeface="Montserrat"/>
              <a:ea typeface="+mn-ea"/>
              <a:cs typeface="+mn-cs"/>
            </a:endParaRPr>
          </a:p>
        </p:txBody>
      </p:sp>
    </p:spTree>
    <p:extLst>
      <p:ext uri="{BB962C8B-B14F-4D97-AF65-F5344CB8AC3E}">
        <p14:creationId xmlns:p14="http://schemas.microsoft.com/office/powerpoint/2010/main" val="776688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90E270-0ADB-00EB-0281-F7E684C7010A}"/>
              </a:ext>
            </a:extLst>
          </p:cNvPr>
          <p:cNvSpPr>
            <a:spLocks noGrp="1"/>
          </p:cNvSpPr>
          <p:nvPr>
            <p:ph type="title"/>
          </p:nvPr>
        </p:nvSpPr>
        <p:spPr/>
        <p:txBody>
          <a:bodyPr/>
          <a:lstStyle/>
          <a:p>
            <a:r>
              <a:rPr lang="da-DK" dirty="0"/>
              <a:t>Trin 8 - Afslutning og refleksion</a:t>
            </a:r>
          </a:p>
        </p:txBody>
      </p:sp>
      <p:sp>
        <p:nvSpPr>
          <p:cNvPr id="3" name="Pladsholder til indhold 2">
            <a:extLst>
              <a:ext uri="{FF2B5EF4-FFF2-40B4-BE49-F238E27FC236}">
                <a16:creationId xmlns:a16="http://schemas.microsoft.com/office/drawing/2014/main" id="{088DC0AD-ADEE-9028-AA6A-D7292EDDD416}"/>
              </a:ext>
            </a:extLst>
          </p:cNvPr>
          <p:cNvSpPr>
            <a:spLocks noGrp="1"/>
          </p:cNvSpPr>
          <p:nvPr>
            <p:ph sz="quarter" idx="10"/>
          </p:nvPr>
        </p:nvSpPr>
        <p:spPr/>
        <p:txBody>
          <a:bodyPr/>
          <a:lstStyle/>
          <a:p>
            <a:pPr>
              <a:buNone/>
            </a:pPr>
            <a:r>
              <a:rPr lang="da-DK" b="1" dirty="0"/>
              <a:t>Opsummering af </a:t>
            </a:r>
            <a:r>
              <a:rPr lang="da-DK" b="1" dirty="0" err="1"/>
              <a:t>Kotters</a:t>
            </a:r>
            <a:r>
              <a:rPr lang="da-DK" b="1" dirty="0"/>
              <a:t> 8-trins model:</a:t>
            </a:r>
            <a:endParaRPr lang="da-DK" dirty="0"/>
          </a:p>
          <a:p>
            <a:pPr>
              <a:buFont typeface="+mj-lt"/>
              <a:buAutoNum type="arabicPeriod"/>
            </a:pPr>
            <a:r>
              <a:rPr lang="da-DK" dirty="0"/>
              <a:t>Skab nødvendighed</a:t>
            </a:r>
          </a:p>
          <a:p>
            <a:pPr>
              <a:buFont typeface="+mj-lt"/>
              <a:buAutoNum type="arabicPeriod"/>
            </a:pPr>
            <a:r>
              <a:rPr lang="da-DK" dirty="0"/>
              <a:t>Skab en koalition</a:t>
            </a:r>
          </a:p>
          <a:p>
            <a:pPr>
              <a:buFont typeface="+mj-lt"/>
              <a:buAutoNum type="arabicPeriod"/>
            </a:pPr>
            <a:r>
              <a:rPr lang="da-DK" dirty="0"/>
              <a:t>Udvikl vision og strategi</a:t>
            </a:r>
          </a:p>
          <a:p>
            <a:pPr>
              <a:buFont typeface="+mj-lt"/>
              <a:buAutoNum type="arabicPeriod"/>
            </a:pPr>
            <a:r>
              <a:rPr lang="da-DK" dirty="0"/>
              <a:t>Kommuniker visionen</a:t>
            </a:r>
          </a:p>
          <a:p>
            <a:pPr>
              <a:buFont typeface="+mj-lt"/>
              <a:buAutoNum type="arabicPeriod"/>
            </a:pPr>
            <a:r>
              <a:rPr lang="da-DK" dirty="0"/>
              <a:t>Handl på kort sigt</a:t>
            </a:r>
          </a:p>
          <a:p>
            <a:pPr>
              <a:buFont typeface="+mj-lt"/>
              <a:buAutoNum type="arabicPeriod"/>
            </a:pPr>
            <a:r>
              <a:rPr lang="da-DK" dirty="0"/>
              <a:t>Konsolider forbedringer</a:t>
            </a:r>
          </a:p>
          <a:p>
            <a:pPr>
              <a:buFont typeface="+mj-lt"/>
              <a:buAutoNum type="arabicPeriod"/>
            </a:pPr>
            <a:r>
              <a:rPr lang="da-DK" dirty="0"/>
              <a:t>Forankre i kulturen</a:t>
            </a:r>
          </a:p>
          <a:p>
            <a:pPr>
              <a:buFont typeface="+mj-lt"/>
              <a:buAutoNum type="arabicPeriod"/>
            </a:pPr>
            <a:r>
              <a:rPr lang="da-DK" b="1" dirty="0">
                <a:solidFill>
                  <a:srgbClr val="FF0000"/>
                </a:solidFill>
              </a:rPr>
              <a:t> Hvordan kan du fastholde ændringen?</a:t>
            </a:r>
          </a:p>
          <a:p>
            <a:r>
              <a:rPr lang="da-DK" b="1" dirty="0">
                <a:solidFill>
                  <a:srgbClr val="FF0000"/>
                </a:solidFill>
              </a:rPr>
              <a:t>Hvilket trin synes du er vigtigst for succes? Hvilke udfordringer kan du </a:t>
            </a:r>
            <a:r>
              <a:rPr lang="da-DK" b="1">
                <a:solidFill>
                  <a:srgbClr val="FF0000"/>
                </a:solidFill>
              </a:rPr>
              <a:t>se opstå på sigt, </a:t>
            </a:r>
            <a:r>
              <a:rPr lang="da-DK" b="1" dirty="0">
                <a:solidFill>
                  <a:srgbClr val="FF0000"/>
                </a:solidFill>
              </a:rPr>
              <a:t>og hvordan kan du minimere </a:t>
            </a:r>
            <a:r>
              <a:rPr lang="da-DK" b="1">
                <a:solidFill>
                  <a:srgbClr val="FF0000"/>
                </a:solidFill>
              </a:rPr>
              <a:t>dem?</a:t>
            </a:r>
          </a:p>
          <a:p>
            <a:r>
              <a:rPr lang="da-DK" b="1" dirty="0">
                <a:solidFill>
                  <a:srgbClr val="FF0000"/>
                </a:solidFill>
              </a:rPr>
              <a:t> 10 min. Noter på </a:t>
            </a:r>
            <a:r>
              <a:rPr lang="da-DK" b="1" dirty="0" err="1">
                <a:solidFill>
                  <a:srgbClr val="FF0000"/>
                </a:solidFill>
              </a:rPr>
              <a:t>flip-over</a:t>
            </a:r>
            <a:r>
              <a:rPr lang="da-DK" b="1" dirty="0">
                <a:solidFill>
                  <a:srgbClr val="FF0000"/>
                </a:solidFill>
              </a:rPr>
              <a:t>.</a:t>
            </a:r>
          </a:p>
          <a:p>
            <a:endParaRPr lang="da-DK" b="1" dirty="0">
              <a:solidFill>
                <a:srgbClr val="FF0000"/>
              </a:solidFill>
            </a:endParaRPr>
          </a:p>
          <a:p>
            <a:endParaRPr lang="da-DK" b="1" dirty="0">
              <a:solidFill>
                <a:srgbClr val="FF0000"/>
              </a:solidFill>
            </a:endParaRPr>
          </a:p>
          <a:p>
            <a:pPr>
              <a:buFont typeface="+mj-lt"/>
              <a:buAutoNum type="arabicPeriod"/>
            </a:pPr>
            <a:endParaRPr lang="da-DK" b="1" dirty="0">
              <a:solidFill>
                <a:srgbClr val="FF0000"/>
              </a:solidFill>
            </a:endParaRPr>
          </a:p>
          <a:p>
            <a:endParaRPr lang="da-DK" b="1" dirty="0">
              <a:solidFill>
                <a:srgbClr val="FF0000"/>
              </a:solidFill>
            </a:endParaRPr>
          </a:p>
        </p:txBody>
      </p:sp>
    </p:spTree>
    <p:extLst>
      <p:ext uri="{BB962C8B-B14F-4D97-AF65-F5344CB8AC3E}">
        <p14:creationId xmlns:p14="http://schemas.microsoft.com/office/powerpoint/2010/main" val="1322982940"/>
      </p:ext>
    </p:extLst>
  </p:cSld>
  <p:clrMapOvr>
    <a:masterClrMapping/>
  </p:clrMapOvr>
</p:sld>
</file>

<file path=ppt/theme/theme1.xml><?xml version="1.0" encoding="utf-8"?>
<a:theme xmlns:a="http://schemas.openxmlformats.org/drawingml/2006/main" name="Erhvervsakademi Aarhus">
  <a:themeElements>
    <a:clrScheme name="Brugerdefineret 1">
      <a:dk1>
        <a:sysClr val="windowText" lastClr="000000"/>
      </a:dk1>
      <a:lt1>
        <a:sysClr val="window" lastClr="FFFFFF"/>
      </a:lt1>
      <a:dk2>
        <a:srgbClr val="818A8F"/>
      </a:dk2>
      <a:lt2>
        <a:srgbClr val="E0E6E6"/>
      </a:lt2>
      <a:accent1>
        <a:srgbClr val="BED4DB"/>
      </a:accent1>
      <a:accent2>
        <a:srgbClr val="F4EBC0"/>
      </a:accent2>
      <a:accent3>
        <a:srgbClr val="F0E87D"/>
      </a:accent3>
      <a:accent4>
        <a:srgbClr val="80B4BF"/>
      </a:accent4>
      <a:accent5>
        <a:srgbClr val="F3F4F7"/>
      </a:accent5>
      <a:accent6>
        <a:srgbClr val="3A646D"/>
      </a:accent6>
      <a:hlink>
        <a:srgbClr val="0070C0"/>
      </a:hlink>
      <a:folHlink>
        <a:srgbClr val="532E60"/>
      </a:folHlink>
    </a:clrScheme>
    <a:fontScheme name="Erhvervsakademi Aarhus">
      <a:majorFont>
        <a:latin typeface="Montserrat Medium"/>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skabelon uden indhold, dansk  -  Skrivebeskyttet" id="{363E73E2-7A7B-4952-AE8C-D447D376FA21}" vid="{CC501A65-03DF-4975-ACA4-2D32FFB89635}"/>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b29427a-4ed3-4f0e-a3ff-ced1342f64ac}" enabled="0" method="" siteId="{1b29427a-4ed3-4f0e-a3ff-ced1342f64ac}" removed="1"/>
</clbl:labelList>
</file>

<file path=docProps/app.xml><?xml version="1.0" encoding="utf-8"?>
<Properties xmlns="http://schemas.openxmlformats.org/officeDocument/2006/extended-properties" xmlns:vt="http://schemas.openxmlformats.org/officeDocument/2006/docPropsVTypes">
  <TotalTime>195</TotalTime>
  <Words>1677</Words>
  <Application>Microsoft Office PowerPoint</Application>
  <PresentationFormat>Widescreen</PresentationFormat>
  <Paragraphs>230</Paragraphs>
  <Slides>21</Slides>
  <Notes>6</Notes>
  <HiddenSlides>2</HiddenSlides>
  <MMClips>0</MMClips>
  <ScaleCrop>false</ScaleCrop>
  <HeadingPairs>
    <vt:vector size="6" baseType="variant">
      <vt:variant>
        <vt:lpstr>Benyttede skrifttyper</vt:lpstr>
      </vt:variant>
      <vt:variant>
        <vt:i4>5</vt:i4>
      </vt:variant>
      <vt:variant>
        <vt:lpstr>Tema</vt:lpstr>
      </vt:variant>
      <vt:variant>
        <vt:i4>1</vt:i4>
      </vt:variant>
      <vt:variant>
        <vt:lpstr>Slidetitler</vt:lpstr>
      </vt:variant>
      <vt:variant>
        <vt:i4>21</vt:i4>
      </vt:variant>
    </vt:vector>
  </HeadingPairs>
  <TitlesOfParts>
    <vt:vector size="27" baseType="lpstr">
      <vt:lpstr>Aptos</vt:lpstr>
      <vt:lpstr>Arial</vt:lpstr>
      <vt:lpstr>Lucida Sans</vt:lpstr>
      <vt:lpstr>Montserrat</vt:lpstr>
      <vt:lpstr>Wingdings</vt:lpstr>
      <vt:lpstr>Erhvervsakademi Aarhus</vt:lpstr>
      <vt:lpstr>PowerPoint-præsentation</vt:lpstr>
      <vt:lpstr>Eks. på forandringsscenarier i organisationer</vt:lpstr>
      <vt:lpstr>Sammenhæng…</vt:lpstr>
      <vt:lpstr>Succes eller fiasko</vt:lpstr>
      <vt:lpstr>Forandringsmodel</vt:lpstr>
      <vt:lpstr>Introduktion til forandringsledelse</vt:lpstr>
      <vt:lpstr>Det menneskelige aspekt af forandringer</vt:lpstr>
      <vt:lpstr>PowerPoint-præsentation</vt:lpstr>
      <vt:lpstr>Kotters forandringsmodel</vt:lpstr>
      <vt:lpstr>Kotters model til forandringsledelse</vt:lpstr>
      <vt:lpstr>Case der skal løses</vt:lpstr>
      <vt:lpstr>Vi starter med at definere sikkerhedspakken.</vt:lpstr>
      <vt:lpstr>Trin 1 - Skab en følelse af nødvendighed</vt:lpstr>
      <vt:lpstr>Trin 2 - Skab en styrende koalition (forandringsteam)</vt:lpstr>
      <vt:lpstr>Trin 3 - Udvikl en vision og strategi</vt:lpstr>
      <vt:lpstr>Trin 4 - Kommuniker visionen</vt:lpstr>
      <vt:lpstr>Trin 5 - Handl på kort sigt</vt:lpstr>
      <vt:lpstr>Trin 6 - Konsolider forbedringer</vt:lpstr>
      <vt:lpstr>Trin 7 - Forankre de nye tilgange i kulturen </vt:lpstr>
      <vt:lpstr>Trin 7 forsat - Forankre de nye tilgange i kulturen </vt:lpstr>
      <vt:lpstr>Trin 8 - Afslutning og refleksion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Frank Elkær (adjunkt – frae@eaaa.dk)</dc:creator>
  <cp:lastModifiedBy>Frank Elkær (adjunkt – frae@eaaa.dk)</cp:lastModifiedBy>
  <cp:revision>2</cp:revision>
  <dcterms:created xsi:type="dcterms:W3CDTF">2025-05-28T07:41:33Z</dcterms:created>
  <dcterms:modified xsi:type="dcterms:W3CDTF">2025-12-10T15:54:45Z</dcterms:modified>
</cp:coreProperties>
</file>