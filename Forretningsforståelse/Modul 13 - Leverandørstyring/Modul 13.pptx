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1631" r:id="rId2"/>
    <p:sldId id="1657" r:id="rId3"/>
    <p:sldId id="1771" r:id="rId4"/>
    <p:sldId id="1769" r:id="rId5"/>
    <p:sldId id="1623" r:id="rId6"/>
    <p:sldId id="1764" r:id="rId7"/>
    <p:sldId id="1624" r:id="rId8"/>
    <p:sldId id="312" r:id="rId9"/>
    <p:sldId id="1765" r:id="rId10"/>
    <p:sldId id="1626" r:id="rId11"/>
    <p:sldId id="1625" r:id="rId12"/>
    <p:sldId id="315" r:id="rId13"/>
    <p:sldId id="1628" r:id="rId14"/>
    <p:sldId id="1768" r:id="rId15"/>
    <p:sldId id="318" r:id="rId16"/>
    <p:sldId id="1629" r:id="rId17"/>
    <p:sldId id="319" r:id="rId18"/>
    <p:sldId id="320" r:id="rId19"/>
    <p:sldId id="1770" r:id="rId2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571AC-56E5-4C3C-8DC7-E31D18378E49}" v="1256" dt="2025-11-30T12:24:37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3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Elkær (adjunkt – frae@eaaa.dk)" userId="1b06cd64-16c4-48f5-b285-7568c937f1a0" providerId="ADAL" clId="{E9811E54-1FA8-43F7-AC43-A1164A70C0D5}"/>
    <pc:docChg chg="undo custSel addSld delSld modSld sldOrd addSection delSection">
      <pc:chgData name="Frank Elkær (adjunkt – frae@eaaa.dk)" userId="1b06cd64-16c4-48f5-b285-7568c937f1a0" providerId="ADAL" clId="{E9811E54-1FA8-43F7-AC43-A1164A70C0D5}" dt="2025-12-01T10:06:58.084" v="5737" actId="20577"/>
      <pc:docMkLst>
        <pc:docMk/>
      </pc:docMkLst>
      <pc:sldChg chg="modSp mod">
        <pc:chgData name="Frank Elkær (adjunkt – frae@eaaa.dk)" userId="1b06cd64-16c4-48f5-b285-7568c937f1a0" providerId="ADAL" clId="{E9811E54-1FA8-43F7-AC43-A1164A70C0D5}" dt="2025-11-29T11:35:19.352" v="3470" actId="20577"/>
        <pc:sldMkLst>
          <pc:docMk/>
          <pc:sldMk cId="1509073425" sldId="312"/>
        </pc:sldMkLst>
        <pc:spChg chg="mod">
          <ac:chgData name="Frank Elkær (adjunkt – frae@eaaa.dk)" userId="1b06cd64-16c4-48f5-b285-7568c937f1a0" providerId="ADAL" clId="{E9811E54-1FA8-43F7-AC43-A1164A70C0D5}" dt="2025-11-28T09:10:02.713" v="1342" actId="20577"/>
          <ac:spMkLst>
            <pc:docMk/>
            <pc:sldMk cId="1509073425" sldId="312"/>
            <ac:spMk id="2" creationId="{FB66D061-CAB7-B9E6-3C7E-010DD8700571}"/>
          </ac:spMkLst>
        </pc:spChg>
        <pc:spChg chg="mod">
          <ac:chgData name="Frank Elkær (adjunkt – frae@eaaa.dk)" userId="1b06cd64-16c4-48f5-b285-7568c937f1a0" providerId="ADAL" clId="{E9811E54-1FA8-43F7-AC43-A1164A70C0D5}" dt="2025-11-29T11:35:19.352" v="3470" actId="20577"/>
          <ac:spMkLst>
            <pc:docMk/>
            <pc:sldMk cId="1509073425" sldId="312"/>
            <ac:spMk id="3" creationId="{B6CB1F54-7B65-9433-4A57-48CE77E666DC}"/>
          </ac:spMkLst>
        </pc:spChg>
      </pc:sldChg>
      <pc:sldChg chg="addSp modSp mod">
        <pc:chgData name="Frank Elkær (adjunkt – frae@eaaa.dk)" userId="1b06cd64-16c4-48f5-b285-7568c937f1a0" providerId="ADAL" clId="{E9811E54-1FA8-43F7-AC43-A1164A70C0D5}" dt="2025-11-30T09:27:59.853" v="3805" actId="1076"/>
        <pc:sldMkLst>
          <pc:docMk/>
          <pc:sldMk cId="2264253959" sldId="315"/>
        </pc:sldMkLst>
        <pc:spChg chg="mod">
          <ac:chgData name="Frank Elkær (adjunkt – frae@eaaa.dk)" userId="1b06cd64-16c4-48f5-b285-7568c937f1a0" providerId="ADAL" clId="{E9811E54-1FA8-43F7-AC43-A1164A70C0D5}" dt="2025-11-28T15:41:32.230" v="2631" actId="1076"/>
          <ac:spMkLst>
            <pc:docMk/>
            <pc:sldMk cId="2264253959" sldId="315"/>
            <ac:spMk id="2" creationId="{FB66D061-CAB7-B9E6-3C7E-010DD8700571}"/>
          </ac:spMkLst>
        </pc:spChg>
        <pc:spChg chg="add mod">
          <ac:chgData name="Frank Elkær (adjunkt – frae@eaaa.dk)" userId="1b06cd64-16c4-48f5-b285-7568c937f1a0" providerId="ADAL" clId="{E9811E54-1FA8-43F7-AC43-A1164A70C0D5}" dt="2025-11-29T07:11:13.421" v="2811" actId="1076"/>
          <ac:spMkLst>
            <pc:docMk/>
            <pc:sldMk cId="2264253959" sldId="315"/>
            <ac:spMk id="3" creationId="{EED893F8-28A7-A0C9-5C22-226DF948D27F}"/>
          </ac:spMkLst>
        </pc:spChg>
        <pc:picChg chg="mod">
          <ac:chgData name="Frank Elkær (adjunkt – frae@eaaa.dk)" userId="1b06cd64-16c4-48f5-b285-7568c937f1a0" providerId="ADAL" clId="{E9811E54-1FA8-43F7-AC43-A1164A70C0D5}" dt="2025-11-30T09:27:59.853" v="3805" actId="1076"/>
          <ac:picMkLst>
            <pc:docMk/>
            <pc:sldMk cId="2264253959" sldId="315"/>
            <ac:picMk id="6" creationId="{06C0B11B-065D-9602-0689-8EB4FC671B2A}"/>
          </ac:picMkLst>
        </pc:picChg>
      </pc:sldChg>
      <pc:sldChg chg="modSp mod">
        <pc:chgData name="Frank Elkær (adjunkt – frae@eaaa.dk)" userId="1b06cd64-16c4-48f5-b285-7568c937f1a0" providerId="ADAL" clId="{E9811E54-1FA8-43F7-AC43-A1164A70C0D5}" dt="2025-11-30T09:29:40.868" v="3836" actId="20577"/>
        <pc:sldMkLst>
          <pc:docMk/>
          <pc:sldMk cId="3097822484" sldId="319"/>
        </pc:sldMkLst>
        <pc:spChg chg="mod">
          <ac:chgData name="Frank Elkær (adjunkt – frae@eaaa.dk)" userId="1b06cd64-16c4-48f5-b285-7568c937f1a0" providerId="ADAL" clId="{E9811E54-1FA8-43F7-AC43-A1164A70C0D5}" dt="2025-11-30T09:29:40.868" v="3836" actId="20577"/>
          <ac:spMkLst>
            <pc:docMk/>
            <pc:sldMk cId="3097822484" sldId="319"/>
            <ac:spMk id="2" creationId="{FB66D061-CAB7-B9E6-3C7E-010DD8700571}"/>
          </ac:spMkLst>
        </pc:spChg>
        <pc:spChg chg="mod">
          <ac:chgData name="Frank Elkær (adjunkt – frae@eaaa.dk)" userId="1b06cd64-16c4-48f5-b285-7568c937f1a0" providerId="ADAL" clId="{E9811E54-1FA8-43F7-AC43-A1164A70C0D5}" dt="2025-11-30T09:28:54.553" v="3814" actId="20577"/>
          <ac:spMkLst>
            <pc:docMk/>
            <pc:sldMk cId="3097822484" sldId="319"/>
            <ac:spMk id="3" creationId="{B6CB1F54-7B65-9433-4A57-48CE77E666DC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11-30T09:29:59.756" v="3838" actId="20577"/>
        <pc:sldMkLst>
          <pc:docMk/>
          <pc:sldMk cId="2742819709" sldId="320"/>
        </pc:sldMkLst>
        <pc:spChg chg="mod">
          <ac:chgData name="Frank Elkær (adjunkt – frae@eaaa.dk)" userId="1b06cd64-16c4-48f5-b285-7568c937f1a0" providerId="ADAL" clId="{E9811E54-1FA8-43F7-AC43-A1164A70C0D5}" dt="2025-11-30T09:29:59.756" v="3838" actId="20577"/>
          <ac:spMkLst>
            <pc:docMk/>
            <pc:sldMk cId="2742819709" sldId="320"/>
            <ac:spMk id="2" creationId="{FB66D061-CAB7-B9E6-3C7E-010DD8700571}"/>
          </ac:spMkLst>
        </pc:spChg>
        <pc:spChg chg="mod">
          <ac:chgData name="Frank Elkær (adjunkt – frae@eaaa.dk)" userId="1b06cd64-16c4-48f5-b285-7568c937f1a0" providerId="ADAL" clId="{E9811E54-1FA8-43F7-AC43-A1164A70C0D5}" dt="2025-11-29T07:19:49.727" v="2818" actId="20577"/>
          <ac:spMkLst>
            <pc:docMk/>
            <pc:sldMk cId="2742819709" sldId="320"/>
            <ac:spMk id="3" creationId="{B6CB1F54-7B65-9433-4A57-48CE77E666DC}"/>
          </ac:spMkLst>
        </pc:spChg>
      </pc:sldChg>
      <pc:sldChg chg="addSp delSp modSp mod ord">
        <pc:chgData name="Frank Elkær (adjunkt – frae@eaaa.dk)" userId="1b06cd64-16c4-48f5-b285-7568c937f1a0" providerId="ADAL" clId="{E9811E54-1FA8-43F7-AC43-A1164A70C0D5}" dt="2025-12-01T10:04:18.393" v="5685" actId="20577"/>
        <pc:sldMkLst>
          <pc:docMk/>
          <pc:sldMk cId="2641242567" sldId="1623"/>
        </pc:sldMkLst>
        <pc:spChg chg="mod">
          <ac:chgData name="Frank Elkær (adjunkt – frae@eaaa.dk)" userId="1b06cd64-16c4-48f5-b285-7568c937f1a0" providerId="ADAL" clId="{E9811E54-1FA8-43F7-AC43-A1164A70C0D5}" dt="2025-11-27T14:16:18.564" v="318" actId="20577"/>
          <ac:spMkLst>
            <pc:docMk/>
            <pc:sldMk cId="2641242567" sldId="1623"/>
            <ac:spMk id="2" creationId="{FB66D061-CAB7-B9E6-3C7E-010DD8700571}"/>
          </ac:spMkLst>
        </pc:spChg>
        <pc:spChg chg="mod">
          <ac:chgData name="Frank Elkær (adjunkt – frae@eaaa.dk)" userId="1b06cd64-16c4-48f5-b285-7568c937f1a0" providerId="ADAL" clId="{E9811E54-1FA8-43F7-AC43-A1164A70C0D5}" dt="2025-12-01T10:04:18.393" v="5685" actId="20577"/>
          <ac:spMkLst>
            <pc:docMk/>
            <pc:sldMk cId="2641242567" sldId="1623"/>
            <ac:spMk id="3" creationId="{B6CB1F54-7B65-9433-4A57-48CE77E666DC}"/>
          </ac:spMkLst>
        </pc:spChg>
        <pc:spChg chg="add mod">
          <ac:chgData name="Frank Elkær (adjunkt – frae@eaaa.dk)" userId="1b06cd64-16c4-48f5-b285-7568c937f1a0" providerId="ADAL" clId="{E9811E54-1FA8-43F7-AC43-A1164A70C0D5}" dt="2025-11-28T15:30:17.918" v="2452" actId="5793"/>
          <ac:spMkLst>
            <pc:docMk/>
            <pc:sldMk cId="2641242567" sldId="1623"/>
            <ac:spMk id="5" creationId="{E41D96BE-1D8E-8BA3-9ECB-847C6EED52CD}"/>
          </ac:spMkLst>
        </pc:spChg>
        <pc:spChg chg="add mod">
          <ac:chgData name="Frank Elkær (adjunkt – frae@eaaa.dk)" userId="1b06cd64-16c4-48f5-b285-7568c937f1a0" providerId="ADAL" clId="{E9811E54-1FA8-43F7-AC43-A1164A70C0D5}" dt="2025-11-28T15:30:09.089" v="2450" actId="5793"/>
          <ac:spMkLst>
            <pc:docMk/>
            <pc:sldMk cId="2641242567" sldId="1623"/>
            <ac:spMk id="6" creationId="{B1BDE664-2F65-993A-6F2C-8E6B826A58E5}"/>
          </ac:spMkLst>
        </pc:spChg>
        <pc:spChg chg="add mod">
          <ac:chgData name="Frank Elkær (adjunkt – frae@eaaa.dk)" userId="1b06cd64-16c4-48f5-b285-7568c937f1a0" providerId="ADAL" clId="{E9811E54-1FA8-43F7-AC43-A1164A70C0D5}" dt="2025-11-28T15:37:58.915" v="2563" actId="20577"/>
          <ac:spMkLst>
            <pc:docMk/>
            <pc:sldMk cId="2641242567" sldId="1623"/>
            <ac:spMk id="8" creationId="{B4525BA9-161E-4C66-778F-E56CABAA7B5A}"/>
          </ac:spMkLst>
        </pc:spChg>
      </pc:sldChg>
      <pc:sldChg chg="delSp modSp mod ord">
        <pc:chgData name="Frank Elkær (adjunkt – frae@eaaa.dk)" userId="1b06cd64-16c4-48f5-b285-7568c937f1a0" providerId="ADAL" clId="{E9811E54-1FA8-43F7-AC43-A1164A70C0D5}" dt="2025-11-28T09:08:29.878" v="1327" actId="20577"/>
        <pc:sldMkLst>
          <pc:docMk/>
          <pc:sldMk cId="3914153483" sldId="1624"/>
        </pc:sldMkLst>
        <pc:spChg chg="mod">
          <ac:chgData name="Frank Elkær (adjunkt – frae@eaaa.dk)" userId="1b06cd64-16c4-48f5-b285-7568c937f1a0" providerId="ADAL" clId="{E9811E54-1FA8-43F7-AC43-A1164A70C0D5}" dt="2025-11-28T09:08:29.878" v="1327" actId="20577"/>
          <ac:spMkLst>
            <pc:docMk/>
            <pc:sldMk cId="3914153483" sldId="1624"/>
            <ac:spMk id="2" creationId="{FB66D061-CAB7-B9E6-3C7E-010DD8700571}"/>
          </ac:spMkLst>
        </pc:spChg>
        <pc:picChg chg="mod">
          <ac:chgData name="Frank Elkær (adjunkt – frae@eaaa.dk)" userId="1b06cd64-16c4-48f5-b285-7568c937f1a0" providerId="ADAL" clId="{E9811E54-1FA8-43F7-AC43-A1164A70C0D5}" dt="2025-11-28T09:08:04.902" v="1311" actId="1076"/>
          <ac:picMkLst>
            <pc:docMk/>
            <pc:sldMk cId="3914153483" sldId="1624"/>
            <ac:picMk id="6" creationId="{A86F81D1-0AD4-D48D-1935-EC7473AEF383}"/>
          </ac:picMkLst>
        </pc:picChg>
      </pc:sldChg>
      <pc:sldChg chg="addSp modSp mod modClrScheme chgLayout">
        <pc:chgData name="Frank Elkær (adjunkt – frae@eaaa.dk)" userId="1b06cd64-16c4-48f5-b285-7568c937f1a0" providerId="ADAL" clId="{E9811E54-1FA8-43F7-AC43-A1164A70C0D5}" dt="2025-11-29T07:11:20.751" v="2812" actId="255"/>
        <pc:sldMkLst>
          <pc:docMk/>
          <pc:sldMk cId="1426004457" sldId="1625"/>
        </pc:sldMkLst>
        <pc:spChg chg="mod">
          <ac:chgData name="Frank Elkær (adjunkt – frae@eaaa.dk)" userId="1b06cd64-16c4-48f5-b285-7568c937f1a0" providerId="ADAL" clId="{E9811E54-1FA8-43F7-AC43-A1164A70C0D5}" dt="2025-11-28T15:40:44.470" v="2592" actId="120"/>
          <ac:spMkLst>
            <pc:docMk/>
            <pc:sldMk cId="1426004457" sldId="1625"/>
            <ac:spMk id="2" creationId="{FB66D061-CAB7-B9E6-3C7E-010DD8700571}"/>
          </ac:spMkLst>
        </pc:spChg>
        <pc:spChg chg="mod">
          <ac:chgData name="Frank Elkær (adjunkt – frae@eaaa.dk)" userId="1b06cd64-16c4-48f5-b285-7568c937f1a0" providerId="ADAL" clId="{E9811E54-1FA8-43F7-AC43-A1164A70C0D5}" dt="2025-11-28T15:40:10.138" v="2574" actId="179"/>
          <ac:spMkLst>
            <pc:docMk/>
            <pc:sldMk cId="1426004457" sldId="1625"/>
            <ac:spMk id="3" creationId="{B6CB1F54-7B65-9433-4A57-48CE77E666DC}"/>
          </ac:spMkLst>
        </pc:spChg>
        <pc:spChg chg="add mod">
          <ac:chgData name="Frank Elkær (adjunkt – frae@eaaa.dk)" userId="1b06cd64-16c4-48f5-b285-7568c937f1a0" providerId="ADAL" clId="{E9811E54-1FA8-43F7-AC43-A1164A70C0D5}" dt="2025-11-29T07:11:20.751" v="2812" actId="255"/>
          <ac:spMkLst>
            <pc:docMk/>
            <pc:sldMk cId="1426004457" sldId="1625"/>
            <ac:spMk id="4" creationId="{B2149969-9D18-19CF-5E7B-2B40D8BAF332}"/>
          </ac:spMkLst>
        </pc:spChg>
        <pc:picChg chg="add mod ord">
          <ac:chgData name="Frank Elkær (adjunkt – frae@eaaa.dk)" userId="1b06cd64-16c4-48f5-b285-7568c937f1a0" providerId="ADAL" clId="{E9811E54-1FA8-43F7-AC43-A1164A70C0D5}" dt="2025-11-27T15:30:14.485" v="632" actId="27614"/>
          <ac:picMkLst>
            <pc:docMk/>
            <pc:sldMk cId="1426004457" sldId="1625"/>
            <ac:picMk id="5" creationId="{E4D91618-E06F-3B65-6F69-0EC55D1CADF3}"/>
          </ac:picMkLst>
        </pc:picChg>
      </pc:sldChg>
      <pc:sldChg chg="addSp modSp mod ord">
        <pc:chgData name="Frank Elkær (adjunkt – frae@eaaa.dk)" userId="1b06cd64-16c4-48f5-b285-7568c937f1a0" providerId="ADAL" clId="{E9811E54-1FA8-43F7-AC43-A1164A70C0D5}" dt="2025-11-29T07:11:34.504" v="2813" actId="255"/>
        <pc:sldMkLst>
          <pc:docMk/>
          <pc:sldMk cId="1556071379" sldId="1626"/>
        </pc:sldMkLst>
        <pc:spChg chg="add mod">
          <ac:chgData name="Frank Elkær (adjunkt – frae@eaaa.dk)" userId="1b06cd64-16c4-48f5-b285-7568c937f1a0" providerId="ADAL" clId="{E9811E54-1FA8-43F7-AC43-A1164A70C0D5}" dt="2025-11-29T07:11:34.504" v="2813" actId="255"/>
          <ac:spMkLst>
            <pc:docMk/>
            <pc:sldMk cId="1556071379" sldId="1626"/>
            <ac:spMk id="3" creationId="{DF91D324-7B09-333A-7166-60B52264136F}"/>
          </ac:spMkLst>
        </pc:spChg>
      </pc:sldChg>
      <pc:sldChg chg="modSp mod ord">
        <pc:chgData name="Frank Elkær (adjunkt – frae@eaaa.dk)" userId="1b06cd64-16c4-48f5-b285-7568c937f1a0" providerId="ADAL" clId="{E9811E54-1FA8-43F7-AC43-A1164A70C0D5}" dt="2025-11-28T14:52:23.496" v="2356"/>
        <pc:sldMkLst>
          <pc:docMk/>
          <pc:sldMk cId="15737943" sldId="1628"/>
        </pc:sldMkLst>
        <pc:spChg chg="mod">
          <ac:chgData name="Frank Elkær (adjunkt – frae@eaaa.dk)" userId="1b06cd64-16c4-48f5-b285-7568c937f1a0" providerId="ADAL" clId="{E9811E54-1FA8-43F7-AC43-A1164A70C0D5}" dt="2025-11-28T09:45:07.029" v="1682" actId="20577"/>
          <ac:spMkLst>
            <pc:docMk/>
            <pc:sldMk cId="15737943" sldId="1628"/>
            <ac:spMk id="3" creationId="{B6CB1F54-7B65-9433-4A57-48CE77E666DC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11-27T14:38:29.273" v="472" actId="20577"/>
        <pc:sldMkLst>
          <pc:docMk/>
          <pc:sldMk cId="1507876209" sldId="1629"/>
        </pc:sldMkLst>
        <pc:spChg chg="mod">
          <ac:chgData name="Frank Elkær (adjunkt – frae@eaaa.dk)" userId="1b06cd64-16c4-48f5-b285-7568c937f1a0" providerId="ADAL" clId="{E9811E54-1FA8-43F7-AC43-A1164A70C0D5}" dt="2025-11-27T14:38:29.273" v="472" actId="20577"/>
          <ac:spMkLst>
            <pc:docMk/>
            <pc:sldMk cId="1507876209" sldId="1629"/>
            <ac:spMk id="3" creationId="{1351A4A5-BF7D-BDDE-933A-3D2E6FEC4E5E}"/>
          </ac:spMkLst>
        </pc:spChg>
      </pc:sldChg>
      <pc:sldChg chg="modSp del mod ord">
        <pc:chgData name="Frank Elkær (adjunkt – frae@eaaa.dk)" userId="1b06cd64-16c4-48f5-b285-7568c937f1a0" providerId="ADAL" clId="{E9811E54-1FA8-43F7-AC43-A1164A70C0D5}" dt="2025-12-01T10:03:01.754" v="5684" actId="47"/>
        <pc:sldMkLst>
          <pc:docMk/>
          <pc:sldMk cId="179927356" sldId="1630"/>
        </pc:sldMkLst>
        <pc:spChg chg="mod">
          <ac:chgData name="Frank Elkær (adjunkt – frae@eaaa.dk)" userId="1b06cd64-16c4-48f5-b285-7568c937f1a0" providerId="ADAL" clId="{E9811E54-1FA8-43F7-AC43-A1164A70C0D5}" dt="2025-11-30T09:31:16.671" v="3860" actId="20577"/>
          <ac:spMkLst>
            <pc:docMk/>
            <pc:sldMk cId="179927356" sldId="1630"/>
            <ac:spMk id="3" creationId="{6FE34E82-41B1-3F11-BE84-C4B2504215AF}"/>
          </ac:spMkLst>
        </pc:spChg>
      </pc:sldChg>
      <pc:sldChg chg="modSp mod ord">
        <pc:chgData name="Frank Elkær (adjunkt – frae@eaaa.dk)" userId="1b06cd64-16c4-48f5-b285-7568c937f1a0" providerId="ADAL" clId="{E9811E54-1FA8-43F7-AC43-A1164A70C0D5}" dt="2025-11-28T15:00:42.753" v="2358"/>
        <pc:sldMkLst>
          <pc:docMk/>
          <pc:sldMk cId="1631205530" sldId="1631"/>
        </pc:sldMkLst>
        <pc:spChg chg="mod">
          <ac:chgData name="Frank Elkær (adjunkt – frae@eaaa.dk)" userId="1b06cd64-16c4-48f5-b285-7568c937f1a0" providerId="ADAL" clId="{E9811E54-1FA8-43F7-AC43-A1164A70C0D5}" dt="2025-11-27T08:11:15.569" v="283" actId="20577"/>
          <ac:spMkLst>
            <pc:docMk/>
            <pc:sldMk cId="1631205530" sldId="1631"/>
            <ac:spMk id="6" creationId="{3DF178F9-380A-0EBC-0780-C61837E98056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11-30T10:06:34.225" v="4314" actId="20577"/>
        <pc:sldMkLst>
          <pc:docMk/>
          <pc:sldMk cId="3734052486" sldId="1657"/>
        </pc:sldMkLst>
        <pc:spChg chg="mod">
          <ac:chgData name="Frank Elkær (adjunkt – frae@eaaa.dk)" userId="1b06cd64-16c4-48f5-b285-7568c937f1a0" providerId="ADAL" clId="{E9811E54-1FA8-43F7-AC43-A1164A70C0D5}" dt="2025-11-30T10:06:34.225" v="4314" actId="20577"/>
          <ac:spMkLst>
            <pc:docMk/>
            <pc:sldMk cId="3734052486" sldId="1657"/>
            <ac:spMk id="3" creationId="{335DE49E-3544-708B-0C34-93FFF946F8EE}"/>
          </ac:spMkLst>
        </pc:spChg>
      </pc:sldChg>
      <pc:sldChg chg="addSp delSp modSp add mod ord">
        <pc:chgData name="Frank Elkær (adjunkt – frae@eaaa.dk)" userId="1b06cd64-16c4-48f5-b285-7568c937f1a0" providerId="ADAL" clId="{E9811E54-1FA8-43F7-AC43-A1164A70C0D5}" dt="2025-11-29T17:07:45.680" v="3484" actId="20577"/>
        <pc:sldMkLst>
          <pc:docMk/>
          <pc:sldMk cId="4127229747" sldId="1764"/>
        </pc:sldMkLst>
        <pc:spChg chg="mod">
          <ac:chgData name="Frank Elkær (adjunkt – frae@eaaa.dk)" userId="1b06cd64-16c4-48f5-b285-7568c937f1a0" providerId="ADAL" clId="{E9811E54-1FA8-43F7-AC43-A1164A70C0D5}" dt="2025-11-29T17:07:45.680" v="3484" actId="20577"/>
          <ac:spMkLst>
            <pc:docMk/>
            <pc:sldMk cId="4127229747" sldId="1764"/>
            <ac:spMk id="2" creationId="{AEE0F731-4F69-082F-D211-0A5E11182A12}"/>
          </ac:spMkLst>
        </pc:spChg>
        <pc:spChg chg="mod">
          <ac:chgData name="Frank Elkær (adjunkt – frae@eaaa.dk)" userId="1b06cd64-16c4-48f5-b285-7568c937f1a0" providerId="ADAL" clId="{E9811E54-1FA8-43F7-AC43-A1164A70C0D5}" dt="2025-11-29T10:25:50.101" v="3268" actId="20577"/>
          <ac:spMkLst>
            <pc:docMk/>
            <pc:sldMk cId="4127229747" sldId="1764"/>
            <ac:spMk id="3" creationId="{FA3C990F-DE23-44F5-7580-B23C3588BDF6}"/>
          </ac:spMkLst>
        </pc:spChg>
      </pc:sldChg>
      <pc:sldChg chg="modSp new mod">
        <pc:chgData name="Frank Elkær (adjunkt – frae@eaaa.dk)" userId="1b06cd64-16c4-48f5-b285-7568c937f1a0" providerId="ADAL" clId="{E9811E54-1FA8-43F7-AC43-A1164A70C0D5}" dt="2025-11-29T17:07:52.970" v="3486" actId="20577"/>
        <pc:sldMkLst>
          <pc:docMk/>
          <pc:sldMk cId="2726376774" sldId="1765"/>
        </pc:sldMkLst>
        <pc:spChg chg="mod">
          <ac:chgData name="Frank Elkær (adjunkt – frae@eaaa.dk)" userId="1b06cd64-16c4-48f5-b285-7568c937f1a0" providerId="ADAL" clId="{E9811E54-1FA8-43F7-AC43-A1164A70C0D5}" dt="2025-11-29T17:07:52.970" v="3486" actId="20577"/>
          <ac:spMkLst>
            <pc:docMk/>
            <pc:sldMk cId="2726376774" sldId="1765"/>
            <ac:spMk id="2" creationId="{7A1D1DDF-F791-936D-89E8-A6FDBC063A82}"/>
          </ac:spMkLst>
        </pc:spChg>
        <pc:spChg chg="mod">
          <ac:chgData name="Frank Elkær (adjunkt – frae@eaaa.dk)" userId="1b06cd64-16c4-48f5-b285-7568c937f1a0" providerId="ADAL" clId="{E9811E54-1FA8-43F7-AC43-A1164A70C0D5}" dt="2025-11-29T07:28:15.791" v="2881" actId="20577"/>
          <ac:spMkLst>
            <pc:docMk/>
            <pc:sldMk cId="2726376774" sldId="1765"/>
            <ac:spMk id="3" creationId="{17F4018A-6C66-8854-EC5F-4E106EB89618}"/>
          </ac:spMkLst>
        </pc:spChg>
      </pc:sldChg>
      <pc:sldChg chg="modSp new mod">
        <pc:chgData name="Frank Elkær (adjunkt – frae@eaaa.dk)" userId="1b06cd64-16c4-48f5-b285-7568c937f1a0" providerId="ADAL" clId="{E9811E54-1FA8-43F7-AC43-A1164A70C0D5}" dt="2025-12-01T10:06:58.084" v="5737" actId="20577"/>
        <pc:sldMkLst>
          <pc:docMk/>
          <pc:sldMk cId="1791927372" sldId="1768"/>
        </pc:sldMkLst>
        <pc:spChg chg="mod">
          <ac:chgData name="Frank Elkær (adjunkt – frae@eaaa.dk)" userId="1b06cd64-16c4-48f5-b285-7568c937f1a0" providerId="ADAL" clId="{E9811E54-1FA8-43F7-AC43-A1164A70C0D5}" dt="2025-11-29T17:07:59.643" v="3488" actId="20577"/>
          <ac:spMkLst>
            <pc:docMk/>
            <pc:sldMk cId="1791927372" sldId="1768"/>
            <ac:spMk id="2" creationId="{9CC9DA3D-B9E4-BDB1-224B-5EBFD97631BC}"/>
          </ac:spMkLst>
        </pc:spChg>
        <pc:spChg chg="mod">
          <ac:chgData name="Frank Elkær (adjunkt – frae@eaaa.dk)" userId="1b06cd64-16c4-48f5-b285-7568c937f1a0" providerId="ADAL" clId="{E9811E54-1FA8-43F7-AC43-A1164A70C0D5}" dt="2025-12-01T10:06:58.084" v="5737" actId="20577"/>
          <ac:spMkLst>
            <pc:docMk/>
            <pc:sldMk cId="1791927372" sldId="1768"/>
            <ac:spMk id="3" creationId="{EE27B985-41D5-1523-ED65-7B8B0F840E6C}"/>
          </ac:spMkLst>
        </pc:spChg>
      </pc:sldChg>
      <pc:sldChg chg="addSp delSp modSp add mod">
        <pc:chgData name="Frank Elkær (adjunkt – frae@eaaa.dk)" userId="1b06cd64-16c4-48f5-b285-7568c937f1a0" providerId="ADAL" clId="{E9811E54-1FA8-43F7-AC43-A1164A70C0D5}" dt="2025-11-29T17:06:03.598" v="3475" actId="20577"/>
        <pc:sldMkLst>
          <pc:docMk/>
          <pc:sldMk cId="1725837463" sldId="1769"/>
        </pc:sldMkLst>
        <pc:spChg chg="mod">
          <ac:chgData name="Frank Elkær (adjunkt – frae@eaaa.dk)" userId="1b06cd64-16c4-48f5-b285-7568c937f1a0" providerId="ADAL" clId="{E9811E54-1FA8-43F7-AC43-A1164A70C0D5}" dt="2025-11-29T07:42:11.480" v="2885" actId="20577"/>
          <ac:spMkLst>
            <pc:docMk/>
            <pc:sldMk cId="1725837463" sldId="1769"/>
            <ac:spMk id="5" creationId="{77A4EBFF-810B-CDC1-3607-2C5748BA173D}"/>
          </ac:spMkLst>
        </pc:spChg>
        <pc:spChg chg="mod">
          <ac:chgData name="Frank Elkær (adjunkt – frae@eaaa.dk)" userId="1b06cd64-16c4-48f5-b285-7568c937f1a0" providerId="ADAL" clId="{E9811E54-1FA8-43F7-AC43-A1164A70C0D5}" dt="2025-11-29T17:06:03.598" v="3475" actId="20577"/>
          <ac:spMkLst>
            <pc:docMk/>
            <pc:sldMk cId="1725837463" sldId="1769"/>
            <ac:spMk id="7" creationId="{958B8BE6-AF4E-F2C1-84F8-D08EBF9DBBCF}"/>
          </ac:spMkLst>
        </pc:spChg>
      </pc:sldChg>
      <pc:sldChg chg="modSp new mod">
        <pc:chgData name="Frank Elkær (adjunkt – frae@eaaa.dk)" userId="1b06cd64-16c4-48f5-b285-7568c937f1a0" providerId="ADAL" clId="{E9811E54-1FA8-43F7-AC43-A1164A70C0D5}" dt="2025-11-30T12:25:26.971" v="5628" actId="20577"/>
        <pc:sldMkLst>
          <pc:docMk/>
          <pc:sldMk cId="1416653519" sldId="1770"/>
        </pc:sldMkLst>
        <pc:spChg chg="mod">
          <ac:chgData name="Frank Elkær (adjunkt – frae@eaaa.dk)" userId="1b06cd64-16c4-48f5-b285-7568c937f1a0" providerId="ADAL" clId="{E9811E54-1FA8-43F7-AC43-A1164A70C0D5}" dt="2025-11-28T15:56:37.123" v="2669" actId="20577"/>
          <ac:spMkLst>
            <pc:docMk/>
            <pc:sldMk cId="1416653519" sldId="1770"/>
            <ac:spMk id="2" creationId="{A4C7145F-7F53-1003-FF92-9604129ACA61}"/>
          </ac:spMkLst>
        </pc:spChg>
        <pc:spChg chg="mod">
          <ac:chgData name="Frank Elkær (adjunkt – frae@eaaa.dk)" userId="1b06cd64-16c4-48f5-b285-7568c937f1a0" providerId="ADAL" clId="{E9811E54-1FA8-43F7-AC43-A1164A70C0D5}" dt="2025-11-30T12:25:26.971" v="5628" actId="20577"/>
          <ac:spMkLst>
            <pc:docMk/>
            <pc:sldMk cId="1416653519" sldId="1770"/>
            <ac:spMk id="3" creationId="{185797BB-5598-188A-242A-DA444D1C36BD}"/>
          </ac:spMkLst>
        </pc:spChg>
      </pc:sldChg>
      <pc:sldChg chg="addSp delSp modSp new mod modClrScheme chgLayout">
        <pc:chgData name="Frank Elkær (adjunkt – frae@eaaa.dk)" userId="1b06cd64-16c4-48f5-b285-7568c937f1a0" providerId="ADAL" clId="{E9811E54-1FA8-43F7-AC43-A1164A70C0D5}" dt="2025-11-29T10:26:29.865" v="3269" actId="255"/>
        <pc:sldMkLst>
          <pc:docMk/>
          <pc:sldMk cId="3793334144" sldId="1771"/>
        </pc:sldMkLst>
        <pc:spChg chg="add mod ord">
          <ac:chgData name="Frank Elkær (adjunkt – frae@eaaa.dk)" userId="1b06cd64-16c4-48f5-b285-7568c937f1a0" providerId="ADAL" clId="{E9811E54-1FA8-43F7-AC43-A1164A70C0D5}" dt="2025-11-29T10:23:33.977" v="3243" actId="20577"/>
          <ac:spMkLst>
            <pc:docMk/>
            <pc:sldMk cId="3793334144" sldId="1771"/>
            <ac:spMk id="5" creationId="{BD9203BC-65C0-9901-19BB-A3501342A30D}"/>
          </ac:spMkLst>
        </pc:spChg>
        <pc:spChg chg="add mod">
          <ac:chgData name="Frank Elkær (adjunkt – frae@eaaa.dk)" userId="1b06cd64-16c4-48f5-b285-7568c937f1a0" providerId="ADAL" clId="{E9811E54-1FA8-43F7-AC43-A1164A70C0D5}" dt="2025-11-29T10:26:29.865" v="3269" actId="255"/>
          <ac:spMkLst>
            <pc:docMk/>
            <pc:sldMk cId="3793334144" sldId="1771"/>
            <ac:spMk id="15" creationId="{1C6D04C7-34CA-664E-DF48-8F95B1F5C0BF}"/>
          </ac:spMkLst>
        </pc:spChg>
        <pc:picChg chg="add mod">
          <ac:chgData name="Frank Elkær (adjunkt – frae@eaaa.dk)" userId="1b06cd64-16c4-48f5-b285-7568c937f1a0" providerId="ADAL" clId="{E9811E54-1FA8-43F7-AC43-A1164A70C0D5}" dt="2025-11-29T08:36:36.988" v="3159" actId="1076"/>
          <ac:picMkLst>
            <pc:docMk/>
            <pc:sldMk cId="3793334144" sldId="1771"/>
            <ac:picMk id="10" creationId="{5CAA9C08-77A7-5DCE-0B9F-38EE90671100}"/>
          </ac:picMkLst>
        </pc:picChg>
        <pc:picChg chg="add mod ord">
          <ac:chgData name="Frank Elkær (adjunkt – frae@eaaa.dk)" userId="1b06cd64-16c4-48f5-b285-7568c937f1a0" providerId="ADAL" clId="{E9811E54-1FA8-43F7-AC43-A1164A70C0D5}" dt="2025-11-29T08:36:42.784" v="3160" actId="14100"/>
          <ac:picMkLst>
            <pc:docMk/>
            <pc:sldMk cId="3793334144" sldId="1771"/>
            <ac:picMk id="14" creationId="{8BCB0C23-C73E-ACD1-84AD-A453F9C9B1ED}"/>
          </ac:picMkLst>
        </pc:picChg>
      </pc:sldChg>
      <pc:sldChg chg="addSp delSp modSp new del mod modClrScheme delAnim modAnim chgLayout">
        <pc:chgData name="Frank Elkær (adjunkt – frae@eaaa.dk)" userId="1b06cd64-16c4-48f5-b285-7568c937f1a0" providerId="ADAL" clId="{E9811E54-1FA8-43F7-AC43-A1164A70C0D5}" dt="2025-11-30T12:30:20.273" v="5629" actId="47"/>
        <pc:sldMkLst>
          <pc:docMk/>
          <pc:sldMk cId="2373724131" sldId="1772"/>
        </pc:sldMkLst>
        <pc:spChg chg="add del mod">
          <ac:chgData name="Frank Elkær (adjunkt – frae@eaaa.dk)" userId="1b06cd64-16c4-48f5-b285-7568c937f1a0" providerId="ADAL" clId="{E9811E54-1FA8-43F7-AC43-A1164A70C0D5}" dt="2025-11-30T09:37:04.611" v="3917" actId="478"/>
          <ac:spMkLst>
            <pc:docMk/>
            <pc:sldMk cId="2373724131" sldId="1772"/>
            <ac:spMk id="2" creationId="{29EF9E9F-F5DA-FE8B-EE12-17E592988F77}"/>
          </ac:spMkLst>
        </pc:spChg>
        <pc:spChg chg="del mod ord">
          <ac:chgData name="Frank Elkær (adjunkt – frae@eaaa.dk)" userId="1b06cd64-16c4-48f5-b285-7568c937f1a0" providerId="ADAL" clId="{E9811E54-1FA8-43F7-AC43-A1164A70C0D5}" dt="2025-11-30T08:21:55.539" v="3492" actId="700"/>
          <ac:spMkLst>
            <pc:docMk/>
            <pc:sldMk cId="2373724131" sldId="1772"/>
            <ac:spMk id="2" creationId="{95CB799D-DDF5-607F-197C-3517E6C886A0}"/>
          </ac:spMkLst>
        </pc:spChg>
        <pc:spChg chg="del">
          <ac:chgData name="Frank Elkær (adjunkt – frae@eaaa.dk)" userId="1b06cd64-16c4-48f5-b285-7568c937f1a0" providerId="ADAL" clId="{E9811E54-1FA8-43F7-AC43-A1164A70C0D5}" dt="2025-11-30T08:21:55.539" v="3492" actId="700"/>
          <ac:spMkLst>
            <pc:docMk/>
            <pc:sldMk cId="2373724131" sldId="1772"/>
            <ac:spMk id="3" creationId="{640675DC-C5AC-72D7-1749-4D2A73476B04}"/>
          </ac:spMkLst>
        </pc:spChg>
        <pc:spChg chg="add mod">
          <ac:chgData name="Frank Elkær (adjunkt – frae@eaaa.dk)" userId="1b06cd64-16c4-48f5-b285-7568c937f1a0" providerId="ADAL" clId="{E9811E54-1FA8-43F7-AC43-A1164A70C0D5}" dt="2025-11-30T12:24:37.105" v="5613" actId="20577"/>
          <ac:spMkLst>
            <pc:docMk/>
            <pc:sldMk cId="2373724131" sldId="1772"/>
            <ac:spMk id="3" creationId="{99BE67DF-26B2-A474-0836-BADAA246BF03}"/>
          </ac:spMkLst>
        </pc:spChg>
        <pc:spChg chg="add del mod ord">
          <ac:chgData name="Frank Elkær (adjunkt – frae@eaaa.dk)" userId="1b06cd64-16c4-48f5-b285-7568c937f1a0" providerId="ADAL" clId="{E9811E54-1FA8-43F7-AC43-A1164A70C0D5}" dt="2025-11-30T09:53:47.519" v="4251" actId="478"/>
          <ac:spMkLst>
            <pc:docMk/>
            <pc:sldMk cId="2373724131" sldId="1772"/>
            <ac:spMk id="4" creationId="{A74E3ECB-2903-1894-D598-2B580617ABCA}"/>
          </ac:spMkLst>
        </pc:spChg>
        <pc:spChg chg="del">
          <ac:chgData name="Frank Elkær (adjunkt – frae@eaaa.dk)" userId="1b06cd64-16c4-48f5-b285-7568c937f1a0" providerId="ADAL" clId="{E9811E54-1FA8-43F7-AC43-A1164A70C0D5}" dt="2025-11-30T08:21:55.539" v="3492" actId="700"/>
          <ac:spMkLst>
            <pc:docMk/>
            <pc:sldMk cId="2373724131" sldId="1772"/>
            <ac:spMk id="4" creationId="{F02368C1-CCAC-53EB-08AD-3614A476F258}"/>
          </ac:spMkLst>
        </pc:spChg>
        <pc:spChg chg="add mod ord">
          <ac:chgData name="Frank Elkær (adjunkt – frae@eaaa.dk)" userId="1b06cd64-16c4-48f5-b285-7568c937f1a0" providerId="ADAL" clId="{E9811E54-1FA8-43F7-AC43-A1164A70C0D5}" dt="2025-11-30T12:21:14.557" v="5585" actId="20577"/>
          <ac:spMkLst>
            <pc:docMk/>
            <pc:sldMk cId="2373724131" sldId="1772"/>
            <ac:spMk id="5" creationId="{D50291C3-17CF-F549-E344-11EBC5AF44C4}"/>
          </ac:spMkLst>
        </pc:spChg>
        <pc:spChg chg="add del mod ord">
          <ac:chgData name="Frank Elkær (adjunkt – frae@eaaa.dk)" userId="1b06cd64-16c4-48f5-b285-7568c937f1a0" providerId="ADAL" clId="{E9811E54-1FA8-43F7-AC43-A1164A70C0D5}" dt="2025-11-30T09:36:23.717" v="3915" actId="700"/>
          <ac:spMkLst>
            <pc:docMk/>
            <pc:sldMk cId="2373724131" sldId="1772"/>
            <ac:spMk id="6" creationId="{688E0905-CE3F-F4C0-EA43-0506A75F8E01}"/>
          </ac:spMkLst>
        </pc:spChg>
        <pc:spChg chg="add del mod ord">
          <ac:chgData name="Frank Elkær (adjunkt – frae@eaaa.dk)" userId="1b06cd64-16c4-48f5-b285-7568c937f1a0" providerId="ADAL" clId="{E9811E54-1FA8-43F7-AC43-A1164A70C0D5}" dt="2025-11-30T12:16:15.214" v="5548" actId="478"/>
          <ac:spMkLst>
            <pc:docMk/>
            <pc:sldMk cId="2373724131" sldId="1772"/>
            <ac:spMk id="7" creationId="{CEC1FAD8-B01B-238A-1ABA-69AB2A49F7B1}"/>
          </ac:spMkLst>
        </pc:spChg>
        <pc:spChg chg="add del mod ord">
          <ac:chgData name="Frank Elkær (adjunkt – frae@eaaa.dk)" userId="1b06cd64-16c4-48f5-b285-7568c937f1a0" providerId="ADAL" clId="{E9811E54-1FA8-43F7-AC43-A1164A70C0D5}" dt="2025-11-30T12:16:23.669" v="5549" actId="700"/>
          <ac:spMkLst>
            <pc:docMk/>
            <pc:sldMk cId="2373724131" sldId="1772"/>
            <ac:spMk id="11" creationId="{312F0874-42BF-38D1-4448-FC2423FC0FB5}"/>
          </ac:spMkLst>
        </pc:spChg>
        <pc:spChg chg="add del mod ord">
          <ac:chgData name="Frank Elkær (adjunkt – frae@eaaa.dk)" userId="1b06cd64-16c4-48f5-b285-7568c937f1a0" providerId="ADAL" clId="{E9811E54-1FA8-43F7-AC43-A1164A70C0D5}" dt="2025-11-30T12:16:39.179" v="5551" actId="478"/>
          <ac:spMkLst>
            <pc:docMk/>
            <pc:sldMk cId="2373724131" sldId="1772"/>
            <ac:spMk id="12" creationId="{CEF424F3-FEBF-7F7E-AB19-37D3329FBA42}"/>
          </ac:spMkLst>
        </pc:spChg>
        <pc:graphicFrameChg chg="add del modGraphic">
          <ac:chgData name="Frank Elkær (adjunkt – frae@eaaa.dk)" userId="1b06cd64-16c4-48f5-b285-7568c937f1a0" providerId="ADAL" clId="{E9811E54-1FA8-43F7-AC43-A1164A70C0D5}" dt="2025-11-30T10:22:19.257" v="4322" actId="478"/>
          <ac:graphicFrameMkLst>
            <pc:docMk/>
            <pc:sldMk cId="2373724131" sldId="1772"/>
            <ac:graphicFrameMk id="9" creationId="{5EBEBD3F-E0DC-1E75-C069-307F65C177EA}"/>
          </ac:graphicFrameMkLst>
        </pc:graphicFrameChg>
      </pc:sldChg>
      <pc:sldChg chg="addSp delSp modSp new del mod modClrScheme chgLayout">
        <pc:chgData name="Frank Elkær (adjunkt – frae@eaaa.dk)" userId="1b06cd64-16c4-48f5-b285-7568c937f1a0" providerId="ADAL" clId="{E9811E54-1FA8-43F7-AC43-A1164A70C0D5}" dt="2025-11-30T12:16:09.965" v="5547" actId="47"/>
        <pc:sldMkLst>
          <pc:docMk/>
          <pc:sldMk cId="483185081" sldId="1773"/>
        </pc:sldMkLst>
        <pc:spChg chg="del mod ord">
          <ac:chgData name="Frank Elkær (adjunkt – frae@eaaa.dk)" userId="1b06cd64-16c4-48f5-b285-7568c937f1a0" providerId="ADAL" clId="{E9811E54-1FA8-43F7-AC43-A1164A70C0D5}" dt="2025-11-30T10:16:13.963" v="4316" actId="700"/>
          <ac:spMkLst>
            <pc:docMk/>
            <pc:sldMk cId="483185081" sldId="1773"/>
            <ac:spMk id="2" creationId="{AD1FF155-5761-C8A6-602E-27C4F498220D}"/>
          </ac:spMkLst>
        </pc:spChg>
        <pc:spChg chg="del">
          <ac:chgData name="Frank Elkær (adjunkt – frae@eaaa.dk)" userId="1b06cd64-16c4-48f5-b285-7568c937f1a0" providerId="ADAL" clId="{E9811E54-1FA8-43F7-AC43-A1164A70C0D5}" dt="2025-11-30T10:16:13.963" v="4316" actId="700"/>
          <ac:spMkLst>
            <pc:docMk/>
            <pc:sldMk cId="483185081" sldId="1773"/>
            <ac:spMk id="3" creationId="{A7F0355E-3729-2CD8-6AE8-F240638C2F7B}"/>
          </ac:spMkLst>
        </pc:spChg>
        <pc:spChg chg="del">
          <ac:chgData name="Frank Elkær (adjunkt – frae@eaaa.dk)" userId="1b06cd64-16c4-48f5-b285-7568c937f1a0" providerId="ADAL" clId="{E9811E54-1FA8-43F7-AC43-A1164A70C0D5}" dt="2025-11-30T10:16:13.963" v="4316" actId="700"/>
          <ac:spMkLst>
            <pc:docMk/>
            <pc:sldMk cId="483185081" sldId="1773"/>
            <ac:spMk id="4" creationId="{F3E02AAF-B066-39C8-DC54-0E7683216EA5}"/>
          </ac:spMkLst>
        </pc:spChg>
        <pc:spChg chg="add mod ord">
          <ac:chgData name="Frank Elkær (adjunkt – frae@eaaa.dk)" userId="1b06cd64-16c4-48f5-b285-7568c937f1a0" providerId="ADAL" clId="{E9811E54-1FA8-43F7-AC43-A1164A70C0D5}" dt="2025-11-30T10:24:12.487" v="4330" actId="20577"/>
          <ac:spMkLst>
            <pc:docMk/>
            <pc:sldMk cId="483185081" sldId="1773"/>
            <ac:spMk id="5" creationId="{8841B59C-C2B5-611D-EF56-833C941A987A}"/>
          </ac:spMkLst>
        </pc:spChg>
        <pc:spChg chg="add mod ord">
          <ac:chgData name="Frank Elkær (adjunkt – frae@eaaa.dk)" userId="1b06cd64-16c4-48f5-b285-7568c937f1a0" providerId="ADAL" clId="{E9811E54-1FA8-43F7-AC43-A1164A70C0D5}" dt="2025-11-30T11:01:26.975" v="4514" actId="179"/>
          <ac:spMkLst>
            <pc:docMk/>
            <pc:sldMk cId="483185081" sldId="1773"/>
            <ac:spMk id="6" creationId="{3D833DD8-37EE-F51A-0664-0A0A2F2A7A2E}"/>
          </ac:spMkLst>
        </pc:spChg>
        <pc:picChg chg="add mod">
          <ac:chgData name="Frank Elkær (adjunkt – frae@eaaa.dk)" userId="1b06cd64-16c4-48f5-b285-7568c937f1a0" providerId="ADAL" clId="{E9811E54-1FA8-43F7-AC43-A1164A70C0D5}" dt="2025-11-30T10:39:33.164" v="4374" actId="14100"/>
          <ac:picMkLst>
            <pc:docMk/>
            <pc:sldMk cId="483185081" sldId="1773"/>
            <ac:picMk id="1026" creationId="{394611F4-AA42-9530-E615-E3F04A163528}"/>
          </ac:picMkLst>
        </pc:picChg>
        <pc:picChg chg="add mod">
          <ac:chgData name="Frank Elkær (adjunkt – frae@eaaa.dk)" userId="1b06cd64-16c4-48f5-b285-7568c937f1a0" providerId="ADAL" clId="{E9811E54-1FA8-43F7-AC43-A1164A70C0D5}" dt="2025-11-30T10:56:08.087" v="4469" actId="1076"/>
          <ac:picMkLst>
            <pc:docMk/>
            <pc:sldMk cId="483185081" sldId="1773"/>
            <ac:picMk id="1028" creationId="{D171E3B6-6397-BB6F-CCE1-DD186FDD57F4}"/>
          </ac:picMkLst>
        </pc:picChg>
      </pc:sldChg>
      <pc:sldChg chg="modSp new del mod">
        <pc:chgData name="Frank Elkær (adjunkt – frae@eaaa.dk)" userId="1b06cd64-16c4-48f5-b285-7568c937f1a0" providerId="ADAL" clId="{E9811E54-1FA8-43F7-AC43-A1164A70C0D5}" dt="2025-11-30T09:31:47.617" v="3861" actId="2696"/>
        <pc:sldMkLst>
          <pc:docMk/>
          <pc:sldMk cId="1405964041" sldId="1773"/>
        </pc:sldMkLst>
        <pc:spChg chg="mod">
          <ac:chgData name="Frank Elkær (adjunkt – frae@eaaa.dk)" userId="1b06cd64-16c4-48f5-b285-7568c937f1a0" providerId="ADAL" clId="{E9811E54-1FA8-43F7-AC43-A1164A70C0D5}" dt="2025-11-30T09:30:41.378" v="3848" actId="20577"/>
          <ac:spMkLst>
            <pc:docMk/>
            <pc:sldMk cId="1405964041" sldId="1773"/>
            <ac:spMk id="2" creationId="{D7E53E98-E89F-B9BD-8C23-DBDF36265413}"/>
          </ac:spMkLst>
        </pc:spChg>
      </pc:sldChg>
      <pc:sldChg chg="addSp delSp modSp new del mod ord">
        <pc:chgData name="Frank Elkær (adjunkt – frae@eaaa.dk)" userId="1b06cd64-16c4-48f5-b285-7568c937f1a0" providerId="ADAL" clId="{E9811E54-1FA8-43F7-AC43-A1164A70C0D5}" dt="2025-11-30T12:16:04.057" v="5546" actId="47"/>
        <pc:sldMkLst>
          <pc:docMk/>
          <pc:sldMk cId="2207856670" sldId="1774"/>
        </pc:sldMkLst>
        <pc:spChg chg="mod">
          <ac:chgData name="Frank Elkær (adjunkt – frae@eaaa.dk)" userId="1b06cd64-16c4-48f5-b285-7568c937f1a0" providerId="ADAL" clId="{E9811E54-1FA8-43F7-AC43-A1164A70C0D5}" dt="2025-11-30T10:26:22.946" v="4356" actId="20577"/>
          <ac:spMkLst>
            <pc:docMk/>
            <pc:sldMk cId="2207856670" sldId="1774"/>
            <ac:spMk id="2" creationId="{6336E880-7402-A421-A31F-6EDD1D0A3A24}"/>
          </ac:spMkLst>
        </pc:spChg>
        <pc:spChg chg="mod">
          <ac:chgData name="Frank Elkær (adjunkt – frae@eaaa.dk)" userId="1b06cd64-16c4-48f5-b285-7568c937f1a0" providerId="ADAL" clId="{E9811E54-1FA8-43F7-AC43-A1164A70C0D5}" dt="2025-11-30T10:26:55.760" v="4362" actId="20577"/>
          <ac:spMkLst>
            <pc:docMk/>
            <pc:sldMk cId="2207856670" sldId="1774"/>
            <ac:spMk id="3" creationId="{AD7BDE40-EC1B-41FA-055F-314359705A8E}"/>
          </ac:spMkLst>
        </pc:spChg>
        <pc:spChg chg="add del">
          <ac:chgData name="Frank Elkær (adjunkt – frae@eaaa.dk)" userId="1b06cd64-16c4-48f5-b285-7568c937f1a0" providerId="ADAL" clId="{E9811E54-1FA8-43F7-AC43-A1164A70C0D5}" dt="2025-11-30T10:26:31.795" v="4358" actId="22"/>
          <ac:spMkLst>
            <pc:docMk/>
            <pc:sldMk cId="2207856670" sldId="1774"/>
            <ac:spMk id="5" creationId="{F6E553AA-3616-2DFE-346D-736C41C074F5}"/>
          </ac:spMkLst>
        </pc:spChg>
      </pc:sldChg>
      <pc:sldChg chg="new del">
        <pc:chgData name="Frank Elkær (adjunkt – frae@eaaa.dk)" userId="1b06cd64-16c4-48f5-b285-7568c937f1a0" providerId="ADAL" clId="{E9811E54-1FA8-43F7-AC43-A1164A70C0D5}" dt="2025-11-30T12:15:03.458" v="5515" actId="47"/>
        <pc:sldMkLst>
          <pc:docMk/>
          <pc:sldMk cId="577762688" sldId="1775"/>
        </pc:sldMkLst>
      </pc:sldChg>
      <pc:sldChg chg="addSp delSp modSp new del mod modClrScheme chgLayout">
        <pc:chgData name="Frank Elkær (adjunkt – frae@eaaa.dk)" userId="1b06cd64-16c4-48f5-b285-7568c937f1a0" providerId="ADAL" clId="{E9811E54-1FA8-43F7-AC43-A1164A70C0D5}" dt="2025-11-30T12:30:22.930" v="5630" actId="47"/>
        <pc:sldMkLst>
          <pc:docMk/>
          <pc:sldMk cId="639924864" sldId="1776"/>
        </pc:sldMkLst>
        <pc:spChg chg="del">
          <ac:chgData name="Frank Elkær (adjunkt – frae@eaaa.dk)" userId="1b06cd64-16c4-48f5-b285-7568c937f1a0" providerId="ADAL" clId="{E9811E54-1FA8-43F7-AC43-A1164A70C0D5}" dt="2025-11-30T12:15:39.881" v="5544" actId="700"/>
          <ac:spMkLst>
            <pc:docMk/>
            <pc:sldMk cId="639924864" sldId="1776"/>
            <ac:spMk id="2" creationId="{F78C9D70-76B3-8A93-5754-6E90D0355721}"/>
          </ac:spMkLst>
        </pc:spChg>
        <pc:spChg chg="mod ord">
          <ac:chgData name="Frank Elkær (adjunkt – frae@eaaa.dk)" userId="1b06cd64-16c4-48f5-b285-7568c937f1a0" providerId="ADAL" clId="{E9811E54-1FA8-43F7-AC43-A1164A70C0D5}" dt="2025-11-30T12:21:37.869" v="5608" actId="20577"/>
          <ac:spMkLst>
            <pc:docMk/>
            <pc:sldMk cId="639924864" sldId="1776"/>
            <ac:spMk id="3" creationId="{BAA71A34-6B37-7FDD-6BE8-0FD26A8C99B2}"/>
          </ac:spMkLst>
        </pc:spChg>
        <pc:spChg chg="del mod ord">
          <ac:chgData name="Frank Elkær (adjunkt – frae@eaaa.dk)" userId="1b06cd64-16c4-48f5-b285-7568c937f1a0" providerId="ADAL" clId="{E9811E54-1FA8-43F7-AC43-A1164A70C0D5}" dt="2025-11-30T12:15:39.881" v="5544" actId="700"/>
          <ac:spMkLst>
            <pc:docMk/>
            <pc:sldMk cId="639924864" sldId="1776"/>
            <ac:spMk id="4" creationId="{DE5E5489-ECD2-AAD4-FC4C-C4D19E3A8E45}"/>
          </ac:spMkLst>
        </pc:spChg>
        <pc:spChg chg="add mod ord">
          <ac:chgData name="Frank Elkær (adjunkt – frae@eaaa.dk)" userId="1b06cd64-16c4-48f5-b285-7568c937f1a0" providerId="ADAL" clId="{E9811E54-1FA8-43F7-AC43-A1164A70C0D5}" dt="2025-11-30T12:15:54.500" v="5545"/>
          <ac:spMkLst>
            <pc:docMk/>
            <pc:sldMk cId="639924864" sldId="1776"/>
            <ac:spMk id="5" creationId="{8882B5E4-742A-5E57-8BAF-43A797D384C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661494-AA64-47DC-8077-76B018ACFA8C}" type="datetimeFigureOut">
              <a:rPr lang="da-DK" smtClean="0"/>
              <a:t>03-12-2025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7AA8CB-440C-4EBE-A8B1-F2CC22FB027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8661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74FE9-C023-5CDD-E56A-8259C7D4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2F18F1F8-F364-7495-05A9-BE98324B8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D08E3E81-3A6F-3547-3F54-126D60187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3D700DB-5E57-BAFA-C2F8-4D7D1EE95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F3AE74-7E62-4D13-A6C2-819418752411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128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7AA8CB-440C-4EBE-A8B1-F2CC22FB0275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86573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2.svg"/><Relationship Id="rId18" Type="http://schemas.openxmlformats.org/officeDocument/2006/relationships/image" Target="../media/image2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11.png"/><Relationship Id="rId17" Type="http://schemas.openxmlformats.org/officeDocument/2006/relationships/image" Target="../media/image24.svg"/><Relationship Id="rId2" Type="http://schemas.openxmlformats.org/officeDocument/2006/relationships/image" Target="../media/image15.png"/><Relationship Id="rId16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10.svg"/><Relationship Id="rId5" Type="http://schemas.openxmlformats.org/officeDocument/2006/relationships/image" Target="../media/image18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uden bille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2C2DE219-33C6-A7E3-FE38-E2888694B8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16CB9C1-1168-DC60-F83C-216ED81709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26204" y="-1701684"/>
            <a:ext cx="3960000" cy="39600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AA5BC8-B46B-F7D9-EDD5-81A153A984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994D425-07AD-E7D7-9D72-D1DA62500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1139334C-B5A2-ACD8-DA69-BE9378DC5F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68" y="368592"/>
            <a:ext cx="2228093" cy="84125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02A9D9FC-5A48-9086-E672-9944971371E0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CAB28EC-5252-8B2F-0968-259EE52B3EC2}"/>
              </a:ext>
            </a:extLst>
          </p:cNvPr>
          <p:cNvSpPr/>
          <p:nvPr userDrawn="1"/>
        </p:nvSpPr>
        <p:spPr>
          <a:xfrm>
            <a:off x="7626204" y="-1701684"/>
            <a:ext cx="3960000" cy="39600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B168CE0-7676-D809-12B9-30911BF62EE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CEBE64D-10DD-04E9-D948-570908CF2D32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13" name="Billede 12">
            <a:extLst>
              <a:ext uri="{FF2B5EF4-FFF2-40B4-BE49-F238E27FC236}">
                <a16:creationId xmlns:a16="http://schemas.microsoft.com/office/drawing/2014/main" id="{FB896D1B-2BE4-E515-94F3-8C2E98DAEB3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68" y="368592"/>
            <a:ext cx="2228093" cy="841250"/>
          </a:xfrm>
          <a:prstGeom prst="rect">
            <a:avLst/>
          </a:prstGeom>
        </p:spPr>
      </p:pic>
      <p:cxnSp>
        <p:nvCxnSpPr>
          <p:cNvPr id="14" name="Lige forbindelse 13">
            <a:extLst>
              <a:ext uri="{FF2B5EF4-FFF2-40B4-BE49-F238E27FC236}">
                <a16:creationId xmlns:a16="http://schemas.microsoft.com/office/drawing/2014/main" id="{FB41A2C8-6C86-FB4A-AAB3-929835579E0D}"/>
              </a:ext>
            </a:extLst>
          </p:cNvPr>
          <p:cNvCxnSpPr>
            <a:cxnSpLocks/>
          </p:cNvCxnSpPr>
          <p:nvPr userDrawn="1"/>
        </p:nvCxnSpPr>
        <p:spPr>
          <a:xfrm>
            <a:off x="924269" y="6104054"/>
            <a:ext cx="375023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ladsholder til tekst 15">
            <a:extLst>
              <a:ext uri="{FF2B5EF4-FFF2-40B4-BE49-F238E27FC236}">
                <a16:creationId xmlns:a16="http://schemas.microsoft.com/office/drawing/2014/main" id="{4E33EE05-8F95-4893-238B-F149EB10E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0241" y="5281159"/>
            <a:ext cx="9982200" cy="90839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485280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05943B48-CF60-12FF-560D-10C67186DC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20619" y="914398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861457B-7A00-BE74-BFA9-F4B6924A8C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098877" y="436141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1">
                <a:lumMod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025EA5B-C75B-5425-97DE-01FEF651EEEE}"/>
              </a:ext>
            </a:extLst>
          </p:cNvPr>
          <p:cNvSpPr/>
          <p:nvPr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4808F8-E191-7B2F-802B-A4244C832E1B}"/>
              </a:ext>
            </a:extLst>
          </p:cNvPr>
          <p:cNvSpPr/>
          <p:nvPr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-1098877" y="436140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5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31D232E-607E-0A0F-D3B8-23EA05328981}"/>
              </a:ext>
            </a:extLst>
          </p:cNvPr>
          <p:cNvSpPr/>
          <p:nvPr userDrawn="1"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D9A1C3-89E2-9C4E-08AB-ADE088E34223}"/>
              </a:ext>
            </a:extLst>
          </p:cNvPr>
          <p:cNvSpPr/>
          <p:nvPr userDrawn="1"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E74A03EC-E5FA-79D1-2E92-7E2B69B497F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016" y="194962"/>
            <a:ext cx="1931436" cy="726963"/>
          </a:xfrm>
          <a:prstGeom prst="rect">
            <a:avLst/>
          </a:prstGeom>
        </p:spPr>
      </p:pic>
      <p:sp>
        <p:nvSpPr>
          <p:cNvPr id="7" name="Pladsholder til tekst 15">
            <a:extLst>
              <a:ext uri="{FF2B5EF4-FFF2-40B4-BE49-F238E27FC236}">
                <a16:creationId xmlns:a16="http://schemas.microsoft.com/office/drawing/2014/main" id="{BEEA16E3-A5E2-0855-4482-279792F9CC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763320"/>
            <a:ext cx="5400000" cy="908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tekst 15">
            <a:extLst>
              <a:ext uri="{FF2B5EF4-FFF2-40B4-BE49-F238E27FC236}">
                <a16:creationId xmlns:a16="http://schemas.microsoft.com/office/drawing/2014/main" id="{6D44003B-7C03-F9A5-2DE0-1A2B7E8AF0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5712606"/>
            <a:ext cx="5400000" cy="4563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i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297308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05943B48-CF60-12FF-560D-10C67186DC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20619" y="961290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025EA5B-C75B-5425-97DE-01FEF651EEEE}"/>
              </a:ext>
            </a:extLst>
          </p:cNvPr>
          <p:cNvSpPr/>
          <p:nvPr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4808F8-E191-7B2F-802B-A4244C832E1B}"/>
              </a:ext>
            </a:extLst>
          </p:cNvPr>
          <p:cNvSpPr/>
          <p:nvPr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-1098878" y="499137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6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31D232E-607E-0A0F-D3B8-23EA05328981}"/>
              </a:ext>
            </a:extLst>
          </p:cNvPr>
          <p:cNvSpPr/>
          <p:nvPr userDrawn="1"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D9A1C3-89E2-9C4E-08AB-ADE088E34223}"/>
              </a:ext>
            </a:extLst>
          </p:cNvPr>
          <p:cNvSpPr/>
          <p:nvPr userDrawn="1"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Pladsholder til tekst 15">
            <a:extLst>
              <a:ext uri="{FF2B5EF4-FFF2-40B4-BE49-F238E27FC236}">
                <a16:creationId xmlns:a16="http://schemas.microsoft.com/office/drawing/2014/main" id="{5E1AE425-F6EA-D79E-69C6-E4C4093738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757560"/>
            <a:ext cx="5400000" cy="908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32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tekst 15">
            <a:extLst>
              <a:ext uri="{FF2B5EF4-FFF2-40B4-BE49-F238E27FC236}">
                <a16:creationId xmlns:a16="http://schemas.microsoft.com/office/drawing/2014/main" id="{977B62BB-5B11-B355-4A4B-5040B7376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5734843"/>
            <a:ext cx="5400000" cy="4563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i="1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9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BE259AE5-57BD-A35A-2212-5B85B5B0F5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43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vid baggrund tekstfe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35494"/>
            <a:ext cx="10515600" cy="44861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6322C49-B95F-04A8-524B-8BD871BECF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14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slide med bobl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/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32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1478"/>
            <a:ext cx="10515600" cy="43982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A7105EB-7427-7071-AD31-64EFAB69908E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AF1C85A-20F7-C79F-0633-B74EE8556810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 dirty="0"/>
          </a:p>
        </p:txBody>
      </p:sp>
      <p:pic>
        <p:nvPicPr>
          <p:cNvPr id="8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D68DDE10-B68E-3872-E02C-F6BFCDF373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81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3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3F68F84E-343A-0D24-928A-76EF485DA79C}"/>
              </a:ext>
            </a:extLst>
          </p:cNvPr>
          <p:cNvSpPr/>
          <p:nvPr userDrawn="1"/>
        </p:nvSpPr>
        <p:spPr>
          <a:xfrm>
            <a:off x="-30013" y="0"/>
            <a:ext cx="708855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CBC73A91-F422-56B4-8BF2-C115360EC45A}"/>
              </a:ext>
            </a:extLst>
          </p:cNvPr>
          <p:cNvSpPr/>
          <p:nvPr/>
        </p:nvSpPr>
        <p:spPr>
          <a:xfrm>
            <a:off x="5336465" y="3879060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D4686CAD-586C-0B47-28FE-939B5CA0458F}"/>
              </a:ext>
            </a:extLst>
          </p:cNvPr>
          <p:cNvSpPr/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5" name="Grafik 4" descr="Badge 1 med massiv udfyldning">
            <a:extLst>
              <a:ext uri="{FF2B5EF4-FFF2-40B4-BE49-F238E27FC236}">
                <a16:creationId xmlns:a16="http://schemas.microsoft.com/office/drawing/2014/main" id="{8B18C807-D2A6-7364-F01B-35F44492C5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4290" y="2639129"/>
            <a:ext cx="520839" cy="520839"/>
          </a:xfrm>
          <a:prstGeom prst="rect">
            <a:avLst/>
          </a:prstGeom>
        </p:spPr>
      </p:pic>
      <p:pic>
        <p:nvPicPr>
          <p:cNvPr id="10" name="Grafik 9" descr="Badge med massiv udfyldning">
            <a:extLst>
              <a:ext uri="{FF2B5EF4-FFF2-40B4-BE49-F238E27FC236}">
                <a16:creationId xmlns:a16="http://schemas.microsoft.com/office/drawing/2014/main" id="{034F8E1F-1FB0-41AB-FFDE-0A00A2A4A2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6418" y="3722704"/>
            <a:ext cx="478711" cy="478711"/>
          </a:xfrm>
          <a:prstGeom prst="rect">
            <a:avLst/>
          </a:prstGeom>
        </p:spPr>
      </p:pic>
      <p:pic>
        <p:nvPicPr>
          <p:cNvPr id="11" name="Grafik 10" descr="Badge 3 med massiv udfyldning">
            <a:extLst>
              <a:ext uri="{FF2B5EF4-FFF2-40B4-BE49-F238E27FC236}">
                <a16:creationId xmlns:a16="http://schemas.microsoft.com/office/drawing/2014/main" id="{B7D2B729-7602-78ED-2289-4FCD89D97A8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5353" y="4824842"/>
            <a:ext cx="478711" cy="478711"/>
          </a:xfrm>
          <a:prstGeom prst="rect">
            <a:avLst/>
          </a:prstGeom>
        </p:spPr>
      </p:pic>
      <p:sp>
        <p:nvSpPr>
          <p:cNvPr id="16" name="Ellipse 15">
            <a:extLst>
              <a:ext uri="{FF2B5EF4-FFF2-40B4-BE49-F238E27FC236}">
                <a16:creationId xmlns:a16="http://schemas.microsoft.com/office/drawing/2014/main" id="{07F417A0-0653-37F9-7AA3-2FFBBD8A2C1C}"/>
              </a:ext>
            </a:extLst>
          </p:cNvPr>
          <p:cNvSpPr/>
          <p:nvPr userDrawn="1"/>
        </p:nvSpPr>
        <p:spPr>
          <a:xfrm>
            <a:off x="5336465" y="3877977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2156752-11BD-B98A-96A8-D5C234E6F9C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2864" y="8024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0" name="Pladsholder til tekst 19">
            <a:extLst>
              <a:ext uri="{FF2B5EF4-FFF2-40B4-BE49-F238E27FC236}">
                <a16:creationId xmlns:a16="http://schemas.microsoft.com/office/drawing/2014/main" id="{8E8B5261-1EBE-29C9-1A7E-3A469D70D7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73422" y="2693786"/>
            <a:ext cx="2725737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Pladsholder til tekst 19">
            <a:extLst>
              <a:ext uri="{FF2B5EF4-FFF2-40B4-BE49-F238E27FC236}">
                <a16:creationId xmlns:a16="http://schemas.microsoft.com/office/drawing/2014/main" id="{DCDAA490-B6B2-EEFD-C949-B9DCAA1D40D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73422" y="3776321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19">
            <a:extLst>
              <a:ext uri="{FF2B5EF4-FFF2-40B4-BE49-F238E27FC236}">
                <a16:creationId xmlns:a16="http://schemas.microsoft.com/office/drawing/2014/main" id="{6B40C985-CC51-BCD9-4E13-500306D05EC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473423" y="4824842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657DA793-19BA-DE30-1DEE-8263D37E46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59847" y="1258303"/>
            <a:ext cx="4446954" cy="76941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CA0DC3F-623B-554F-BB96-24EA5435AD0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58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d billede højre">
    <p:bg>
      <p:bgPr>
        <a:solidFill>
          <a:schemeClr val="accent6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1A97AF12-67B3-F2F9-6E32-DA0AF88A36E0}"/>
              </a:ext>
            </a:extLst>
          </p:cNvPr>
          <p:cNvSpPr/>
          <p:nvPr userDrawn="1"/>
        </p:nvSpPr>
        <p:spPr>
          <a:xfrm>
            <a:off x="1150188" y="1026544"/>
            <a:ext cx="9891624" cy="4804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026543"/>
            <a:ext cx="4945812" cy="480491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E745A75A-C20F-A2B1-1E37-A7AEF37DC4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09623" y="1276686"/>
            <a:ext cx="4266487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Pladsholder til tekst 13">
            <a:extLst>
              <a:ext uri="{FF2B5EF4-FFF2-40B4-BE49-F238E27FC236}">
                <a16:creationId xmlns:a16="http://schemas.microsoft.com/office/drawing/2014/main" id="{D5C8A285-7944-082F-EF17-266C02B406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9623" y="2320506"/>
            <a:ext cx="4265702" cy="32608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a-DK" sz="1800" kern="1200" smtClean="0">
                <a:solidFill>
                  <a:schemeClr val="accent6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2">
            <a:extLst>
              <a:ext uri="{FF2B5EF4-FFF2-40B4-BE49-F238E27FC236}">
                <a16:creationId xmlns:a16="http://schemas.microsoft.com/office/drawing/2014/main" id="{ADF37EF3-7D3F-BEED-9E3D-F9CFE7BE59B9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85" y="185293"/>
            <a:ext cx="18036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922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d billede venstre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>
            <a:off x="0" y="0"/>
            <a:ext cx="350831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9553" y="1117831"/>
            <a:ext cx="5125421" cy="4622338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59EDE253-6EC0-93C7-A55D-015A8F6A56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52558" y="1117831"/>
            <a:ext cx="4929889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B940A7E6-444D-0C88-B493-63C4B7DE8A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52558" y="2090057"/>
            <a:ext cx="4929889" cy="365011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7EE718E-9FFA-7D6E-17C3-E19E415AD3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88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9" name="Pladsholder til billede 18">
            <a:extLst>
              <a:ext uri="{FF2B5EF4-FFF2-40B4-BE49-F238E27FC236}">
                <a16:creationId xmlns:a16="http://schemas.microsoft.com/office/drawing/2014/main" id="{FC2A6DCB-B944-BADD-4C2B-2AEE970144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6669" y="3432220"/>
            <a:ext cx="6183086" cy="345127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-2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8" name="Pladsholder til billede 18">
            <a:extLst>
              <a:ext uri="{FF2B5EF4-FFF2-40B4-BE49-F238E27FC236}">
                <a16:creationId xmlns:a16="http://schemas.microsoft.com/office/drawing/2014/main" id="{01B1B245-1870-6F63-E15B-5A42484D14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9525" y="3441746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28000BE1-CFA9-0B2C-3A46-EFDA07107F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93732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-2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F6ACCFA8-6CE0-E37B-E68E-C1BA6D4C79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635126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stort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12192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 på ikonet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7CA7DEF1-BA6C-75EA-6002-D05B8D7A6F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40882" y="5561045"/>
            <a:ext cx="4501978" cy="88329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573269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vsidet bille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D2C1BF60-06FB-3B24-3D1A-CA1C190B4B3C}"/>
              </a:ext>
            </a:extLst>
          </p:cNvPr>
          <p:cNvSpPr txBox="1"/>
          <p:nvPr userDrawn="1"/>
        </p:nvSpPr>
        <p:spPr>
          <a:xfrm>
            <a:off x="7063273" y="7931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dirty="0"/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5D8DD052-F369-4F26-95C3-50DB868619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1015" y="919789"/>
            <a:ext cx="5042785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2516B1A4-9943-D09D-4408-5F3C1AAB9C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1015" y="2038525"/>
            <a:ext cx="5042786" cy="415700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6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F60D2C-D6EF-28B6-82FF-F1E6C46258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02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ndt billede med 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3CC9FCDF-2FC8-45F8-FF96-6A4025D574F0}"/>
              </a:ext>
            </a:extLst>
          </p:cNvPr>
          <p:cNvCxnSpPr>
            <a:cxnSpLocks/>
          </p:cNvCxnSpPr>
          <p:nvPr/>
        </p:nvCxnSpPr>
        <p:spPr>
          <a:xfrm>
            <a:off x="905608" y="6309320"/>
            <a:ext cx="375023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8784" y="8326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21" name="Grafik 20" descr="Badge 1 med massiv udfyldning">
            <a:extLst>
              <a:ext uri="{FF2B5EF4-FFF2-40B4-BE49-F238E27FC236}">
                <a16:creationId xmlns:a16="http://schemas.microsoft.com/office/drawing/2014/main" id="{414CB1FD-2F7F-568D-87A3-AA5F2E43A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6037" y="1724082"/>
            <a:ext cx="718913" cy="718913"/>
          </a:xfrm>
          <a:prstGeom prst="rect">
            <a:avLst/>
          </a:prstGeom>
        </p:spPr>
      </p:pic>
      <p:pic>
        <p:nvPicPr>
          <p:cNvPr id="22" name="Grafik 21" descr="Badge med massiv udfyldning">
            <a:extLst>
              <a:ext uri="{FF2B5EF4-FFF2-40B4-BE49-F238E27FC236}">
                <a16:creationId xmlns:a16="http://schemas.microsoft.com/office/drawing/2014/main" id="{256D1EF6-5D08-9A88-3344-6BFE564851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6037" y="3099743"/>
            <a:ext cx="718913" cy="718913"/>
          </a:xfrm>
          <a:prstGeom prst="rect">
            <a:avLst/>
          </a:prstGeom>
        </p:spPr>
      </p:pic>
      <p:pic>
        <p:nvPicPr>
          <p:cNvPr id="23" name="Grafik 22" descr="Badge 3 med massiv udfyldning">
            <a:extLst>
              <a:ext uri="{FF2B5EF4-FFF2-40B4-BE49-F238E27FC236}">
                <a16:creationId xmlns:a16="http://schemas.microsoft.com/office/drawing/2014/main" id="{17E4907E-C0D4-6E55-FB1C-714ED9C17C7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6037" y="4508922"/>
            <a:ext cx="718913" cy="718913"/>
          </a:xfrm>
          <a:prstGeom prst="rect">
            <a:avLst/>
          </a:prstGeom>
        </p:spPr>
      </p:pic>
      <p:sp>
        <p:nvSpPr>
          <p:cNvPr id="28" name="Pladsholder til tekst 19">
            <a:extLst>
              <a:ext uri="{FF2B5EF4-FFF2-40B4-BE49-F238E27FC236}">
                <a16:creationId xmlns:a16="http://schemas.microsoft.com/office/drawing/2014/main" id="{D9D10D8D-2441-FA2C-C1B8-1D95FC55F6D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078822" y="1881737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ladsholder til tekst 19">
            <a:extLst>
              <a:ext uri="{FF2B5EF4-FFF2-40B4-BE49-F238E27FC236}">
                <a16:creationId xmlns:a16="http://schemas.microsoft.com/office/drawing/2014/main" id="{E42AE478-112D-AB0E-133D-472906C1B7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078822" y="3273463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2" name="Pladsholder til tekst 19">
            <a:extLst>
              <a:ext uri="{FF2B5EF4-FFF2-40B4-BE49-F238E27FC236}">
                <a16:creationId xmlns:a16="http://schemas.microsoft.com/office/drawing/2014/main" id="{46B1035F-A721-8566-C570-5BF6CD54FD7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078822" y="4682642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4E97CA4-2FEB-E952-701A-94AC3A176EF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292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to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484227">
            <a:off x="-702565" y="2962277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484227">
            <a:off x="3771900" y="37683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Pladsholder til indhold 3">
            <a:extLst>
              <a:ext uri="{FF2B5EF4-FFF2-40B4-BE49-F238E27FC236}">
                <a16:creationId xmlns:a16="http://schemas.microsoft.com/office/drawing/2014/main" id="{063FB2A0-E2A8-7639-5821-EA30510BAD7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0775" y="1772817"/>
            <a:ext cx="5153025" cy="4391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538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9" y="1772817"/>
            <a:ext cx="5153025" cy="4391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6DA7DDE-63A6-5E98-0EC4-738E3F603C9A}"/>
              </a:ext>
            </a:extLst>
          </p:cNvPr>
          <p:cNvSpPr/>
          <p:nvPr userDrawn="1"/>
        </p:nvSpPr>
        <p:spPr>
          <a:xfrm rot="3484227">
            <a:off x="-702565" y="2962277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54ABB45-9D02-C95E-4427-18F343D6D612}"/>
              </a:ext>
            </a:extLst>
          </p:cNvPr>
          <p:cNvSpPr/>
          <p:nvPr userDrawn="1"/>
        </p:nvSpPr>
        <p:spPr>
          <a:xfrm rot="3484227">
            <a:off x="3771900" y="37683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9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A7871B6C-23E6-0643-2DDB-7CE708093E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23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rundt billede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2991173" y="324173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6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5F11E582-9DE1-AB67-B688-C7EDF44A56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69431" y="802431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2442907-9607-FBD5-41BE-6F012CFF8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231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rundt billede blå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2991173" y="324173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5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5F11E582-9DE1-AB67-B688-C7EDF44A56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69431" y="802431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pic>
        <p:nvPicPr>
          <p:cNvPr id="2" name="Billede 12">
            <a:extLst>
              <a:ext uri="{FF2B5EF4-FFF2-40B4-BE49-F238E27FC236}">
                <a16:creationId xmlns:a16="http://schemas.microsoft.com/office/drawing/2014/main" id="{921CC2E2-C216-1654-6436-4F23FF6174D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85" y="185293"/>
            <a:ext cx="18036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94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èn overskrift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885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10056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81912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7517C1-57BE-3C06-76C5-125A76A57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3353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overskrifter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22713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39878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6317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15F7AD4-F672-5698-2F38-608B2E0C66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2713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F85ABD62-253C-7D26-2060-90103E5CA1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5567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4662DEC7-4912-95D4-725F-9DBD13CDE0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39878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34E7724-DF42-9222-9ADB-53B0C0E36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22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tekst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21">
            <a:extLst>
              <a:ext uri="{FF2B5EF4-FFF2-40B4-BE49-F238E27FC236}">
                <a16:creationId xmlns:a16="http://schemas.microsoft.com/office/drawing/2014/main" id="{6AF7C5D9-4A61-9AFB-55B2-59864D54C6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0" y="1857765"/>
            <a:ext cx="5220347" cy="430044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1F23421-9BB5-B66E-2915-7AC5D1C649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11763" y="3248025"/>
            <a:ext cx="4477721" cy="4477721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D6ED4BE-01AC-F3C9-BEAE-18399B71C5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43189" y="3090461"/>
            <a:ext cx="2237790" cy="223779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28427B0-6F2A-9A36-BA01-8150978C21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0254" y="837025"/>
            <a:ext cx="5655776" cy="53211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C1117402-4D1F-2B99-74B2-57532C00E0E0}"/>
              </a:ext>
            </a:extLst>
          </p:cNvPr>
          <p:cNvSpPr/>
          <p:nvPr userDrawn="1"/>
        </p:nvSpPr>
        <p:spPr>
          <a:xfrm>
            <a:off x="-811763" y="3248025"/>
            <a:ext cx="4477721" cy="4477721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D89150D-33F7-C7EA-4565-830E42B119EF}"/>
              </a:ext>
            </a:extLst>
          </p:cNvPr>
          <p:cNvSpPr/>
          <p:nvPr userDrawn="1"/>
        </p:nvSpPr>
        <p:spPr>
          <a:xfrm>
            <a:off x="2643189" y="3090461"/>
            <a:ext cx="2237790" cy="223779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956E59B5-69E2-3426-86B0-660FF5B7C7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971" y="837025"/>
            <a:ext cx="5220346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5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340D9666-406B-DB5B-73C6-16F9D8892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430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runde billeder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BCD6D3C6-2CAC-6C9A-A3DF-9BFDD74C8B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22030" y="785132"/>
            <a:ext cx="4357398" cy="4357397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Indsæt billede ved at trykke på ikonet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billede 3">
            <a:extLst>
              <a:ext uri="{FF2B5EF4-FFF2-40B4-BE49-F238E27FC236}">
                <a16:creationId xmlns:a16="http://schemas.microsoft.com/office/drawing/2014/main" id="{2EBF9CBC-4B0B-0256-FC20-008C5A7ADF1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20543" y="3547382"/>
            <a:ext cx="2525486" cy="2525486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852246"/>
            <a:ext cx="4949760" cy="422062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9FB30B0-C3B1-8663-0D9A-EC5CF4927F14}"/>
              </a:ext>
            </a:extLst>
          </p:cNvPr>
          <p:cNvSpPr/>
          <p:nvPr/>
        </p:nvSpPr>
        <p:spPr>
          <a:xfrm>
            <a:off x="6225849" y="486229"/>
            <a:ext cx="4949760" cy="4949760"/>
          </a:xfrm>
          <a:prstGeom prst="ellipse">
            <a:avLst/>
          </a:prstGeom>
          <a:noFill/>
          <a:ln w="31750" cap="rnd" cmpd="sng">
            <a:solidFill>
              <a:schemeClr val="accent1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097722E6-54DB-46BE-D13E-34D050586DE2}"/>
              </a:ext>
            </a:extLst>
          </p:cNvPr>
          <p:cNvSpPr/>
          <p:nvPr userDrawn="1"/>
        </p:nvSpPr>
        <p:spPr>
          <a:xfrm>
            <a:off x="6225849" y="486229"/>
            <a:ext cx="4949760" cy="4949760"/>
          </a:xfrm>
          <a:prstGeom prst="ellipse">
            <a:avLst/>
          </a:prstGeom>
          <a:noFill/>
          <a:ln w="31750" cap="rnd" cmpd="sng">
            <a:solidFill>
              <a:schemeClr val="accent1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3C32BFDE-1C03-812C-A5E3-30680D7D0E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971" y="782152"/>
            <a:ext cx="4949760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6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44DACAA-D3A2-06DC-1F35-F2B4216E51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40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oks med farvet bund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 rot="5400000">
            <a:off x="5050971" y="-283028"/>
            <a:ext cx="2090057" cy="1219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5CB5A48A-2E4C-AD56-8DE6-E60836641FA2}"/>
              </a:ext>
            </a:extLst>
          </p:cNvPr>
          <p:cNvSpPr txBox="1">
            <a:spLocks/>
          </p:cNvSpPr>
          <p:nvPr userDrawn="1"/>
        </p:nvSpPr>
        <p:spPr>
          <a:xfrm>
            <a:off x="1500554" y="2166972"/>
            <a:ext cx="9206523" cy="3589674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da-DK" sz="1800" dirty="0">
              <a:ln w="76200">
                <a:solidFill>
                  <a:schemeClr val="tx1"/>
                </a:solidFill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E788242D-E2F8-8F7B-3491-A61E1FA5EC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00553" y="1057680"/>
            <a:ext cx="9206523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Pladsholder til tekst 8">
            <a:extLst>
              <a:ext uri="{FF2B5EF4-FFF2-40B4-BE49-F238E27FC236}">
                <a16:creationId xmlns:a16="http://schemas.microsoft.com/office/drawing/2014/main" id="{851A094B-990F-8F94-975B-7B7DD748BD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10090" y="2176510"/>
            <a:ext cx="9206523" cy="3589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8BA79972-1283-3664-EEBF-DEE63E404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596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ktangel 28">
            <a:extLst>
              <a:ext uri="{FF2B5EF4-FFF2-40B4-BE49-F238E27FC236}">
                <a16:creationId xmlns:a16="http://schemas.microsoft.com/office/drawing/2014/main" id="{472C92E0-91EE-E45C-70DA-61B42DD33B61}"/>
              </a:ext>
            </a:extLst>
          </p:cNvPr>
          <p:cNvSpPr/>
          <p:nvPr/>
        </p:nvSpPr>
        <p:spPr>
          <a:xfrm>
            <a:off x="0" y="0"/>
            <a:ext cx="4730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Pladsholder til tekst 21">
            <a:extLst>
              <a:ext uri="{FF2B5EF4-FFF2-40B4-BE49-F238E27FC236}">
                <a16:creationId xmlns:a16="http://schemas.microsoft.com/office/drawing/2014/main" id="{F897E297-5976-19F9-D84E-BB274E6A37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971" y="522515"/>
            <a:ext cx="3801742" cy="10072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en titel</a:t>
            </a:r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687314"/>
            <a:ext cx="3801742" cy="464817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bg1"/>
                </a:solidFill>
                <a:latin typeface="Lucida Sans" panose="020B0602030504020204" pitchFamily="34" charset="0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A6945550-0D7D-5522-9B2D-2D5A0193F894}"/>
              </a:ext>
            </a:extLst>
          </p:cNvPr>
          <p:cNvSpPr/>
          <p:nvPr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Pladsholder til tekst 18">
            <a:extLst>
              <a:ext uri="{FF2B5EF4-FFF2-40B4-BE49-F238E27FC236}">
                <a16:creationId xmlns:a16="http://schemas.microsoft.com/office/drawing/2014/main" id="{D99D8A3C-5CA7-A723-C3E7-A5307D49B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9253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ladsholder til tekst 18">
            <a:extLst>
              <a:ext uri="{FF2B5EF4-FFF2-40B4-BE49-F238E27FC236}">
                <a16:creationId xmlns:a16="http://schemas.microsoft.com/office/drawing/2014/main" id="{5729EC31-1F8B-12C8-FE4F-0673D0B2FC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9371" y="1703691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2" name="Grafik 21" descr="Badge 1 med massiv udfyldning">
            <a:extLst>
              <a:ext uri="{FF2B5EF4-FFF2-40B4-BE49-F238E27FC236}">
                <a16:creationId xmlns:a16="http://schemas.microsoft.com/office/drawing/2014/main" id="{067809C9-7D6D-59FB-4EA7-7DF783D26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24" name="Grafik 23" descr="Badge med massiv udfyldning">
            <a:extLst>
              <a:ext uri="{FF2B5EF4-FFF2-40B4-BE49-F238E27FC236}">
                <a16:creationId xmlns:a16="http://schemas.microsoft.com/office/drawing/2014/main" id="{7950BEEE-DC43-48EE-1F84-DF17B5CA3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26" name="Grafik 25" descr="Badge 3 med massiv udfyldning">
            <a:extLst>
              <a:ext uri="{FF2B5EF4-FFF2-40B4-BE49-F238E27FC236}">
                <a16:creationId xmlns:a16="http://schemas.microsoft.com/office/drawing/2014/main" id="{15E142B3-F1CC-B292-5B23-E7DCC6A736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28" name="Grafik 27" descr="Badge 4 med massiv udfyldning">
            <a:extLst>
              <a:ext uri="{FF2B5EF4-FFF2-40B4-BE49-F238E27FC236}">
                <a16:creationId xmlns:a16="http://schemas.microsoft.com/office/drawing/2014/main" id="{958C1D6D-1D06-04B1-BC27-64577E7096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30" name="Rektangel 29">
            <a:extLst>
              <a:ext uri="{FF2B5EF4-FFF2-40B4-BE49-F238E27FC236}">
                <a16:creationId xmlns:a16="http://schemas.microsoft.com/office/drawing/2014/main" id="{8415F059-5524-D9B4-D9CE-F5C98ACE4440}"/>
              </a:ext>
            </a:extLst>
          </p:cNvPr>
          <p:cNvSpPr/>
          <p:nvPr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1" name="Pladsholder til tekst 18">
            <a:extLst>
              <a:ext uri="{FF2B5EF4-FFF2-40B4-BE49-F238E27FC236}">
                <a16:creationId xmlns:a16="http://schemas.microsoft.com/office/drawing/2014/main" id="{72CBC415-531C-287A-06ED-478D6D3D72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38768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4" name="Rektangel 33">
            <a:extLst>
              <a:ext uri="{FF2B5EF4-FFF2-40B4-BE49-F238E27FC236}">
                <a16:creationId xmlns:a16="http://schemas.microsoft.com/office/drawing/2014/main" id="{1D637F53-0961-D753-9CCA-826C05F25348}"/>
              </a:ext>
            </a:extLst>
          </p:cNvPr>
          <p:cNvSpPr/>
          <p:nvPr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Pladsholder til tekst 18">
            <a:extLst>
              <a:ext uri="{FF2B5EF4-FFF2-40B4-BE49-F238E27FC236}">
                <a16:creationId xmlns:a16="http://schemas.microsoft.com/office/drawing/2014/main" id="{38A62022-F2CA-406B-233C-54B43978AE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79371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8" name="Rektangel 37">
            <a:extLst>
              <a:ext uri="{FF2B5EF4-FFF2-40B4-BE49-F238E27FC236}">
                <a16:creationId xmlns:a16="http://schemas.microsoft.com/office/drawing/2014/main" id="{A04C7AC0-B565-151A-9F3A-FF359335AF24}"/>
              </a:ext>
            </a:extLst>
          </p:cNvPr>
          <p:cNvSpPr/>
          <p:nvPr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9" name="Pladsholder til tekst 18">
            <a:extLst>
              <a:ext uri="{FF2B5EF4-FFF2-40B4-BE49-F238E27FC236}">
                <a16:creationId xmlns:a16="http://schemas.microsoft.com/office/drawing/2014/main" id="{987A51DE-FE2B-C476-509E-7E9DBBAE71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38768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8CB54D9B-DC92-DA1A-226B-CD2C8BA86DA7}"/>
              </a:ext>
            </a:extLst>
          </p:cNvPr>
          <p:cNvSpPr/>
          <p:nvPr userDrawn="1"/>
        </p:nvSpPr>
        <p:spPr>
          <a:xfrm>
            <a:off x="0" y="0"/>
            <a:ext cx="473015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9B506AB1-D825-4EB6-CF40-C3480ED520B7}"/>
              </a:ext>
            </a:extLst>
          </p:cNvPr>
          <p:cNvSpPr/>
          <p:nvPr userDrawn="1"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4" name="Grafik 3" descr="Badge 1 med massiv udfyldning">
            <a:extLst>
              <a:ext uri="{FF2B5EF4-FFF2-40B4-BE49-F238E27FC236}">
                <a16:creationId xmlns:a16="http://schemas.microsoft.com/office/drawing/2014/main" id="{4ED77CCF-5526-0410-E4FD-E7E859138F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5" name="Grafik 4" descr="Badge med massiv udfyldning">
            <a:extLst>
              <a:ext uri="{FF2B5EF4-FFF2-40B4-BE49-F238E27FC236}">
                <a16:creationId xmlns:a16="http://schemas.microsoft.com/office/drawing/2014/main" id="{FFACF88F-F1AB-4C4D-2E13-D9B9F1A38458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6" name="Grafik 5" descr="Badge 3 med massiv udfyldning">
            <a:extLst>
              <a:ext uri="{FF2B5EF4-FFF2-40B4-BE49-F238E27FC236}">
                <a16:creationId xmlns:a16="http://schemas.microsoft.com/office/drawing/2014/main" id="{8B358B7B-5E14-AE3F-D8AA-B729C070C4F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7" name="Grafik 6" descr="Badge 4 med massiv udfyldning">
            <a:extLst>
              <a:ext uri="{FF2B5EF4-FFF2-40B4-BE49-F238E27FC236}">
                <a16:creationId xmlns:a16="http://schemas.microsoft.com/office/drawing/2014/main" id="{5D24D015-CF3E-99BD-A501-5E223E43BDA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89DB1CD2-83C8-EE75-BD73-D47E423A7480}"/>
              </a:ext>
            </a:extLst>
          </p:cNvPr>
          <p:cNvSpPr/>
          <p:nvPr userDrawn="1"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33ED9F8-307B-A01C-39DB-A29F79F7C8DD}"/>
              </a:ext>
            </a:extLst>
          </p:cNvPr>
          <p:cNvSpPr/>
          <p:nvPr userDrawn="1"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618AACC1-26AA-FDA8-973D-5F3AAB621549}"/>
              </a:ext>
            </a:extLst>
          </p:cNvPr>
          <p:cNvSpPr/>
          <p:nvPr userDrawn="1"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Pladsholder til tekst 18">
            <a:extLst>
              <a:ext uri="{FF2B5EF4-FFF2-40B4-BE49-F238E27FC236}">
                <a16:creationId xmlns:a16="http://schemas.microsoft.com/office/drawing/2014/main" id="{A2387C31-BB0B-7872-3143-59931D0571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38768" y="1703690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tekst 18">
            <a:extLst>
              <a:ext uri="{FF2B5EF4-FFF2-40B4-BE49-F238E27FC236}">
                <a16:creationId xmlns:a16="http://schemas.microsoft.com/office/drawing/2014/main" id="{B5B4272F-2918-6F2A-E7A6-8F2B35213F5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7064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Pladsholder til tekst 18">
            <a:extLst>
              <a:ext uri="{FF2B5EF4-FFF2-40B4-BE49-F238E27FC236}">
                <a16:creationId xmlns:a16="http://schemas.microsoft.com/office/drawing/2014/main" id="{68813193-889D-153B-1F8B-F898A14E6A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738768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17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994E521-DAAE-1BD3-9CA1-C6634778FE5F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268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obler med tekst blå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83CE87A5-ECA9-CD2B-A171-836580D096BB}"/>
              </a:ext>
            </a:extLst>
          </p:cNvPr>
          <p:cNvSpPr/>
          <p:nvPr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141B8E-46A2-CB74-8EA1-5BE2A7F15701}"/>
              </a:ext>
            </a:extLst>
          </p:cNvPr>
          <p:cNvSpPr/>
          <p:nvPr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2A7E27C-915E-59A0-86E3-1A9945540C1B}"/>
              </a:ext>
            </a:extLst>
          </p:cNvPr>
          <p:cNvSpPr/>
          <p:nvPr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3C725DE-84C6-C88B-AFFF-A919380FF621}"/>
              </a:ext>
            </a:extLst>
          </p:cNvPr>
          <p:cNvSpPr/>
          <p:nvPr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F3AA8B3-2C05-C4B0-4E6D-48FBCE56521B}"/>
              </a:ext>
            </a:extLst>
          </p:cNvPr>
          <p:cNvSpPr/>
          <p:nvPr userDrawn="1"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8B31E1-3328-84E4-8987-5C462AC11539}"/>
              </a:ext>
            </a:extLst>
          </p:cNvPr>
          <p:cNvSpPr/>
          <p:nvPr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6234BE-83D1-240D-4D58-72754CAEE0C1}"/>
              </a:ext>
            </a:extLst>
          </p:cNvPr>
          <p:cNvSpPr/>
          <p:nvPr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7FB2691-1176-452F-0A9D-761F697D3882}"/>
              </a:ext>
            </a:extLst>
          </p:cNvPr>
          <p:cNvSpPr/>
          <p:nvPr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7E970B3-526D-36C0-6FEC-E52D6E47CF5A}"/>
              </a:ext>
            </a:extLst>
          </p:cNvPr>
          <p:cNvSpPr/>
          <p:nvPr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BB4071-3150-A599-8E25-7815CF382353}"/>
              </a:ext>
            </a:extLst>
          </p:cNvPr>
          <p:cNvSpPr/>
          <p:nvPr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117ABEB-F554-90F4-14E7-F55EE5C5F93E}"/>
              </a:ext>
            </a:extLst>
          </p:cNvPr>
          <p:cNvSpPr/>
          <p:nvPr userDrawn="1"/>
        </p:nvSpPr>
        <p:spPr>
          <a:xfrm>
            <a:off x="4068636" y="525544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3A1C5A1-CBFF-C01B-25C4-671C8913BC15}"/>
              </a:ext>
            </a:extLst>
          </p:cNvPr>
          <p:cNvSpPr/>
          <p:nvPr userDrawn="1"/>
        </p:nvSpPr>
        <p:spPr>
          <a:xfrm>
            <a:off x="7323317" y="1625499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E116660-E934-3A72-FD4F-EA8374349EE7}"/>
              </a:ext>
            </a:extLst>
          </p:cNvPr>
          <p:cNvSpPr/>
          <p:nvPr userDrawn="1"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C6644AE-291D-EBF5-F944-6B80EF6A6CC8}"/>
              </a:ext>
            </a:extLst>
          </p:cNvPr>
          <p:cNvSpPr/>
          <p:nvPr userDrawn="1"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B193AD5-977E-33AA-201F-ED30ADA9BE8B}"/>
              </a:ext>
            </a:extLst>
          </p:cNvPr>
          <p:cNvSpPr/>
          <p:nvPr userDrawn="1"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76A853-7D73-F331-0265-375AC6A9CC53}"/>
              </a:ext>
            </a:extLst>
          </p:cNvPr>
          <p:cNvSpPr/>
          <p:nvPr userDrawn="1"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2CE9343-857D-98C7-B7AC-38BF08846795}"/>
              </a:ext>
            </a:extLst>
          </p:cNvPr>
          <p:cNvSpPr/>
          <p:nvPr userDrawn="1"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B451847-A9D2-EB28-EEF7-CE27EF5AF4FA}"/>
              </a:ext>
            </a:extLst>
          </p:cNvPr>
          <p:cNvSpPr/>
          <p:nvPr userDrawn="1"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Pladsholder til tekst 6">
            <a:extLst>
              <a:ext uri="{FF2B5EF4-FFF2-40B4-BE49-F238E27FC236}">
                <a16:creationId xmlns:a16="http://schemas.microsoft.com/office/drawing/2014/main" id="{8D3A1E7F-5B84-F8A8-41C7-89307A7B2E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4319" y="3354628"/>
            <a:ext cx="2508405" cy="22038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3" name="Pladsholder til tekst 6">
            <a:extLst>
              <a:ext uri="{FF2B5EF4-FFF2-40B4-BE49-F238E27FC236}">
                <a16:creationId xmlns:a16="http://schemas.microsoft.com/office/drawing/2014/main" id="{2882F17C-00F2-A813-2186-4FE5B2FBF7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6787" y="2267340"/>
            <a:ext cx="2813375" cy="28985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6">
            <a:extLst>
              <a:ext uri="{FF2B5EF4-FFF2-40B4-BE49-F238E27FC236}">
                <a16:creationId xmlns:a16="http://schemas.microsoft.com/office/drawing/2014/main" id="{0EA4F555-26FA-340F-7755-423F83BD09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67240" y="1063426"/>
            <a:ext cx="1948713" cy="1821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36752187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bokse med tekst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D3A1C5A1-CBFF-C01B-25C4-671C8913BC15}"/>
              </a:ext>
            </a:extLst>
          </p:cNvPr>
          <p:cNvSpPr/>
          <p:nvPr userDrawn="1"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2A7E27C-915E-59A0-86E3-1A9945540C1B}"/>
              </a:ext>
            </a:extLst>
          </p:cNvPr>
          <p:cNvSpPr/>
          <p:nvPr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141B8E-46A2-CB74-8EA1-5BE2A7F15701}"/>
              </a:ext>
            </a:extLst>
          </p:cNvPr>
          <p:cNvSpPr/>
          <p:nvPr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117ABEB-F554-90F4-14E7-F55EE5C5F93E}"/>
              </a:ext>
            </a:extLst>
          </p:cNvPr>
          <p:cNvSpPr/>
          <p:nvPr userDrawn="1"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F3AA8B3-2C05-C4B0-4E6D-48FBCE56521B}"/>
              </a:ext>
            </a:extLst>
          </p:cNvPr>
          <p:cNvSpPr/>
          <p:nvPr userDrawn="1"/>
        </p:nvSpPr>
        <p:spPr>
          <a:xfrm>
            <a:off x="624644" y="2631672"/>
            <a:ext cx="3707920" cy="3707920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3CE87A5-ECA9-CD2B-A171-836580D096BB}"/>
              </a:ext>
            </a:extLst>
          </p:cNvPr>
          <p:cNvSpPr/>
          <p:nvPr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3C725DE-84C6-C88B-AFFF-A919380FF621}"/>
              </a:ext>
            </a:extLst>
          </p:cNvPr>
          <p:cNvSpPr/>
          <p:nvPr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8B31E1-3328-84E4-8987-5C462AC11539}"/>
              </a:ext>
            </a:extLst>
          </p:cNvPr>
          <p:cNvSpPr/>
          <p:nvPr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6234BE-83D1-240D-4D58-72754CAEE0C1}"/>
              </a:ext>
            </a:extLst>
          </p:cNvPr>
          <p:cNvSpPr/>
          <p:nvPr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7FB2691-1176-452F-0A9D-761F697D3882}"/>
              </a:ext>
            </a:extLst>
          </p:cNvPr>
          <p:cNvSpPr/>
          <p:nvPr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7E970B3-526D-36C0-6FEC-E52D6E47CF5A}"/>
              </a:ext>
            </a:extLst>
          </p:cNvPr>
          <p:cNvSpPr/>
          <p:nvPr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BB4071-3150-A599-8E25-7815CF382353}"/>
              </a:ext>
            </a:extLst>
          </p:cNvPr>
          <p:cNvSpPr/>
          <p:nvPr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E116660-E934-3A72-FD4F-EA8374349EE7}"/>
              </a:ext>
            </a:extLst>
          </p:cNvPr>
          <p:cNvSpPr/>
          <p:nvPr userDrawn="1"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C6644AE-291D-EBF5-F944-6B80EF6A6CC8}"/>
              </a:ext>
            </a:extLst>
          </p:cNvPr>
          <p:cNvSpPr/>
          <p:nvPr userDrawn="1"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B193AD5-977E-33AA-201F-ED30ADA9BE8B}"/>
              </a:ext>
            </a:extLst>
          </p:cNvPr>
          <p:cNvSpPr/>
          <p:nvPr userDrawn="1"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76A853-7D73-F331-0265-375AC6A9CC53}"/>
              </a:ext>
            </a:extLst>
          </p:cNvPr>
          <p:cNvSpPr/>
          <p:nvPr userDrawn="1"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2CE9343-857D-98C7-B7AC-38BF08846795}"/>
              </a:ext>
            </a:extLst>
          </p:cNvPr>
          <p:cNvSpPr/>
          <p:nvPr userDrawn="1"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B451847-A9D2-EB28-EEF7-CE27EF5AF4FA}"/>
              </a:ext>
            </a:extLst>
          </p:cNvPr>
          <p:cNvSpPr/>
          <p:nvPr userDrawn="1"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Pladsholder til tekst 6">
            <a:extLst>
              <a:ext uri="{FF2B5EF4-FFF2-40B4-BE49-F238E27FC236}">
                <a16:creationId xmlns:a16="http://schemas.microsoft.com/office/drawing/2014/main" id="{8D3A1E7F-5B84-F8A8-41C7-89307A7B2E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42534" y="3450566"/>
            <a:ext cx="2441528" cy="21079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16FD77BF-BF2C-21DC-4882-43FB0B4F49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65724" y="1146853"/>
            <a:ext cx="1916112" cy="16543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Pladsholder til tekst 6">
            <a:extLst>
              <a:ext uri="{FF2B5EF4-FFF2-40B4-BE49-F238E27FC236}">
                <a16:creationId xmlns:a16="http://schemas.microsoft.com/office/drawing/2014/main" id="{963992AD-36AD-AA14-246B-14784DE663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6788" y="2537696"/>
            <a:ext cx="2799770" cy="241724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1353959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element stor bl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2934ED-80B3-C39D-96B3-55A412521BF4}"/>
              </a:ext>
            </a:extLst>
          </p:cNvPr>
          <p:cNvSpPr/>
          <p:nvPr userDrawn="1"/>
        </p:nvSpPr>
        <p:spPr>
          <a:xfrm>
            <a:off x="3067106" y="400106"/>
            <a:ext cx="6057788" cy="6057788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256F9EA-ADE3-C741-A761-4DE15FC20E07}"/>
              </a:ext>
            </a:extLst>
          </p:cNvPr>
          <p:cNvSpPr/>
          <p:nvPr/>
        </p:nvSpPr>
        <p:spPr>
          <a:xfrm>
            <a:off x="1740342" y="1867301"/>
            <a:ext cx="1216948" cy="121785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DA5C508-D5C0-6226-2BB7-24969F765FCA}"/>
              </a:ext>
            </a:extLst>
          </p:cNvPr>
          <p:cNvSpPr/>
          <p:nvPr/>
        </p:nvSpPr>
        <p:spPr>
          <a:xfrm>
            <a:off x="1017996" y="1272001"/>
            <a:ext cx="822888" cy="823499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900198F-C982-1CD4-D669-2779E10EC012}"/>
              </a:ext>
            </a:extLst>
          </p:cNvPr>
          <p:cNvSpPr/>
          <p:nvPr/>
        </p:nvSpPr>
        <p:spPr>
          <a:xfrm>
            <a:off x="672696" y="791402"/>
            <a:ext cx="480242" cy="480599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6" name="Kombinationstegning: figur 25">
            <a:extLst>
              <a:ext uri="{FF2B5EF4-FFF2-40B4-BE49-F238E27FC236}">
                <a16:creationId xmlns:a16="http://schemas.microsoft.com/office/drawing/2014/main" id="{880DA3A5-1D66-5995-C430-B98A24316513}"/>
              </a:ext>
            </a:extLst>
          </p:cNvPr>
          <p:cNvSpPr/>
          <p:nvPr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Pladsholder til tekst 6">
            <a:extLst>
              <a:ext uri="{FF2B5EF4-FFF2-40B4-BE49-F238E27FC236}">
                <a16:creationId xmlns:a16="http://schemas.microsoft.com/office/drawing/2014/main" id="{965D88F5-7C33-BC52-AA09-64FD07CD6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6114" y="1117474"/>
            <a:ext cx="2799770" cy="835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ladsholder til tekst 6">
            <a:extLst>
              <a:ext uri="{FF2B5EF4-FFF2-40B4-BE49-F238E27FC236}">
                <a16:creationId xmlns:a16="http://schemas.microsoft.com/office/drawing/2014/main" id="{EA27D560-FFEF-BF84-9C57-940E4F4838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383" y="2205348"/>
            <a:ext cx="4199233" cy="316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Kombinationstegning: figur 5">
            <a:extLst>
              <a:ext uri="{FF2B5EF4-FFF2-40B4-BE49-F238E27FC236}">
                <a16:creationId xmlns:a16="http://schemas.microsoft.com/office/drawing/2014/main" id="{DB872DCC-EF22-B14A-2826-E658749BC0B0}"/>
              </a:ext>
            </a:extLst>
          </p:cNvPr>
          <p:cNvSpPr/>
          <p:nvPr userDrawn="1"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5291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element stor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2934ED-80B3-C39D-96B3-55A412521BF4}"/>
              </a:ext>
            </a:extLst>
          </p:cNvPr>
          <p:cNvSpPr/>
          <p:nvPr userDrawn="1"/>
        </p:nvSpPr>
        <p:spPr>
          <a:xfrm>
            <a:off x="3067106" y="400106"/>
            <a:ext cx="6057788" cy="6057788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256F9EA-ADE3-C741-A761-4DE15FC20E07}"/>
              </a:ext>
            </a:extLst>
          </p:cNvPr>
          <p:cNvSpPr/>
          <p:nvPr/>
        </p:nvSpPr>
        <p:spPr>
          <a:xfrm>
            <a:off x="1740342" y="1867301"/>
            <a:ext cx="1216948" cy="1217850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DA5C508-D5C0-6226-2BB7-24969F765FCA}"/>
              </a:ext>
            </a:extLst>
          </p:cNvPr>
          <p:cNvSpPr/>
          <p:nvPr/>
        </p:nvSpPr>
        <p:spPr>
          <a:xfrm>
            <a:off x="1017996" y="1272001"/>
            <a:ext cx="822888" cy="823499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900198F-C982-1CD4-D669-2779E10EC012}"/>
              </a:ext>
            </a:extLst>
          </p:cNvPr>
          <p:cNvSpPr/>
          <p:nvPr/>
        </p:nvSpPr>
        <p:spPr>
          <a:xfrm>
            <a:off x="672696" y="791402"/>
            <a:ext cx="480242" cy="480599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6" name="Kombinationstegning: figur 25">
            <a:extLst>
              <a:ext uri="{FF2B5EF4-FFF2-40B4-BE49-F238E27FC236}">
                <a16:creationId xmlns:a16="http://schemas.microsoft.com/office/drawing/2014/main" id="{880DA3A5-1D66-5995-C430-B98A24316513}"/>
              </a:ext>
            </a:extLst>
          </p:cNvPr>
          <p:cNvSpPr/>
          <p:nvPr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Pladsholder til tekst 6">
            <a:extLst>
              <a:ext uri="{FF2B5EF4-FFF2-40B4-BE49-F238E27FC236}">
                <a16:creationId xmlns:a16="http://schemas.microsoft.com/office/drawing/2014/main" id="{965D88F5-7C33-BC52-AA09-64FD07CD6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6114" y="1117474"/>
            <a:ext cx="2799770" cy="835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ladsholder til tekst 6">
            <a:extLst>
              <a:ext uri="{FF2B5EF4-FFF2-40B4-BE49-F238E27FC236}">
                <a16:creationId xmlns:a16="http://schemas.microsoft.com/office/drawing/2014/main" id="{EA27D560-FFEF-BF84-9C57-940E4F4838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383" y="2205348"/>
            <a:ext cx="4199233" cy="316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Kombinationstegning: figur 5">
            <a:extLst>
              <a:ext uri="{FF2B5EF4-FFF2-40B4-BE49-F238E27FC236}">
                <a16:creationId xmlns:a16="http://schemas.microsoft.com/office/drawing/2014/main" id="{DB872DCC-EF22-B14A-2826-E658749BC0B0}"/>
              </a:ext>
            </a:extLst>
          </p:cNvPr>
          <p:cNvSpPr/>
          <p:nvPr userDrawn="1"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248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pic>
        <p:nvPicPr>
          <p:cNvPr id="16" name="Logo, EAA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717" y="5865183"/>
            <a:ext cx="3096499" cy="876847"/>
          </a:xfrm>
          <a:prstGeom prst="rect">
            <a:avLst/>
          </a:prstGeom>
          <a:noFill/>
        </p:spPr>
      </p:pic>
      <p:sp>
        <p:nvSpPr>
          <p:cNvPr id="8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333374"/>
            <a:ext cx="10274300" cy="5111752"/>
          </a:xfrm>
          <a:prstGeom prst="rect">
            <a:avLst/>
          </a:prstGeom>
        </p:spPr>
        <p:txBody>
          <a:bodyPr/>
          <a:lstStyle>
            <a:lvl1pPr marL="0" indent="0" defTabSz="447675">
              <a:lnSpc>
                <a:spcPct val="100000"/>
              </a:lnSpc>
              <a:buNone/>
              <a:defRPr sz="2000" b="0">
                <a:latin typeface="+mn-lt"/>
              </a:defRPr>
            </a:lvl1pPr>
            <a:lvl2pPr marL="457200" indent="0" defTabSz="447675">
              <a:lnSpc>
                <a:spcPct val="100000"/>
              </a:lnSpc>
              <a:buNone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Billede eller andet indhold</a:t>
            </a:r>
          </a:p>
        </p:txBody>
      </p:sp>
      <p:sp>
        <p:nvSpPr>
          <p:cNvPr id="6" name="Titel"/>
          <p:cNvSpPr>
            <a:spLocks noGrp="1"/>
          </p:cNvSpPr>
          <p:nvPr>
            <p:ph type="title" hasCustomPrompt="1"/>
          </p:nvPr>
        </p:nvSpPr>
        <p:spPr>
          <a:xfrm>
            <a:off x="958852" y="5963382"/>
            <a:ext cx="7835283" cy="89462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400" b="0" u="none" cap="all" spc="12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</p:spTree>
    <p:extLst>
      <p:ext uri="{BB962C8B-B14F-4D97-AF65-F5344CB8AC3E}">
        <p14:creationId xmlns:p14="http://schemas.microsoft.com/office/powerpoint/2010/main" val="365489554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453">
          <p15:clr>
            <a:srgbClr val="A4A3A4"/>
          </p15:clr>
        </p15:guide>
        <p15:guide id="2" pos="5307">
          <p15:clr>
            <a:srgbClr val="A4A3A4"/>
          </p15:clr>
        </p15:guide>
        <p15:guide id="3" orient="horz" pos="210">
          <p15:clr>
            <a:srgbClr val="A4A3A4"/>
          </p15:clr>
        </p15:guide>
        <p15:guide id="4" orient="horz" pos="3430">
          <p15:clr>
            <a:srgbClr val="A4A3A4"/>
          </p15:clr>
        </p15:guide>
        <p15:guide id="5" orient="horz" pos="1820">
          <p15:clr>
            <a:srgbClr val="A4A3A4"/>
          </p15:clr>
        </p15:guide>
        <p15:guide id="6" orient="horz" pos="3657">
          <p15:clr>
            <a:srgbClr val="A4A3A4"/>
          </p15:clr>
        </p15:guide>
        <p15:guide id="7" pos="2880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pic>
        <p:nvPicPr>
          <p:cNvPr id="16" name="Logo, EAA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717" y="5865183"/>
            <a:ext cx="3096499" cy="876847"/>
          </a:xfrm>
          <a:prstGeom prst="rect">
            <a:avLst/>
          </a:prstGeom>
          <a:noFill/>
        </p:spPr>
      </p:pic>
      <p:sp>
        <p:nvSpPr>
          <p:cNvPr id="8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333374"/>
            <a:ext cx="10274300" cy="5111752"/>
          </a:xfrm>
          <a:prstGeom prst="rect">
            <a:avLst/>
          </a:prstGeom>
        </p:spPr>
        <p:txBody>
          <a:bodyPr/>
          <a:lstStyle>
            <a:lvl1pPr marL="0" indent="0" defTabSz="447675">
              <a:lnSpc>
                <a:spcPct val="100000"/>
              </a:lnSpc>
              <a:buNone/>
              <a:defRPr sz="2000" b="0">
                <a:latin typeface="+mn-lt"/>
              </a:defRPr>
            </a:lvl1pPr>
            <a:lvl2pPr marL="457200" indent="0" defTabSz="447675">
              <a:lnSpc>
                <a:spcPct val="100000"/>
              </a:lnSpc>
              <a:buNone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Billede eller andet indhold</a:t>
            </a:r>
          </a:p>
        </p:txBody>
      </p:sp>
      <p:sp>
        <p:nvSpPr>
          <p:cNvPr id="6" name="Titel"/>
          <p:cNvSpPr>
            <a:spLocks noGrp="1"/>
          </p:cNvSpPr>
          <p:nvPr>
            <p:ph type="title" hasCustomPrompt="1"/>
          </p:nvPr>
        </p:nvSpPr>
        <p:spPr>
          <a:xfrm>
            <a:off x="958852" y="5963382"/>
            <a:ext cx="7835283" cy="89462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400" b="0" u="none" cap="all" spc="12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</p:spTree>
    <p:extLst>
      <p:ext uri="{BB962C8B-B14F-4D97-AF65-F5344CB8AC3E}">
        <p14:creationId xmlns:p14="http://schemas.microsoft.com/office/powerpoint/2010/main" val="383512788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453">
          <p15:clr>
            <a:srgbClr val="A4A3A4"/>
          </p15:clr>
        </p15:guide>
        <p15:guide id="2" pos="5307">
          <p15:clr>
            <a:srgbClr val="A4A3A4"/>
          </p15:clr>
        </p15:guide>
        <p15:guide id="3" orient="horz" pos="210">
          <p15:clr>
            <a:srgbClr val="A4A3A4"/>
          </p15:clr>
        </p15:guide>
        <p15:guide id="4" orient="horz" pos="3430">
          <p15:clr>
            <a:srgbClr val="A4A3A4"/>
          </p15:clr>
        </p15:guide>
        <p15:guide id="5" orient="horz" pos="1820">
          <p15:clr>
            <a:srgbClr val="A4A3A4"/>
          </p15:clr>
        </p15:guide>
        <p15:guide id="6" orient="horz" pos="3657">
          <p15:clr>
            <a:srgbClr val="A4A3A4"/>
          </p15:clr>
        </p15:guide>
        <p15:guide id="7" pos="2880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pic>
        <p:nvPicPr>
          <p:cNvPr id="16" name="Logo, EAA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717" y="5865183"/>
            <a:ext cx="3096499" cy="876847"/>
          </a:xfrm>
          <a:prstGeom prst="rect">
            <a:avLst/>
          </a:prstGeom>
          <a:noFill/>
        </p:spPr>
      </p:pic>
      <p:sp>
        <p:nvSpPr>
          <p:cNvPr id="8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333374"/>
            <a:ext cx="10274300" cy="5111752"/>
          </a:xfrm>
          <a:prstGeom prst="rect">
            <a:avLst/>
          </a:prstGeom>
        </p:spPr>
        <p:txBody>
          <a:bodyPr/>
          <a:lstStyle>
            <a:lvl1pPr marL="0" indent="0" defTabSz="447675">
              <a:lnSpc>
                <a:spcPct val="100000"/>
              </a:lnSpc>
              <a:buNone/>
              <a:defRPr sz="2000" b="0">
                <a:latin typeface="+mn-lt"/>
              </a:defRPr>
            </a:lvl1pPr>
            <a:lvl2pPr marL="457200" indent="0" defTabSz="447675">
              <a:lnSpc>
                <a:spcPct val="100000"/>
              </a:lnSpc>
              <a:buNone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Billede eller andet indhold</a:t>
            </a:r>
          </a:p>
        </p:txBody>
      </p:sp>
      <p:sp>
        <p:nvSpPr>
          <p:cNvPr id="6" name="Titel"/>
          <p:cNvSpPr>
            <a:spLocks noGrp="1"/>
          </p:cNvSpPr>
          <p:nvPr>
            <p:ph type="title" hasCustomPrompt="1"/>
          </p:nvPr>
        </p:nvSpPr>
        <p:spPr>
          <a:xfrm>
            <a:off x="958852" y="5963382"/>
            <a:ext cx="7835283" cy="89462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400" b="0" u="none" cap="all" spc="12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</p:spTree>
    <p:extLst>
      <p:ext uri="{BB962C8B-B14F-4D97-AF65-F5344CB8AC3E}">
        <p14:creationId xmlns:p14="http://schemas.microsoft.com/office/powerpoint/2010/main" val="201076260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453">
          <p15:clr>
            <a:srgbClr val="A4A3A4"/>
          </p15:clr>
        </p15:guide>
        <p15:guide id="2" pos="5307">
          <p15:clr>
            <a:srgbClr val="A4A3A4"/>
          </p15:clr>
        </p15:guide>
        <p15:guide id="3" orient="horz" pos="210">
          <p15:clr>
            <a:srgbClr val="A4A3A4"/>
          </p15:clr>
        </p15:guide>
        <p15:guide id="4" orient="horz" pos="3430">
          <p15:clr>
            <a:srgbClr val="A4A3A4"/>
          </p15:clr>
        </p15:guide>
        <p15:guide id="5" orient="horz" pos="1820">
          <p15:clr>
            <a:srgbClr val="A4A3A4"/>
          </p15:clr>
        </p15:guide>
        <p15:guide id="6" orient="horz" pos="3657">
          <p15:clr>
            <a:srgbClr val="A4A3A4"/>
          </p15:clr>
        </p15:guide>
        <p15:guide id="7" pos="2880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6443" y="5805264"/>
            <a:ext cx="12192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800" dirty="0"/>
              <a:t>               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1295360" y="1448736"/>
            <a:ext cx="96012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1295360" y="548616"/>
            <a:ext cx="9601280" cy="90012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200"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4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1295360" y="1718773"/>
            <a:ext cx="9601280" cy="39605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8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E6072851-7882-4178-8020-B91172F2D5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06468" y="5907978"/>
            <a:ext cx="2228093" cy="80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052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sp>
        <p:nvSpPr>
          <p:cNvPr id="13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1412876"/>
            <a:ext cx="10274300" cy="4032250"/>
          </a:xfrm>
          <a:prstGeom prst="rect">
            <a:avLst/>
          </a:prstGeom>
        </p:spPr>
        <p:txBody>
          <a:bodyPr/>
          <a:lstStyle>
            <a:lvl1pPr marL="342900" indent="-342900" defTabSz="447675">
              <a:lnSpc>
                <a:spcPct val="100000"/>
              </a:lnSpc>
              <a:buFont typeface="Arial" panose="020B0604020202020204" pitchFamily="34" charset="0"/>
              <a:buChar char="•"/>
              <a:defRPr sz="2000" b="0">
                <a:latin typeface="+mn-lt"/>
              </a:defRPr>
            </a:lvl1pPr>
            <a:lvl2pPr marL="800100" indent="-342900" defTabSz="447675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defTabSz="449263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defTabSz="449263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defTabSz="449263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Skriv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2" name="Titel"/>
          <p:cNvSpPr>
            <a:spLocks noGrp="1"/>
          </p:cNvSpPr>
          <p:nvPr>
            <p:ph type="title" hasCustomPrompt="1"/>
          </p:nvPr>
        </p:nvSpPr>
        <p:spPr>
          <a:xfrm>
            <a:off x="958853" y="333376"/>
            <a:ext cx="10274299" cy="82708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50000"/>
              </a:lnSpc>
              <a:defRPr sz="2400" b="0" cap="all" spc="120" baseline="0"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  <p:pic>
        <p:nvPicPr>
          <p:cNvPr id="8" name="Logo, EAAA">
            <a:extLst>
              <a:ext uri="{FF2B5EF4-FFF2-40B4-BE49-F238E27FC236}">
                <a16:creationId xmlns:a16="http://schemas.microsoft.com/office/drawing/2014/main" id="{1A6A771D-5E91-46B6-86A5-D8470EF2AE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0038" y="5865182"/>
            <a:ext cx="2322374" cy="8768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4685980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604">
          <p15:clr>
            <a:srgbClr val="A4A3A4"/>
          </p15:clr>
        </p15:guide>
        <p15:guide id="2" pos="7076">
          <p15:clr>
            <a:srgbClr val="A4A3A4"/>
          </p15:clr>
        </p15:guide>
        <p15:guide id="3" orient="horz" pos="890">
          <p15:clr>
            <a:srgbClr val="A4A3A4"/>
          </p15:clr>
        </p15:guide>
        <p15:guide id="5" orient="horz" pos="3430">
          <p15:clr>
            <a:srgbClr val="A4A3A4"/>
          </p15:clr>
        </p15:guide>
        <p15:guide id="6" orient="horz" pos="731">
          <p15:clr>
            <a:srgbClr val="A4A3A4"/>
          </p15:clr>
        </p15:guide>
        <p15:guide id="7" orient="horz" pos="2160">
          <p15:clr>
            <a:srgbClr val="A4A3A4"/>
          </p15:clr>
        </p15:guide>
        <p15:guide id="8" pos="3840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333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4BB72-4537-AD6C-8AC7-048E0FB2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1DD463-CD19-EC47-A64A-B96A375ADA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0241" y="5281159"/>
            <a:ext cx="9982200" cy="908391"/>
          </a:xfrm>
        </p:spPr>
        <p:txBody>
          <a:bodyPr anchor="ctr">
            <a:normAutofit/>
          </a:bodyPr>
          <a:lstStyle/>
          <a:p>
            <a:r>
              <a:rPr lang="da-DK" dirty="0"/>
              <a:t>Forretningsforståelse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DF178F9-380A-0EBC-0780-C61837E98056}"/>
              </a:ext>
            </a:extLst>
          </p:cNvPr>
          <p:cNvSpPr txBox="1"/>
          <p:nvPr/>
        </p:nvSpPr>
        <p:spPr>
          <a:xfrm>
            <a:off x="2834824" y="3048351"/>
            <a:ext cx="5152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Modul 13 </a:t>
            </a:r>
            <a:r>
              <a:rPr kumimoji="0" lang="da-DK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Leverandørstyring</a:t>
            </a:r>
          </a:p>
        </p:txBody>
      </p:sp>
    </p:spTree>
    <p:extLst>
      <p:ext uri="{BB962C8B-B14F-4D97-AF65-F5344CB8AC3E}">
        <p14:creationId xmlns:p14="http://schemas.microsoft.com/office/powerpoint/2010/main" val="163120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FDDD1-CEE3-83BC-92F1-165F67AF0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35DE49E-3544-708B-0C34-93FFF946F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120809"/>
            <a:ext cx="5400000" cy="908391"/>
          </a:xfrm>
        </p:spPr>
        <p:txBody>
          <a:bodyPr/>
          <a:lstStyle/>
          <a:p>
            <a:endParaRPr lang="da-DK" dirty="0"/>
          </a:p>
          <a:p>
            <a:r>
              <a:rPr lang="da-DK" dirty="0"/>
              <a:t>Agenda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 dirty="0"/>
              <a:t>MC opsamling på sidste lektion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 dirty="0"/>
              <a:t>Status på moduler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 dirty="0"/>
              <a:t>Supply Chain Management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 dirty="0"/>
              <a:t>Modeller til vurdering/øvelser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 dirty="0"/>
              <a:t>Anvendelse af SCM på Hvedebro</a:t>
            </a:r>
          </a:p>
          <a:p>
            <a:pPr marL="342900" indent="-342900">
              <a:buFont typeface="+mj-lt"/>
              <a:buAutoNum type="arabicPeriod"/>
            </a:pPr>
            <a:endParaRPr lang="da-DK" sz="1800" dirty="0"/>
          </a:p>
          <a:p>
            <a:endParaRPr lang="da-DK" sz="1800" dirty="0"/>
          </a:p>
          <a:p>
            <a:pPr marL="514350" indent="-514350">
              <a:buFont typeface="+mj-lt"/>
              <a:buAutoNum type="arabicPeriod"/>
            </a:pPr>
            <a:endParaRPr lang="da-DK" sz="1800" dirty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45BD64B-FA1F-DBB3-DCFC-F1EAFDF1D4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5" name="Pladsholder til indhold 7">
            <a:extLst>
              <a:ext uri="{FF2B5EF4-FFF2-40B4-BE49-F238E27FC236}">
                <a16:creationId xmlns:a16="http://schemas.microsoft.com/office/drawing/2014/main" id="{D2093784-2564-D5CB-A768-B4167255E66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9533" r="19533"/>
          <a:stretch>
            <a:fillRect/>
          </a:stretch>
        </p:blipFill>
        <p:spPr>
          <a:xfrm>
            <a:off x="-863599" y="750119"/>
            <a:ext cx="5675296" cy="5549081"/>
          </a:xfrm>
        </p:spPr>
      </p:pic>
    </p:spTree>
    <p:extLst>
      <p:ext uri="{BB962C8B-B14F-4D97-AF65-F5344CB8AC3E}">
        <p14:creationId xmlns:p14="http://schemas.microsoft.com/office/powerpoint/2010/main" val="3734052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D9203BC-65C0-9901-19BB-A3501342A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Supply </a:t>
            </a:r>
            <a:r>
              <a:rPr lang="da-DK" dirty="0" err="1"/>
              <a:t>chain</a:t>
            </a:r>
            <a:r>
              <a:rPr lang="da-DK" dirty="0"/>
              <a:t> angreb – op mod 2000 virksomheder ramt i hver af de 2 angreb </a:t>
            </a: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CAA9C08-77A7-5DCE-0B9F-38EE90671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76" y="2036600"/>
            <a:ext cx="4850276" cy="4057246"/>
          </a:xfrm>
          <a:prstGeom prst="rect">
            <a:avLst/>
          </a:prstGeom>
        </p:spPr>
      </p:pic>
      <p:pic>
        <p:nvPicPr>
          <p:cNvPr id="14" name="Pladsholder til indhold 13">
            <a:extLst>
              <a:ext uri="{FF2B5EF4-FFF2-40B4-BE49-F238E27FC236}">
                <a16:creationId xmlns:a16="http://schemas.microsoft.com/office/drawing/2014/main" id="{8BCB0C23-C73E-ACD1-84AD-A453F9C9B1E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6211229" y="2036600"/>
            <a:ext cx="5555165" cy="4057246"/>
          </a:xfrm>
          <a:prstGeom prst="rect">
            <a:avLst/>
          </a:prstGeom>
        </p:spPr>
      </p:pic>
      <p:sp>
        <p:nvSpPr>
          <p:cNvPr id="15" name="Tekstfelt 14">
            <a:extLst>
              <a:ext uri="{FF2B5EF4-FFF2-40B4-BE49-F238E27FC236}">
                <a16:creationId xmlns:a16="http://schemas.microsoft.com/office/drawing/2014/main" id="{1C6D04C7-34CA-664E-DF48-8F95B1F5C0BF}"/>
              </a:ext>
            </a:extLst>
          </p:cNvPr>
          <p:cNvSpPr txBox="1"/>
          <p:nvPr/>
        </p:nvSpPr>
        <p:spPr>
          <a:xfrm>
            <a:off x="9696450" y="6218343"/>
            <a:ext cx="13131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/>
              <a:t>Kilde: Version2</a:t>
            </a:r>
          </a:p>
        </p:txBody>
      </p:sp>
    </p:spTree>
    <p:extLst>
      <p:ext uri="{BB962C8B-B14F-4D97-AF65-F5344CB8AC3E}">
        <p14:creationId xmlns:p14="http://schemas.microsoft.com/office/powerpoint/2010/main" val="3793334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20581-9277-6A2D-50A9-E0DD33A6E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7A4EBFF-810B-CDC1-3607-2C5748BA1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</p:spPr>
        <p:txBody>
          <a:bodyPr anchor="ctr">
            <a:normAutofit/>
          </a:bodyPr>
          <a:lstStyle/>
          <a:p>
            <a:r>
              <a:rPr lang="da-DK" dirty="0"/>
              <a:t>Supply Chain Management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58B8BE6-AF4E-F2C1-84F8-D08EBF9DBBCF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838200" y="1735494"/>
            <a:ext cx="11049000" cy="448618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179388" marR="0" lvl="0" indent="-179388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900" b="0" i="0" u="none" strike="noStrike" cap="none" normalizeH="0" baseline="0" dirty="0">
                <a:ln>
                  <a:noFill/>
                </a:ln>
                <a:effectLst/>
              </a:rPr>
              <a:t>Hvad er </a:t>
            </a:r>
            <a:r>
              <a:rPr kumimoji="0" lang="da-DK" altLang="da-DK" sz="1900" b="0" i="0" u="none" strike="noStrike" cap="none" normalizeH="0" baseline="0" dirty="0" err="1">
                <a:ln>
                  <a:noFill/>
                </a:ln>
                <a:effectLst/>
              </a:rPr>
              <a:t>supply</a:t>
            </a:r>
            <a:r>
              <a:rPr kumimoji="0" lang="da-DK" altLang="da-DK" sz="19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a-DK" altLang="da-DK" sz="1900" b="0" i="0" u="none" strike="noStrike" cap="none" normalizeH="0" baseline="0" dirty="0" err="1">
                <a:ln>
                  <a:noFill/>
                </a:ln>
                <a:effectLst/>
              </a:rPr>
              <a:t>chain</a:t>
            </a:r>
            <a:r>
              <a:rPr kumimoji="0" lang="da-DK" altLang="da-DK" sz="1900" b="0" i="0" u="none" strike="noStrike" cap="none" normalizeH="0" baseline="0" dirty="0">
                <a:ln>
                  <a:noFill/>
                </a:ln>
                <a:effectLst/>
              </a:rPr>
              <a:t> i en digital kontekst?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a-DK" altLang="da-DK" sz="1900" dirty="0"/>
              <a:t>Leverandører af hardware, software og cloud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a-DK" altLang="da-DK" sz="1900" dirty="0"/>
              <a:t>Outsourcing- og serviceleverandører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a-DK" altLang="da-DK" sz="1900" dirty="0"/>
              <a:t>3.- og 4.-parts forhold/risiko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a-DK" altLang="da-DK" sz="1900" dirty="0"/>
              <a:t>Afhængighed på tværs af teknologier og geografier</a:t>
            </a:r>
            <a:endParaRPr kumimoji="0" lang="da-DK" altLang="da-DK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da-DK" altLang="da-DK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da-DK" altLang="da-DK" sz="1900" b="0" i="0" u="none" strike="noStrike" cap="none" normalizeH="0" baseline="0" dirty="0">
              <a:ln>
                <a:noFill/>
              </a:ln>
              <a:effectLst/>
            </a:endParaRPr>
          </a:p>
          <a:p>
            <a:pPr marL="179388" marR="0" lvl="0" indent="-179388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900" b="0" i="0" u="none" strike="noStrike" cap="none" normalizeH="0" baseline="0" dirty="0">
                <a:ln>
                  <a:noFill/>
                </a:ln>
                <a:effectLst/>
              </a:rPr>
              <a:t>Hvorfor er leverandørkæder blevet mere sårbare?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a-DK" altLang="da-DK" sz="1900" dirty="0"/>
              <a:t>Leverandører kan være svageste led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a-DK" altLang="da-DK" sz="1900" dirty="0"/>
              <a:t>Antal årlige </a:t>
            </a:r>
            <a:r>
              <a:rPr lang="da-DK" altLang="da-DK" sz="1900" dirty="0" err="1"/>
              <a:t>supply</a:t>
            </a:r>
            <a:r>
              <a:rPr lang="da-DK" altLang="da-DK" sz="1900" dirty="0"/>
              <a:t> </a:t>
            </a:r>
            <a:r>
              <a:rPr lang="da-DK" altLang="da-DK" sz="1900" dirty="0" err="1"/>
              <a:t>chain</a:t>
            </a:r>
            <a:r>
              <a:rPr lang="da-DK" altLang="da-DK" sz="1900" dirty="0"/>
              <a:t> </a:t>
            </a:r>
            <a:r>
              <a:rPr lang="da-DK" altLang="da-DK" sz="1900" dirty="0" err="1"/>
              <a:t>attacks</a:t>
            </a:r>
            <a:r>
              <a:rPr lang="da-DK" altLang="da-DK" sz="1900" dirty="0"/>
              <a:t> forventes ifølge ENISA at stige fremover*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a-DK" altLang="da-DK" sz="1900" dirty="0"/>
              <a:t>Kompleksitet skaber nye angrebsvektorer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a-DK" altLang="da-DK" sz="1900" dirty="0"/>
              <a:t>Regulering (NIS2, DORA) stiller nye krav til området</a:t>
            </a:r>
          </a:p>
          <a:p>
            <a:pPr marL="179388" marR="0" lvl="0" indent="-179388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da-DK" altLang="da-DK" b="0" i="0" u="none" strike="noStrike" cap="none" normalizeH="0" baseline="0" dirty="0">
              <a:ln>
                <a:noFill/>
              </a:ln>
              <a:effectLst/>
            </a:endParaRPr>
          </a:p>
          <a:p>
            <a:pPr marL="179388" marR="0" lvl="0" indent="-179388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da-DK" altLang="da-DK" dirty="0"/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da-DK" altLang="da-DK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da-DK" altLang="da-DK" sz="1100" dirty="0"/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da-DK" altLang="da-DK" sz="1100" b="0" i="0" u="none" strike="noStrike" cap="none" normalizeH="0" baseline="0" dirty="0">
                <a:ln>
                  <a:noFill/>
                </a:ln>
                <a:effectLst/>
              </a:rPr>
              <a:t>*ENISA - </a:t>
            </a:r>
            <a:r>
              <a:rPr lang="en-US" sz="1100" dirty="0"/>
              <a:t>2024 REPORT ON THE STATE OF CYBERSECURITY IN THE UNION</a:t>
            </a:r>
            <a:endParaRPr lang="da-DK" altLang="da-DK" sz="1100" dirty="0"/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da-DK" altLang="da-DK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25837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6D061-CAB7-B9E6-3C7E-010DD870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Hvorfor er leverandørstyring vigtigt?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6CB1F54-7B65-9433-4A57-48CE77E666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a-DK" b="1" dirty="0"/>
              <a:t>1. Leverandører kan være det svageste led</a:t>
            </a:r>
          </a:p>
          <a:p>
            <a:r>
              <a:rPr lang="da-DK" dirty="0"/>
              <a:t>Et kendt eksempel: </a:t>
            </a:r>
            <a:r>
              <a:rPr lang="da-DK" i="1" dirty="0" err="1"/>
              <a:t>SolarWinds</a:t>
            </a:r>
            <a:r>
              <a:rPr lang="da-DK" i="1" dirty="0"/>
              <a:t>-angrebet</a:t>
            </a:r>
            <a:r>
              <a:rPr lang="da-DK" dirty="0"/>
              <a:t>, hvor hackere kompromitterede en softwareleverandør og derigennem fik adgang til tusindvis af organisationer.</a:t>
            </a:r>
          </a:p>
          <a:p>
            <a:r>
              <a:rPr lang="da-DK" b="1" dirty="0"/>
              <a:t>2. Software og opdateringer kan bruges som angrebsvektor</a:t>
            </a:r>
          </a:p>
          <a:p>
            <a:r>
              <a:rPr lang="da-DK" dirty="0"/>
              <a:t>Dette kaldes </a:t>
            </a:r>
            <a:r>
              <a:rPr lang="da-DK" i="1" dirty="0"/>
              <a:t>“software </a:t>
            </a:r>
            <a:r>
              <a:rPr lang="da-DK" i="1" dirty="0" err="1"/>
              <a:t>supply</a:t>
            </a:r>
            <a:r>
              <a:rPr lang="da-DK" i="1" dirty="0"/>
              <a:t> </a:t>
            </a:r>
            <a:r>
              <a:rPr lang="da-DK" i="1" dirty="0" err="1"/>
              <a:t>chain</a:t>
            </a:r>
            <a:r>
              <a:rPr lang="da-DK" i="1" dirty="0"/>
              <a:t> </a:t>
            </a:r>
            <a:r>
              <a:rPr lang="da-DK" i="1" dirty="0" err="1"/>
              <a:t>attacks</a:t>
            </a:r>
            <a:r>
              <a:rPr lang="da-DK" i="1" dirty="0"/>
              <a:t>”</a:t>
            </a:r>
            <a:r>
              <a:rPr lang="da-DK" dirty="0"/>
              <a:t>.</a:t>
            </a:r>
          </a:p>
          <a:p>
            <a:r>
              <a:rPr lang="da-DK" b="1" dirty="0"/>
              <a:t>3. Fysiske komponenter kan manipuleres</a:t>
            </a:r>
          </a:p>
          <a:p>
            <a:r>
              <a:rPr lang="da-DK" dirty="0"/>
              <a:t>Skjulte chips, manipuleret firmware, bagdøre </a:t>
            </a:r>
          </a:p>
          <a:p>
            <a:r>
              <a:rPr lang="da-DK" b="1" dirty="0"/>
              <a:t>4. Outsourcing skaber flere angrebspunkter</a:t>
            </a:r>
          </a:p>
          <a:p>
            <a:r>
              <a:rPr lang="da-DK" dirty="0"/>
              <a:t>Mange virksomheder outsourcer: drift, cloud, support</a:t>
            </a:r>
          </a:p>
          <a:p>
            <a:r>
              <a:rPr lang="da-DK" b="1" dirty="0"/>
              <a:t>5. Regulering/standarder på området</a:t>
            </a:r>
          </a:p>
          <a:p>
            <a:r>
              <a:rPr lang="da-DK" dirty="0"/>
              <a:t>NIS2, DORA, ISO 27036 (</a:t>
            </a:r>
            <a:r>
              <a:rPr lang="da-DK" dirty="0" err="1"/>
              <a:t>onboarding</a:t>
            </a:r>
            <a:r>
              <a:rPr lang="da-DK" dirty="0"/>
              <a:t>, kontrakter, kontrol, </a:t>
            </a:r>
            <a:r>
              <a:rPr lang="da-DK" dirty="0" err="1"/>
              <a:t>off</a:t>
            </a:r>
            <a:r>
              <a:rPr lang="da-DK" dirty="0"/>
              <a:t>-boarding), NIST 800-161</a:t>
            </a:r>
          </a:p>
          <a:p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1D96BE-1D8E-8BA3-9ECB-847C6EED5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1BDE664-2F65-993A-6F2C-8E6B826A5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da-D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525BA9-161E-4C66-778F-E56CABAA7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1242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E0F731-4F69-082F-D211-0A5E11182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 1 CASE </a:t>
            </a:r>
            <a:r>
              <a:rPr lang="da-DK" altLang="da-DK" dirty="0" err="1"/>
              <a:t>SolarWinds</a:t>
            </a:r>
            <a:r>
              <a:rPr lang="da-DK" altLang="da-DK" dirty="0"/>
              <a:t> (G1+2), </a:t>
            </a:r>
            <a:r>
              <a:rPr lang="da-DK" altLang="da-DK" dirty="0" err="1"/>
              <a:t>Kaseya</a:t>
            </a:r>
            <a:r>
              <a:rPr lang="da-DK" altLang="da-DK" dirty="0"/>
              <a:t> (G3+4), </a:t>
            </a:r>
            <a:r>
              <a:rPr lang="da-DK" altLang="da-DK" dirty="0" err="1"/>
              <a:t>NotPetya</a:t>
            </a:r>
            <a:r>
              <a:rPr lang="da-DK" altLang="da-DK" dirty="0"/>
              <a:t> (G5/6), </a:t>
            </a:r>
            <a:r>
              <a:rPr lang="da-DK" altLang="da-DK" dirty="0" err="1"/>
              <a:t>MOVEit</a:t>
            </a:r>
            <a:r>
              <a:rPr lang="da-DK" altLang="da-DK" dirty="0"/>
              <a:t> (G7/8).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A3C990F-DE23-44F5-7580-B23C3588BDF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a-DK" b="1" dirty="0"/>
              <a:t>Hvad skete der i forbindelse med ovenstående incidents. </a:t>
            </a:r>
          </a:p>
          <a:p>
            <a:endParaRPr lang="da-DK" dirty="0"/>
          </a:p>
          <a:p>
            <a:r>
              <a:rPr lang="da-DK" dirty="0"/>
              <a:t>Beskriv: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/>
              <a:t>Hvad blev de ramt af (hvad gik galt)?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/>
              <a:t>Hvilke sikkerhedsbegreber er i spil – herunder CIA?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/>
              <a:t>Hvad var konsekvensen?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/>
              <a:t>Kunne kontroller have forhindret angrebet?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/>
              <a:t>Hvad burde de forbedre?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/>
              <a:t>Andre sikkerhedsovervejelser?</a:t>
            </a:r>
          </a:p>
          <a:p>
            <a:endParaRPr lang="da-DK" dirty="0"/>
          </a:p>
          <a:p>
            <a:r>
              <a:rPr lang="da-DK" dirty="0"/>
              <a:t>Brug nettet og lav et par beskrivende slides. </a:t>
            </a:r>
          </a:p>
          <a:p>
            <a:r>
              <a:rPr lang="da-DK" dirty="0"/>
              <a:t>15 minutter til forberedelse. Vi hører 4 grupper – 5 min. til hver.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2722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6D061-CAB7-B9E6-3C7E-010DD870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Typiske leverancekategorier til en virksomhed.</a:t>
            </a:r>
            <a:br>
              <a:rPr lang="da-DK" dirty="0"/>
            </a:br>
            <a:endParaRPr lang="da-DK" dirty="0"/>
          </a:p>
        </p:txBody>
      </p:sp>
      <p:pic>
        <p:nvPicPr>
          <p:cNvPr id="6" name="Billede 5" descr="Et billede, der indeholder tekst, skærmbillede, nummer/tal, Font/skrifttype&#10;&#10;Automatisk genereret beskrivelse">
            <a:extLst>
              <a:ext uri="{FF2B5EF4-FFF2-40B4-BE49-F238E27FC236}">
                <a16:creationId xmlns:a16="http://schemas.microsoft.com/office/drawing/2014/main" id="{A86F81D1-0AD4-D48D-1935-EC7473AEF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417" y="1265009"/>
            <a:ext cx="9389166" cy="4924759"/>
          </a:xfrm>
          <a:prstGeom prst="rect">
            <a:avLst/>
          </a:prstGeom>
        </p:spPr>
      </p:pic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26934CAF-B9AC-0D39-1BCA-F6278D4138EA}"/>
              </a:ext>
            </a:extLst>
          </p:cNvPr>
          <p:cNvCxnSpPr/>
          <p:nvPr/>
        </p:nvCxnSpPr>
        <p:spPr>
          <a:xfrm flipH="1">
            <a:off x="7123390" y="2078820"/>
            <a:ext cx="772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153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6D061-CAB7-B9E6-3C7E-010DD870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Leverandørkrav og dokumentation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6CB1F54-7B65-9433-4A57-48CE77E666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0" dirty="0"/>
              <a:t>Risici i leverandørkæder </a:t>
            </a:r>
            <a:r>
              <a:rPr lang="da-DK" b="1" dirty="0">
                <a:solidFill>
                  <a:srgbClr val="FF0000"/>
                </a:solidFill>
              </a:rPr>
              <a:t>skal</a:t>
            </a:r>
            <a:r>
              <a:rPr lang="da-DK" b="0" dirty="0"/>
              <a:t> være en del af virksomhedens egen risikoanalyse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Hvad kan man så gøre i praksis?</a:t>
            </a:r>
          </a:p>
          <a:p>
            <a:endParaRPr lang="da-DK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b="0" dirty="0"/>
              <a:t>Fokuser på hvad der er </a:t>
            </a:r>
            <a:r>
              <a:rPr lang="da-DK" b="0" dirty="0">
                <a:solidFill>
                  <a:srgbClr val="FF0000"/>
                </a:solidFill>
              </a:rPr>
              <a:t>kritisk og relevant mod den enkelte leverandør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b="0" dirty="0"/>
              <a:t>Tag en </a:t>
            </a:r>
            <a:r>
              <a:rPr lang="da-DK" b="0" dirty="0">
                <a:solidFill>
                  <a:srgbClr val="FF0000"/>
                </a:solidFill>
              </a:rPr>
              <a:t>dialog med leverandøren </a:t>
            </a:r>
            <a:r>
              <a:rPr lang="da-DK" b="0" dirty="0"/>
              <a:t>- hvis muligt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b="0" dirty="0"/>
              <a:t>Søg evidens (</a:t>
            </a:r>
            <a:r>
              <a:rPr lang="da-DK" b="0" dirty="0">
                <a:solidFill>
                  <a:srgbClr val="FF0000"/>
                </a:solidFill>
              </a:rPr>
              <a:t>beviser/dokumentation</a:t>
            </a:r>
            <a:r>
              <a:rPr lang="da-DK" b="0" dirty="0"/>
              <a:t>) om nødvendigt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Kræv </a:t>
            </a:r>
            <a:r>
              <a:rPr lang="da-DK" dirty="0">
                <a:solidFill>
                  <a:srgbClr val="FF0000"/>
                </a:solidFill>
              </a:rPr>
              <a:t>løbende rapportering </a:t>
            </a:r>
            <a:r>
              <a:rPr lang="da-DK" dirty="0"/>
              <a:t>på vigtige områder.</a:t>
            </a:r>
            <a:endParaRPr lang="da-DK" b="0" dirty="0"/>
          </a:p>
          <a:p>
            <a:pPr lvl="1"/>
            <a:endParaRPr lang="da-DK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b="0" dirty="0"/>
          </a:p>
        </p:txBody>
      </p:sp>
    </p:spTree>
    <p:extLst>
      <p:ext uri="{BB962C8B-B14F-4D97-AF65-F5344CB8AC3E}">
        <p14:creationId xmlns:p14="http://schemas.microsoft.com/office/powerpoint/2010/main" val="1509073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1D1DDF-F791-936D-89E8-A6FDBC063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 2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7F4018A-6C66-8854-EC5F-4E106EB8961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a-DK" dirty="0"/>
              <a:t>2 og 2 opgave</a:t>
            </a:r>
          </a:p>
          <a:p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Hvilke leverandørkategorier/typer anvender Hvedebro i dag og evt. fremover jf. slide 6?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Hvilke leverandører (områder) er </a:t>
            </a:r>
            <a:r>
              <a:rPr lang="da-DK" b="1" dirty="0"/>
              <a:t>kritiske</a:t>
            </a:r>
            <a:r>
              <a:rPr lang="da-DK" dirty="0"/>
              <a:t>, </a:t>
            </a:r>
            <a:r>
              <a:rPr lang="da-DK" b="1" dirty="0"/>
              <a:t>vigtige</a:t>
            </a:r>
            <a:r>
              <a:rPr lang="da-DK" dirty="0"/>
              <a:t> og </a:t>
            </a:r>
            <a:r>
              <a:rPr lang="da-DK" b="1" dirty="0"/>
              <a:t>ikke-kritiske </a:t>
            </a:r>
            <a:r>
              <a:rPr lang="da-DK" dirty="0"/>
              <a:t>for Hvedebro Maskinfabrik, at tage fat på ifm. sikkerhed?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Prøv at lave en rangering af vigtighed. </a:t>
            </a:r>
          </a:p>
          <a:p>
            <a:endParaRPr lang="da-DK" dirty="0"/>
          </a:p>
          <a:p>
            <a:r>
              <a:rPr lang="da-DK" dirty="0"/>
              <a:t>Lav en tabel med ovenstående.</a:t>
            </a:r>
          </a:p>
          <a:p>
            <a:endParaRPr lang="da-DK" dirty="0"/>
          </a:p>
          <a:p>
            <a:r>
              <a:rPr lang="da-DK" dirty="0"/>
              <a:t>15 minutter til drøftelse 2 og 2 omkring bordet. </a:t>
            </a:r>
          </a:p>
          <a:p>
            <a:r>
              <a:rPr lang="da-DK" dirty="0"/>
              <a:t>De to grupper ved bordet forklarer derefter deres respektive løsninger.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26376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6D061-CAB7-B9E6-3C7E-010DD870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Hvorfor outsource? – jf. CFCS</a:t>
            </a:r>
          </a:p>
        </p:txBody>
      </p:sp>
      <p:pic>
        <p:nvPicPr>
          <p:cNvPr id="6" name="Billede 5" descr="Et billede, der indeholder tekst, skærmbillede, Font/skrifttype, nummer/tal&#10;&#10;Automatisk genereret beskrivelse">
            <a:extLst>
              <a:ext uri="{FF2B5EF4-FFF2-40B4-BE49-F238E27FC236}">
                <a16:creationId xmlns:a16="http://schemas.microsoft.com/office/drawing/2014/main" id="{DC7B1181-45ED-3FA2-7EB1-DD64E7A06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86" y="1847018"/>
            <a:ext cx="8586577" cy="4342750"/>
          </a:xfrm>
          <a:prstGeom prst="rect">
            <a:avLst/>
          </a:prstGeom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DF91D324-7B09-333A-7166-60B52264136F}"/>
              </a:ext>
            </a:extLst>
          </p:cNvPr>
          <p:cNvSpPr txBox="1"/>
          <p:nvPr/>
        </p:nvSpPr>
        <p:spPr>
          <a:xfrm>
            <a:off x="9851466" y="6330950"/>
            <a:ext cx="105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/>
              <a:t>Kilde: CFCS</a:t>
            </a:r>
          </a:p>
        </p:txBody>
      </p:sp>
    </p:spTree>
    <p:extLst>
      <p:ext uri="{BB962C8B-B14F-4D97-AF65-F5344CB8AC3E}">
        <p14:creationId xmlns:p14="http://schemas.microsoft.com/office/powerpoint/2010/main" val="1556071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 descr="Et billede, der indeholder tekst, cirkel, visitkort, Font/skrifttype&#10;&#10;AI-genereret indhold kan være ukorrekt.">
            <a:extLst>
              <a:ext uri="{FF2B5EF4-FFF2-40B4-BE49-F238E27FC236}">
                <a16:creationId xmlns:a16="http://schemas.microsoft.com/office/drawing/2014/main" id="{E4D91618-E06F-3B65-6F69-0EC55D1CA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96239"/>
            <a:ext cx="6096001" cy="6065520"/>
          </a:xfrm>
          <a:prstGeom prst="rect">
            <a:avLst/>
          </a:prstGeom>
          <a:noFill/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B66D061-CAB7-B9E6-3C7E-010DD87005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1015" y="919789"/>
            <a:ext cx="5042785" cy="841357"/>
          </a:xfrm>
        </p:spPr>
        <p:txBody>
          <a:bodyPr anchor="ctr">
            <a:normAutofit/>
          </a:bodyPr>
          <a:lstStyle/>
          <a:p>
            <a:pPr algn="l"/>
            <a:r>
              <a:rPr lang="da-DK" dirty="0"/>
              <a:t>Indkøbsprocessen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6CB1F54-7B65-9433-4A57-48CE77E666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1015" y="2038525"/>
            <a:ext cx="5042786" cy="4157001"/>
          </a:xfrm>
        </p:spPr>
        <p:txBody>
          <a:bodyPr anchor="t">
            <a:normAutofit fontScale="92500" lnSpcReduction="20000"/>
          </a:bodyPr>
          <a:lstStyle/>
          <a:p>
            <a:pPr lvl="0">
              <a:buClr>
                <a:srgbClr val="000000"/>
              </a:buClr>
              <a:buSzPts val="1100"/>
            </a:pPr>
            <a:endParaRPr lang="da-DK" dirty="0"/>
          </a:p>
          <a:p>
            <a:pPr marL="358775" indent="-358775">
              <a:spcAft>
                <a:spcPts val="800"/>
              </a:spcAft>
              <a:buClr>
                <a:srgbClr val="000000"/>
              </a:buClr>
              <a:buSzPct val="100000"/>
              <a:buAutoNum type="arabicPeriod"/>
            </a:pPr>
            <a:r>
              <a:rPr lang="da-DK" dirty="0">
                <a:solidFill>
                  <a:schemeClr val="tx1"/>
                </a:solidFill>
              </a:rPr>
              <a:t>Planlægning af udbud (sikkerhedskrav og sikkerhedsspecifikation)</a:t>
            </a:r>
          </a:p>
          <a:p>
            <a:pPr marL="361950" indent="-361950">
              <a:spcAft>
                <a:spcPts val="800"/>
              </a:spcAft>
              <a:buClr>
                <a:srgbClr val="339966"/>
              </a:buClr>
              <a:buSzPct val="100000"/>
            </a:pPr>
            <a:r>
              <a:rPr lang="da-DK" dirty="0">
                <a:solidFill>
                  <a:schemeClr val="tx1"/>
                </a:solidFill>
              </a:rPr>
              <a:t>2.   Kravspecifikation udsendes </a:t>
            </a:r>
            <a:r>
              <a:rPr lang="da-DK" dirty="0" err="1">
                <a:solidFill>
                  <a:schemeClr val="tx1"/>
                </a:solidFill>
              </a:rPr>
              <a:t>incl</a:t>
            </a:r>
            <a:r>
              <a:rPr lang="da-DK" dirty="0">
                <a:solidFill>
                  <a:schemeClr val="tx1"/>
                </a:solidFill>
              </a:rPr>
              <a:t>. sikkerhedskrav </a:t>
            </a:r>
          </a:p>
          <a:p>
            <a:pPr marL="358775" indent="-358775">
              <a:spcAft>
                <a:spcPts val="800"/>
              </a:spcAft>
              <a:buClr>
                <a:srgbClr val="000000"/>
              </a:buClr>
              <a:buSzPct val="100000"/>
            </a:pPr>
            <a:r>
              <a:rPr lang="da-DK" dirty="0">
                <a:solidFill>
                  <a:schemeClr val="tx1"/>
                </a:solidFill>
              </a:rPr>
              <a:t>3.	Budrunde (pris/løsning) – kan forekomme  flere budrunder</a:t>
            </a:r>
          </a:p>
          <a:p>
            <a:pPr marL="361950" indent="-361950">
              <a:spcAft>
                <a:spcPts val="800"/>
              </a:spcAft>
              <a:buClr>
                <a:srgbClr val="000000"/>
              </a:buClr>
              <a:buSzPct val="100000"/>
            </a:pPr>
            <a:r>
              <a:rPr lang="da-DK" dirty="0">
                <a:solidFill>
                  <a:schemeClr val="tx1"/>
                </a:solidFill>
              </a:rPr>
              <a:t>4.    Leverandørvalg</a:t>
            </a:r>
          </a:p>
          <a:p>
            <a:pPr marL="447675" indent="-447675">
              <a:spcAft>
                <a:spcPts val="800"/>
              </a:spcAft>
              <a:buClr>
                <a:srgbClr val="000000"/>
              </a:buClr>
              <a:buSzPct val="100000"/>
            </a:pPr>
            <a:r>
              <a:rPr lang="da-DK" dirty="0">
                <a:solidFill>
                  <a:schemeClr val="tx1"/>
                </a:solidFill>
              </a:rPr>
              <a:t>5.    Styring/implementering (rapportering, audits   mm.)</a:t>
            </a:r>
          </a:p>
          <a:p>
            <a:pPr marL="447675" indent="-447675">
              <a:spcAft>
                <a:spcPts val="800"/>
              </a:spcAft>
              <a:buClr>
                <a:srgbClr val="000000"/>
              </a:buClr>
              <a:buSzPct val="100000"/>
            </a:pPr>
            <a:r>
              <a:rPr lang="da-DK" dirty="0">
                <a:solidFill>
                  <a:schemeClr val="tx1"/>
                </a:solidFill>
              </a:rPr>
              <a:t>6.    Afslutning (hvad skal der sikkerhedsmæssigt gøres ved </a:t>
            </a:r>
            <a:r>
              <a:rPr lang="da-DK" dirty="0" err="1">
                <a:solidFill>
                  <a:schemeClr val="tx1"/>
                </a:solidFill>
              </a:rPr>
              <a:t>terminering</a:t>
            </a:r>
            <a:r>
              <a:rPr lang="da-DK" dirty="0">
                <a:solidFill>
                  <a:schemeClr val="tx1"/>
                </a:solidFill>
              </a:rPr>
              <a:t> af aftalen)</a:t>
            </a:r>
          </a:p>
          <a:p>
            <a:pPr marL="342900" lvl="0" indent="-342900">
              <a:spcAft>
                <a:spcPts val="800"/>
              </a:spcAft>
              <a:buClr>
                <a:srgbClr val="000000"/>
              </a:buClr>
              <a:buSzPts val="1100"/>
              <a:buFont typeface="+mj-lt"/>
              <a:buAutoNum type="arabicPeriod"/>
            </a:pPr>
            <a:endParaRPr lang="da-DK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sz="1500" b="0" dirty="0"/>
          </a:p>
          <a:p>
            <a:endParaRPr lang="da-DK" sz="1500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2149969-9D18-19CF-5E7B-2B40D8BAF332}"/>
              </a:ext>
            </a:extLst>
          </p:cNvPr>
          <p:cNvSpPr txBox="1"/>
          <p:nvPr/>
        </p:nvSpPr>
        <p:spPr>
          <a:xfrm>
            <a:off x="9851466" y="6330950"/>
            <a:ext cx="105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/>
              <a:t>Kilde: CFCS</a:t>
            </a:r>
          </a:p>
        </p:txBody>
      </p:sp>
    </p:spTree>
    <p:extLst>
      <p:ext uri="{BB962C8B-B14F-4D97-AF65-F5344CB8AC3E}">
        <p14:creationId xmlns:p14="http://schemas.microsoft.com/office/powerpoint/2010/main" val="1426004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6D061-CAB7-B9E6-3C7E-010DD870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030182"/>
            <a:ext cx="10515600" cy="920749"/>
          </a:xfrm>
        </p:spPr>
        <p:txBody>
          <a:bodyPr/>
          <a:lstStyle/>
          <a:p>
            <a:r>
              <a:rPr lang="da-DK" dirty="0"/>
              <a:t>Indhold af faser</a:t>
            </a:r>
            <a:br>
              <a:rPr lang="da-DK" dirty="0"/>
            </a:br>
            <a:r>
              <a:rPr lang="da-DK" dirty="0"/>
              <a:t>med henblik på </a:t>
            </a:r>
            <a:br>
              <a:rPr lang="da-DK" dirty="0"/>
            </a:br>
            <a:r>
              <a:rPr lang="da-DK" dirty="0"/>
              <a:t>sikkerhed</a:t>
            </a:r>
            <a:br>
              <a:rPr lang="da-DK" dirty="0"/>
            </a:br>
            <a:r>
              <a:rPr lang="da-DK" dirty="0"/>
              <a:t>(Outsourcing)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06C0B11B-065D-9602-0689-8EB4FC671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233" y="88900"/>
            <a:ext cx="5168900" cy="6769100"/>
          </a:xfrm>
          <a:prstGeom prst="rect">
            <a:avLst/>
          </a:prstGeom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EED893F8-28A7-A0C9-5C22-226DF948D27F}"/>
              </a:ext>
            </a:extLst>
          </p:cNvPr>
          <p:cNvSpPr txBox="1"/>
          <p:nvPr/>
        </p:nvSpPr>
        <p:spPr>
          <a:xfrm>
            <a:off x="10454716" y="6356350"/>
            <a:ext cx="105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/>
              <a:t>Kilde: CFCS</a:t>
            </a:r>
          </a:p>
        </p:txBody>
      </p:sp>
    </p:spTree>
    <p:extLst>
      <p:ext uri="{BB962C8B-B14F-4D97-AF65-F5344CB8AC3E}">
        <p14:creationId xmlns:p14="http://schemas.microsoft.com/office/powerpoint/2010/main" val="2264253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6D061-CAB7-B9E6-3C7E-010DD870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Overordnede generelle leverandørspørgsmål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6CB1F54-7B65-9433-4A57-48CE77E666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dirty="0"/>
              <a:t>Har virksomheden en sikkerhedspolitik og er den tilgængelig for kunder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dirty="0"/>
              <a:t>Har virksomheden en sikkerhedsstrategi og vil den vær tilgængelig for kunder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dirty="0"/>
              <a:t>Hvilke compliancekrav skal virksomheden efterleve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dirty="0"/>
              <a:t>Er der specielle sikkerhedsforhold som virksomheden ønsker at oplyse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dirty="0"/>
              <a:t>Har virksomheden nogle sikkerhedscertifikater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dirty="0"/>
              <a:t>Hvordan kontrollerer virksomheden deres underleverandører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dirty="0"/>
              <a:t>Hvordan håndterer virksomheden awareness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dirty="0"/>
              <a:t>Har virksomheden en sikkerheds governance struktur og er den tilgængelig for kunder</a:t>
            </a:r>
          </a:p>
          <a:p>
            <a:pPr marL="285750" indent="-2857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a-DK" dirty="0"/>
              <a:t>Har virksomheden BCM-planer og testes disse</a:t>
            </a:r>
          </a:p>
          <a:p>
            <a:pPr marL="285750" indent="-2857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a-DK" dirty="0"/>
              <a:t>Vil virksomheden dele risikoanalyser/billeder</a:t>
            </a:r>
          </a:p>
          <a:p>
            <a:pPr marL="285750" lvl="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da-DK" dirty="0"/>
          </a:p>
          <a:p>
            <a:pPr lvl="0">
              <a:spcAft>
                <a:spcPts val="800"/>
              </a:spcAft>
            </a:pPr>
            <a:r>
              <a:rPr lang="da-DK" dirty="0">
                <a:solidFill>
                  <a:srgbClr val="FF0000"/>
                </a:solidFill>
              </a:rPr>
              <a:t>Se spørgeskema under supplerende materiale.</a:t>
            </a:r>
          </a:p>
          <a:p>
            <a:pPr lvl="0">
              <a:spcAft>
                <a:spcPts val="800"/>
              </a:spcAft>
            </a:pPr>
            <a:endParaRPr lang="da-DK" sz="1400" dirty="0"/>
          </a:p>
        </p:txBody>
      </p:sp>
    </p:spTree>
    <p:extLst>
      <p:ext uri="{BB962C8B-B14F-4D97-AF65-F5344CB8AC3E}">
        <p14:creationId xmlns:p14="http://schemas.microsoft.com/office/powerpoint/2010/main" val="15737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9DA3D-B9E4-BDB1-224B-5EBFD976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 3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E27B985-41D5-1523-ED65-7B8B0F840E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9" y="1791478"/>
            <a:ext cx="11201401" cy="4398291"/>
          </a:xfrm>
        </p:spPr>
        <p:txBody>
          <a:bodyPr/>
          <a:lstStyle/>
          <a:p>
            <a:r>
              <a:rPr lang="da-DK" b="1" dirty="0"/>
              <a:t>Opgave 1</a:t>
            </a:r>
          </a:p>
          <a:p>
            <a:r>
              <a:rPr lang="da-DK" dirty="0"/>
              <a:t>Drøft 2 og 2 hvad der ville være relevante drøftelser med IT leverandører i relation til svar i opgave 2 . Vælg et af områderne fra opgave 1.</a:t>
            </a:r>
          </a:p>
          <a:p>
            <a:r>
              <a:rPr lang="da-DK" dirty="0"/>
              <a:t>Hvordan kan Gurli tænke leverandørstyring ind i sin sikkerhedsplan?</a:t>
            </a:r>
          </a:p>
          <a:p>
            <a:r>
              <a:rPr lang="da-DK" dirty="0"/>
              <a:t>Gå igennem leverandørdialogspørgeskemaet og nedfæld hvilke områder, det ville være relevante at drøfte og hvorfor - i relation til jeres køb. </a:t>
            </a:r>
          </a:p>
          <a:p>
            <a:r>
              <a:rPr lang="da-DK" dirty="0"/>
              <a:t> </a:t>
            </a:r>
          </a:p>
          <a:p>
            <a:r>
              <a:rPr lang="da-DK" dirty="0"/>
              <a:t>15 minutter 2 og 2. </a:t>
            </a:r>
          </a:p>
          <a:p>
            <a:r>
              <a:rPr lang="da-DK" dirty="0"/>
              <a:t>10 min opsamling omkring bordet efterfølgende. </a:t>
            </a:r>
          </a:p>
        </p:txBody>
      </p:sp>
    </p:spTree>
    <p:extLst>
      <p:ext uri="{BB962C8B-B14F-4D97-AF65-F5344CB8AC3E}">
        <p14:creationId xmlns:p14="http://schemas.microsoft.com/office/powerpoint/2010/main" val="1791927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6D061-CAB7-B9E6-3C7E-010DD870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Hvordan vælger man sin leverandør, eksempler?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6CB1F54-7B65-9433-4A57-48CE77E666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6300" y="1467628"/>
            <a:ext cx="10515600" cy="4398291"/>
          </a:xfrm>
        </p:spPr>
        <p:txBody>
          <a:bodyPr/>
          <a:lstStyle/>
          <a:p>
            <a:pPr marL="342900" lvl="0" indent="-342900">
              <a:spcAft>
                <a:spcPts val="535"/>
              </a:spcAft>
              <a:buFont typeface="Symbol" panose="05050102010706020507" pitchFamily="18" charset="2"/>
              <a:buChar char=""/>
            </a:pPr>
            <a:r>
              <a:rPr lang="da-DK" sz="1600" dirty="0"/>
              <a:t>Leverandørens evne til at leve op til de stillede sikkerhedskrav. </a:t>
            </a:r>
          </a:p>
          <a:p>
            <a:pPr marL="342900" lvl="0" indent="-342900">
              <a:spcAft>
                <a:spcPts val="535"/>
              </a:spcAft>
              <a:buFont typeface="Symbol" panose="05050102010706020507" pitchFamily="18" charset="2"/>
              <a:buChar char=""/>
            </a:pPr>
            <a:r>
              <a:rPr lang="da-DK" sz="1600" dirty="0"/>
              <a:t>Leverandørens geografiske placering. </a:t>
            </a:r>
          </a:p>
          <a:p>
            <a:pPr marL="342900" lvl="0" indent="-342900">
              <a:spcAft>
                <a:spcPts val="535"/>
              </a:spcAft>
              <a:buFont typeface="Symbol" panose="05050102010706020507" pitchFamily="18" charset="2"/>
              <a:buChar char=""/>
            </a:pPr>
            <a:r>
              <a:rPr lang="da-DK" sz="1600" dirty="0"/>
              <a:t>Leverandørens accept af eventuelle overgangsforhold, hvis opgaven tidligere har været outsourcet eller varetaget af en anden leverandør. </a:t>
            </a:r>
          </a:p>
          <a:p>
            <a:pPr marL="342900" lvl="0" indent="-342900">
              <a:spcAft>
                <a:spcPts val="535"/>
              </a:spcAft>
              <a:buFont typeface="Symbol" panose="05050102010706020507" pitchFamily="18" charset="2"/>
              <a:buChar char=""/>
            </a:pPr>
            <a:r>
              <a:rPr lang="da-DK" sz="1600" dirty="0"/>
              <a:t>Leverandørens villighed til at samarbejde og til at lade sig efterse/revidere. </a:t>
            </a:r>
          </a:p>
          <a:p>
            <a:pPr marL="342900" lvl="0" indent="-342900">
              <a:spcAft>
                <a:spcPts val="535"/>
              </a:spcAft>
              <a:buFont typeface="Symbol" panose="05050102010706020507" pitchFamily="18" charset="2"/>
              <a:buChar char=""/>
            </a:pPr>
            <a:r>
              <a:rPr lang="da-DK" sz="1600" dirty="0"/>
              <a:t>Leverandørens accept af ophørsbestemmelser, herunder forpligtelsen til at opretholde cyber- og informationssikkerheden i hele ophørsperioden. </a:t>
            </a:r>
          </a:p>
          <a:p>
            <a:pPr marL="342900" lvl="0" indent="-342900">
              <a:spcAft>
                <a:spcPts val="535"/>
              </a:spcAft>
              <a:buFont typeface="Symbol" panose="05050102010706020507" pitchFamily="18" charset="2"/>
              <a:buChar char=""/>
            </a:pPr>
            <a:r>
              <a:rPr lang="da-DK" sz="1600" dirty="0"/>
              <a:t>Leverandørens økonomiske forhold og ejerforhold. </a:t>
            </a:r>
          </a:p>
          <a:p>
            <a:pPr marL="342900" lvl="0" indent="-342900">
              <a:spcAft>
                <a:spcPts val="535"/>
              </a:spcAft>
              <a:buFont typeface="Symbol" panose="05050102010706020507" pitchFamily="18" charset="2"/>
              <a:buChar char=""/>
            </a:pPr>
            <a:r>
              <a:rPr lang="da-DK" sz="1600" dirty="0"/>
              <a:t>Leverandørens brug af underleverandører, hvordan sikres at krav videreformidles? </a:t>
            </a:r>
          </a:p>
          <a:p>
            <a:pPr marL="342900" lvl="0" indent="-342900">
              <a:spcAft>
                <a:spcPts val="535"/>
              </a:spcAft>
              <a:buFont typeface="Symbol" panose="05050102010706020507" pitchFamily="18" charset="2"/>
              <a:buChar char=""/>
            </a:pPr>
            <a:r>
              <a:rPr lang="da-DK" sz="1600" dirty="0"/>
              <a:t>Leverandørens integritet og eventuelle konstaterede tilfælde af væsentlig misligholdelse af tidligere offentlige kontrakter. </a:t>
            </a:r>
          </a:p>
          <a:p>
            <a:pPr marL="342900" lvl="0" indent="-342900">
              <a:spcAft>
                <a:spcPts val="535"/>
              </a:spcAft>
              <a:buFont typeface="Symbol" panose="05050102010706020507" pitchFamily="18" charset="2"/>
              <a:buChar char=""/>
            </a:pPr>
            <a:r>
              <a:rPr lang="da-DK" sz="1600" dirty="0"/>
              <a:t>Størrelses- og afhængighedsforholdet mellem kunde og leverandør.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da-DK" sz="1600" dirty="0"/>
              <a:t>Risikoen for leverandørlåsning pga. omkostningerne ved senere at skifte leverandør, når kunden først er blevet afhængig af leverandørens ydelser. </a:t>
            </a:r>
          </a:p>
        </p:txBody>
      </p:sp>
    </p:spTree>
    <p:extLst>
      <p:ext uri="{BB962C8B-B14F-4D97-AF65-F5344CB8AC3E}">
        <p14:creationId xmlns:p14="http://schemas.microsoft.com/office/powerpoint/2010/main" val="2826598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72CAF-B742-BE44-EBD5-9F8A4E2BB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750819-6F85-A8C3-C3BC-E1648FBF900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a-DK" dirty="0"/>
              <a:t>Mere specifikke leverance spørgsmål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351A4A5-BF7D-BDDE-933A-3D2E6FEC4E5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a-DK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Hvordan sikkerhedstestes leverancer?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a-DK" dirty="0" err="1">
                <a:ea typeface="Calibri" panose="020F0502020204030204" pitchFamily="34" charset="0"/>
                <a:cs typeface="Times New Roman" panose="02020603050405020304" pitchFamily="18" charset="0"/>
              </a:rPr>
              <a:t>Patching</a:t>
            </a:r>
            <a:r>
              <a:rPr lang="da-DK" dirty="0">
                <a:ea typeface="Calibri" panose="020F0502020204030204" pitchFamily="34" charset="0"/>
                <a:cs typeface="Times New Roman" panose="02020603050405020304" pitchFamily="18" charset="0"/>
              </a:rPr>
              <a:t> ?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a-DK" dirty="0">
                <a:ea typeface="Calibri" panose="020F0502020204030204" pitchFamily="34" charset="0"/>
                <a:cs typeface="Times New Roman" panose="02020603050405020304" pitchFamily="18" charset="0"/>
              </a:rPr>
              <a:t>Incident management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a-DK" dirty="0">
                <a:ea typeface="Calibri" panose="020F0502020204030204" pitchFamily="34" charset="0"/>
                <a:cs typeface="Times New Roman" panose="02020603050405020304" pitchFamily="18" charset="0"/>
              </a:rPr>
              <a:t>Hvilket land ydes support fra?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a-DK" dirty="0">
                <a:ea typeface="Calibri" panose="020F0502020204030204" pitchFamily="34" charset="0"/>
                <a:cs typeface="Times New Roman" panose="02020603050405020304" pitchFamily="18" charset="0"/>
              </a:rPr>
              <a:t>Sikkerhedsgodkendelser / NDA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da-DK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da-DK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da-DK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a-DK" dirty="0">
                <a:ea typeface="Calibri" panose="020F0502020204030204" pitchFamily="34" charset="0"/>
                <a:cs typeface="Times New Roman" panose="02020603050405020304" pitchFamily="18" charset="0"/>
              </a:rPr>
              <a:t>Sikkerhedsspørgsmål til den specifikke leverance (naturligvis)!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07876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6D061-CAB7-B9E6-3C7E-010DD870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Løbende styring af aftaler, eksempler: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6CB1F54-7B65-9433-4A57-48CE77E666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a-DK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Statusmøder mellem kunde og leverandør (faste møder eller ad hoc).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a-DK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Skriftlig rapportering til kunden (fast afrapportering eller ved anmodning).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a-DK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Tilsyn hos leverandøren (enten varslet eller uanmeldt besøg).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a-DK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Intern audit/gennemgang eller egenkontrol foretaget af leverandøren.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a-DK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Ekstern audit/gennemgang foretaget af kunden eller en uvildig tredjepart.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It-revision/audit via </a:t>
            </a:r>
            <a:r>
              <a:rPr lang="da-DK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certificerede revisorer.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a-DK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Beredskabsøvelser med kunden som deltager eller observatør.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a-DK" dirty="0">
                <a:ea typeface="Calibri" panose="020F0502020204030204" pitchFamily="34" charset="0"/>
                <a:cs typeface="Times New Roman" panose="02020603050405020304" pitchFamily="18" charset="0"/>
              </a:rPr>
              <a:t>PEN-</a:t>
            </a:r>
            <a:r>
              <a:rPr lang="da-DK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tests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97822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6D061-CAB7-B9E6-3C7E-010DD870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Leverandøradgang til virksomheds netværk.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6CB1F54-7B65-9433-4A57-48CE77E666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VPN adgang, der evt. begrænses og er on/</a:t>
            </a:r>
            <a:r>
              <a:rPr lang="da-DK" dirty="0" err="1"/>
              <a:t>off</a:t>
            </a: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0" dirty="0"/>
              <a:t>Screen </a:t>
            </a:r>
            <a:r>
              <a:rPr lang="da-DK" b="0" dirty="0" err="1"/>
              <a:t>sharring</a:t>
            </a:r>
            <a:endParaRPr lang="da-DK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Fysisk tilstedeværelse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b="0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42819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C7145F-7F53-1003-FF92-9604129A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Kontroltiltag mod leverandør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85797BB-5598-188A-242A-DA444D1C36B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362853"/>
            <a:ext cx="10515600" cy="4398291"/>
          </a:xfrm>
        </p:spPr>
        <p:txBody>
          <a:bodyPr/>
          <a:lstStyle/>
          <a:p>
            <a:r>
              <a:rPr lang="da-DK" b="1" dirty="0"/>
              <a:t>Organisatoriske kontroller</a:t>
            </a:r>
          </a:p>
          <a:p>
            <a:r>
              <a:rPr lang="da-DK" dirty="0"/>
              <a:t>Leverandørpolitik og klassificering</a:t>
            </a:r>
          </a:p>
          <a:p>
            <a:r>
              <a:rPr lang="da-DK" dirty="0" err="1"/>
              <a:t>SLA’er</a:t>
            </a:r>
            <a:r>
              <a:rPr lang="da-DK" dirty="0"/>
              <a:t> og </a:t>
            </a:r>
            <a:r>
              <a:rPr lang="da-DK" dirty="0" err="1"/>
              <a:t>cyberkrav</a:t>
            </a:r>
            <a:r>
              <a:rPr lang="da-DK" dirty="0"/>
              <a:t> i kontrakter</a:t>
            </a:r>
          </a:p>
          <a:p>
            <a:r>
              <a:rPr lang="da-DK" dirty="0"/>
              <a:t>Audits og compliance-rapporter</a:t>
            </a:r>
          </a:p>
          <a:p>
            <a:r>
              <a:rPr lang="da-DK" b="1" dirty="0"/>
              <a:t>Tekniske kontroller</a:t>
            </a:r>
          </a:p>
          <a:p>
            <a:r>
              <a:rPr lang="da-DK" dirty="0"/>
              <a:t>Zero trust (adgangsstyring)</a:t>
            </a:r>
          </a:p>
          <a:p>
            <a:r>
              <a:rPr lang="da-DK" dirty="0"/>
              <a:t>MFA &amp; segmentering for tredjepartsadgang</a:t>
            </a:r>
          </a:p>
          <a:p>
            <a:r>
              <a:rPr lang="da-DK" dirty="0" err="1"/>
              <a:t>Continuous</a:t>
            </a:r>
            <a:r>
              <a:rPr lang="da-DK" dirty="0"/>
              <a:t> </a:t>
            </a:r>
            <a:r>
              <a:rPr lang="da-DK" dirty="0" err="1"/>
              <a:t>monitoring</a:t>
            </a:r>
            <a:r>
              <a:rPr lang="da-DK" dirty="0"/>
              <a:t> / </a:t>
            </a:r>
            <a:r>
              <a:rPr lang="da-DK" dirty="0" err="1"/>
              <a:t>Vulnerability</a:t>
            </a:r>
            <a:r>
              <a:rPr lang="da-DK" dirty="0"/>
              <a:t> disclosure program</a:t>
            </a:r>
          </a:p>
          <a:p>
            <a:r>
              <a:rPr lang="da-DK" b="1" dirty="0"/>
              <a:t>Proceskontroller</a:t>
            </a:r>
          </a:p>
          <a:p>
            <a:r>
              <a:rPr lang="da-DK" dirty="0" err="1"/>
              <a:t>Onboarding</a:t>
            </a:r>
            <a:endParaRPr lang="da-DK" dirty="0"/>
          </a:p>
          <a:p>
            <a:r>
              <a:rPr lang="da-DK" dirty="0"/>
              <a:t>Review</a:t>
            </a:r>
            <a:r>
              <a:rPr lang="da-DK"/>
              <a:t>/rapporterings-intervaller</a:t>
            </a:r>
            <a:endParaRPr lang="da-DK" dirty="0"/>
          </a:p>
          <a:p>
            <a:r>
              <a:rPr lang="da-DK" dirty="0" err="1"/>
              <a:t>Offboarding</a:t>
            </a:r>
            <a:r>
              <a:rPr lang="da-DK" dirty="0"/>
              <a:t> og adgangsophør</a:t>
            </a:r>
          </a:p>
          <a:p>
            <a:r>
              <a:rPr lang="da-DK" dirty="0"/>
              <a:t>Backup og resiliens i leverandørkæden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16653519"/>
      </p:ext>
    </p:extLst>
  </p:cSld>
  <p:clrMapOvr>
    <a:masterClrMapping/>
  </p:clrMapOvr>
</p:sld>
</file>

<file path=ppt/theme/theme1.xml><?xml version="1.0" encoding="utf-8"?>
<a:theme xmlns:a="http://schemas.openxmlformats.org/drawingml/2006/main" name="Erhvervsakademi Aarhus">
  <a:themeElements>
    <a:clrScheme name="Brugerdefineret 1">
      <a:dk1>
        <a:sysClr val="windowText" lastClr="000000"/>
      </a:dk1>
      <a:lt1>
        <a:sysClr val="window" lastClr="FFFFFF"/>
      </a:lt1>
      <a:dk2>
        <a:srgbClr val="818A8F"/>
      </a:dk2>
      <a:lt2>
        <a:srgbClr val="E0E6E6"/>
      </a:lt2>
      <a:accent1>
        <a:srgbClr val="BED4DB"/>
      </a:accent1>
      <a:accent2>
        <a:srgbClr val="F4EBC0"/>
      </a:accent2>
      <a:accent3>
        <a:srgbClr val="F0E87D"/>
      </a:accent3>
      <a:accent4>
        <a:srgbClr val="80B4BF"/>
      </a:accent4>
      <a:accent5>
        <a:srgbClr val="F3F4F7"/>
      </a:accent5>
      <a:accent6>
        <a:srgbClr val="3A646D"/>
      </a:accent6>
      <a:hlink>
        <a:srgbClr val="0070C0"/>
      </a:hlink>
      <a:folHlink>
        <a:srgbClr val="532E60"/>
      </a:folHlink>
    </a:clrScheme>
    <a:fontScheme name="Erhvervsakademi Aarhus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skabelon uden indhold, dansk  -  Skrivebeskyttet" id="{363E73E2-7A7B-4952-AE8C-D447D376FA21}" vid="{CC501A65-03DF-4975-ACA4-2D32FFB89635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3415</TotalTime>
  <Words>1036</Words>
  <Application>Microsoft Office PowerPoint</Application>
  <PresentationFormat>Widescreen</PresentationFormat>
  <Paragraphs>166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Calibri</vt:lpstr>
      <vt:lpstr>Lucida Sans</vt:lpstr>
      <vt:lpstr>Montserrat</vt:lpstr>
      <vt:lpstr>Symbol</vt:lpstr>
      <vt:lpstr>Erhvervsakademi Aarhus</vt:lpstr>
      <vt:lpstr>PowerPoint Presentation</vt:lpstr>
      <vt:lpstr>PowerPoint Presentation</vt:lpstr>
      <vt:lpstr>Supply chain angreb – op mod 2000 virksomheder ramt i hver af de 2 angreb </vt:lpstr>
      <vt:lpstr>Supply Chain Management</vt:lpstr>
      <vt:lpstr>Hvorfor er leverandørstyring vigtigt?</vt:lpstr>
      <vt:lpstr>Opgave 1 CASE SolarWinds (G1+2), Kaseya (G3+4), NotPetya (G5/6), MOVEit (G7/8).</vt:lpstr>
      <vt:lpstr>Typiske leverancekategorier til en virksomhed. </vt:lpstr>
      <vt:lpstr>Leverandørkrav og dokumentation</vt:lpstr>
      <vt:lpstr>Opgave 2</vt:lpstr>
      <vt:lpstr>Hvorfor outsource? – jf. CFCS</vt:lpstr>
      <vt:lpstr>PowerPoint Presentation</vt:lpstr>
      <vt:lpstr>Indhold af faser med henblik på  sikkerhed (Outsourcing)</vt:lpstr>
      <vt:lpstr>Overordnede generelle leverandørspørgsmål</vt:lpstr>
      <vt:lpstr>Opgave 3</vt:lpstr>
      <vt:lpstr>Hvordan vælger man sin leverandør, eksempler?</vt:lpstr>
      <vt:lpstr>Mere specifikke leverance spørgsmål</vt:lpstr>
      <vt:lpstr>Løbende styring af aftaler, eksempler:</vt:lpstr>
      <vt:lpstr>Leverandøradgang til virksomheds netværk.</vt:lpstr>
      <vt:lpstr>Kontroltiltag mod leverandør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Elkær (adjunkt – frae@eaaa.dk)</dc:creator>
  <cp:lastModifiedBy>Jonas Wittstrøm (EAA25JOWI)</cp:lastModifiedBy>
  <cp:revision>1</cp:revision>
  <dcterms:created xsi:type="dcterms:W3CDTF">2025-05-28T08:01:18Z</dcterms:created>
  <dcterms:modified xsi:type="dcterms:W3CDTF">2025-12-03T07:20:06Z</dcterms:modified>
</cp:coreProperties>
</file>