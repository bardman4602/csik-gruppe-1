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543" r:id="rId2"/>
    <p:sldId id="1650" r:id="rId3"/>
    <p:sldId id="1791" r:id="rId4"/>
    <p:sldId id="533" r:id="rId5"/>
    <p:sldId id="1583" r:id="rId6"/>
    <p:sldId id="1584" r:id="rId7"/>
    <p:sldId id="1582" r:id="rId8"/>
    <p:sldId id="1655" r:id="rId9"/>
    <p:sldId id="627" r:id="rId10"/>
    <p:sldId id="1652" r:id="rId11"/>
    <p:sldId id="534" r:id="rId12"/>
    <p:sldId id="1653" r:id="rId13"/>
    <p:sldId id="1651" r:id="rId14"/>
    <p:sldId id="1659" r:id="rId15"/>
    <p:sldId id="479" r:id="rId16"/>
    <p:sldId id="480" r:id="rId17"/>
    <p:sldId id="1657" r:id="rId18"/>
    <p:sldId id="1658" r:id="rId19"/>
    <p:sldId id="484" r:id="rId20"/>
    <p:sldId id="1660" r:id="rId21"/>
    <p:sldId id="541" r:id="rId2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46ED9-272F-489C-AA66-02DAEB71DE26}" v="3" dt="2025-10-27T14:28:15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86010" autoAdjust="0"/>
  </p:normalViewPr>
  <p:slideViewPr>
    <p:cSldViewPr snapToGrid="0">
      <p:cViewPr varScale="1">
        <p:scale>
          <a:sx n="60" d="100"/>
          <a:sy n="60" d="100"/>
        </p:scale>
        <p:origin x="71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Elkær (adjunkt – frae@eaaa.dk)" userId="1b06cd64-16c4-48f5-b285-7568c937f1a0" providerId="ADAL" clId="{E9811E54-1FA8-43F7-AC43-A1164A70C0D5}"/>
    <pc:docChg chg="custSel addSld delSld modSld sldOrd">
      <pc:chgData name="Frank Elkær (adjunkt – frae@eaaa.dk)" userId="1b06cd64-16c4-48f5-b285-7568c937f1a0" providerId="ADAL" clId="{E9811E54-1FA8-43F7-AC43-A1164A70C0D5}" dt="2025-10-28T06:40:05.034" v="669" actId="20577"/>
      <pc:docMkLst>
        <pc:docMk/>
      </pc:docMkLst>
      <pc:sldChg chg="del">
        <pc:chgData name="Frank Elkær (adjunkt – frae@eaaa.dk)" userId="1b06cd64-16c4-48f5-b285-7568c937f1a0" providerId="ADAL" clId="{E9811E54-1FA8-43F7-AC43-A1164A70C0D5}" dt="2025-10-27T14:26:06.436" v="252" actId="47"/>
        <pc:sldMkLst>
          <pc:docMk/>
          <pc:sldMk cId="1780316865" sldId="305"/>
        </pc:sldMkLst>
      </pc:sldChg>
      <pc:sldChg chg="del">
        <pc:chgData name="Frank Elkær (adjunkt – frae@eaaa.dk)" userId="1b06cd64-16c4-48f5-b285-7568c937f1a0" providerId="ADAL" clId="{E9811E54-1FA8-43F7-AC43-A1164A70C0D5}" dt="2025-10-27T14:26:44.119" v="254" actId="47"/>
        <pc:sldMkLst>
          <pc:docMk/>
          <pc:sldMk cId="1290330798" sldId="311"/>
        </pc:sldMkLst>
      </pc:sldChg>
      <pc:sldChg chg="del">
        <pc:chgData name="Frank Elkær (adjunkt – frae@eaaa.dk)" userId="1b06cd64-16c4-48f5-b285-7568c937f1a0" providerId="ADAL" clId="{E9811E54-1FA8-43F7-AC43-A1164A70C0D5}" dt="2025-10-27T14:25:59.968" v="251" actId="47"/>
        <pc:sldMkLst>
          <pc:docMk/>
          <pc:sldMk cId="1275330427" sldId="339"/>
        </pc:sldMkLst>
      </pc:sldChg>
      <pc:sldChg chg="modSp del mod">
        <pc:chgData name="Frank Elkær (adjunkt – frae@eaaa.dk)" userId="1b06cd64-16c4-48f5-b285-7568c937f1a0" providerId="ADAL" clId="{E9811E54-1FA8-43F7-AC43-A1164A70C0D5}" dt="2025-10-27T14:26:11.020" v="253" actId="47"/>
        <pc:sldMkLst>
          <pc:docMk/>
          <pc:sldMk cId="2560443296" sldId="341"/>
        </pc:sldMkLst>
        <pc:spChg chg="mod">
          <ac:chgData name="Frank Elkær (adjunkt – frae@eaaa.dk)" userId="1b06cd64-16c4-48f5-b285-7568c937f1a0" providerId="ADAL" clId="{E9811E54-1FA8-43F7-AC43-A1164A70C0D5}" dt="2025-10-27T10:37:42.384" v="79" actId="27636"/>
          <ac:spMkLst>
            <pc:docMk/>
            <pc:sldMk cId="2560443296" sldId="341"/>
            <ac:spMk id="4" creationId="{7201DC6F-BFE2-01BD-E41D-43C6777A4E9E}"/>
          </ac:spMkLst>
        </pc:spChg>
      </pc:sldChg>
      <pc:sldChg chg="del">
        <pc:chgData name="Frank Elkær (adjunkt – frae@eaaa.dk)" userId="1b06cd64-16c4-48f5-b285-7568c937f1a0" providerId="ADAL" clId="{E9811E54-1FA8-43F7-AC43-A1164A70C0D5}" dt="2025-10-27T14:25:58.212" v="250" actId="47"/>
        <pc:sldMkLst>
          <pc:docMk/>
          <pc:sldMk cId="4008818731" sldId="362"/>
        </pc:sldMkLst>
      </pc:sldChg>
      <pc:sldChg chg="ord">
        <pc:chgData name="Frank Elkær (adjunkt – frae@eaaa.dk)" userId="1b06cd64-16c4-48f5-b285-7568c937f1a0" providerId="ADAL" clId="{E9811E54-1FA8-43F7-AC43-A1164A70C0D5}" dt="2025-10-27T12:50:10.395" v="90"/>
        <pc:sldMkLst>
          <pc:docMk/>
          <pc:sldMk cId="3409406774" sldId="480"/>
        </pc:sldMkLst>
      </pc:sldChg>
      <pc:sldChg chg="modSp mod ord">
        <pc:chgData name="Frank Elkær (adjunkt – frae@eaaa.dk)" userId="1b06cd64-16c4-48f5-b285-7568c937f1a0" providerId="ADAL" clId="{E9811E54-1FA8-43F7-AC43-A1164A70C0D5}" dt="2025-10-27T14:24:06.357" v="211"/>
        <pc:sldMkLst>
          <pc:docMk/>
          <pc:sldMk cId="1960982462" sldId="484"/>
        </pc:sldMkLst>
        <pc:spChg chg="mod">
          <ac:chgData name="Frank Elkær (adjunkt – frae@eaaa.dk)" userId="1b06cd64-16c4-48f5-b285-7568c937f1a0" providerId="ADAL" clId="{E9811E54-1FA8-43F7-AC43-A1164A70C0D5}" dt="2025-10-27T14:23:58.583" v="209" actId="20577"/>
          <ac:spMkLst>
            <pc:docMk/>
            <pc:sldMk cId="1960982462" sldId="484"/>
            <ac:spMk id="2" creationId="{FB66D061-CAB7-B9E6-3C7E-010DD8700571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10-27T16:52:05.852" v="298" actId="20577"/>
        <pc:sldMkLst>
          <pc:docMk/>
          <pc:sldMk cId="197403547" sldId="534"/>
        </pc:sldMkLst>
        <pc:graphicFrameChg chg="modGraphic">
          <ac:chgData name="Frank Elkær (adjunkt – frae@eaaa.dk)" userId="1b06cd64-16c4-48f5-b285-7568c937f1a0" providerId="ADAL" clId="{E9811E54-1FA8-43F7-AC43-A1164A70C0D5}" dt="2025-10-27T16:52:05.852" v="298" actId="20577"/>
          <ac:graphicFrameMkLst>
            <pc:docMk/>
            <pc:sldMk cId="197403547" sldId="534"/>
            <ac:graphicFrameMk id="5" creationId="{188D9509-71D8-ED50-3D98-13BF6980F897}"/>
          </ac:graphicFrameMkLst>
        </pc:graphicFrameChg>
      </pc:sldChg>
      <pc:sldChg chg="modSp mod">
        <pc:chgData name="Frank Elkær (adjunkt – frae@eaaa.dk)" userId="1b06cd64-16c4-48f5-b285-7568c937f1a0" providerId="ADAL" clId="{E9811E54-1FA8-43F7-AC43-A1164A70C0D5}" dt="2025-10-28T06:40:05.034" v="669" actId="20577"/>
        <pc:sldMkLst>
          <pc:docMk/>
          <pc:sldMk cId="3528803121" sldId="541"/>
        </pc:sldMkLst>
        <pc:spChg chg="mod">
          <ac:chgData name="Frank Elkær (adjunkt – frae@eaaa.dk)" userId="1b06cd64-16c4-48f5-b285-7568c937f1a0" providerId="ADAL" clId="{E9811E54-1FA8-43F7-AC43-A1164A70C0D5}" dt="2025-10-27T12:49:18.311" v="86" actId="20577"/>
          <ac:spMkLst>
            <pc:docMk/>
            <pc:sldMk cId="3528803121" sldId="541"/>
            <ac:spMk id="2" creationId="{5C06E474-6B06-A580-D4E0-722A85F56EDD}"/>
          </ac:spMkLst>
        </pc:spChg>
        <pc:spChg chg="mod">
          <ac:chgData name="Frank Elkær (adjunkt – frae@eaaa.dk)" userId="1b06cd64-16c4-48f5-b285-7568c937f1a0" providerId="ADAL" clId="{E9811E54-1FA8-43F7-AC43-A1164A70C0D5}" dt="2025-10-28T06:40:05.034" v="669" actId="20577"/>
          <ac:spMkLst>
            <pc:docMk/>
            <pc:sldMk cId="3528803121" sldId="541"/>
            <ac:spMk id="3" creationId="{F7FC6E00-AF9B-1271-D33D-037A623C771E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10-27T16:50:07.492" v="285" actId="20577"/>
        <pc:sldMkLst>
          <pc:docMk/>
          <pc:sldMk cId="0" sldId="1583"/>
        </pc:sldMkLst>
        <pc:graphicFrameChg chg="modGraphic">
          <ac:chgData name="Frank Elkær (adjunkt – frae@eaaa.dk)" userId="1b06cd64-16c4-48f5-b285-7568c937f1a0" providerId="ADAL" clId="{E9811E54-1FA8-43F7-AC43-A1164A70C0D5}" dt="2025-10-27T16:50:07.492" v="285" actId="20577"/>
          <ac:graphicFrameMkLst>
            <pc:docMk/>
            <pc:sldMk cId="0" sldId="1583"/>
            <ac:graphicFrameMk id="5" creationId="{0394416E-29D0-CB77-6DF7-61E197018038}"/>
          </ac:graphicFrameMkLst>
        </pc:graphicFrameChg>
      </pc:sldChg>
      <pc:sldChg chg="del">
        <pc:chgData name="Frank Elkær (adjunkt – frae@eaaa.dk)" userId="1b06cd64-16c4-48f5-b285-7568c937f1a0" providerId="ADAL" clId="{E9811E54-1FA8-43F7-AC43-A1164A70C0D5}" dt="2025-10-27T14:17:38.590" v="192" actId="47"/>
        <pc:sldMkLst>
          <pc:docMk/>
          <pc:sldMk cId="1807698467" sldId="1589"/>
        </pc:sldMkLst>
      </pc:sldChg>
      <pc:sldChg chg="modSp mod">
        <pc:chgData name="Frank Elkær (adjunkt – frae@eaaa.dk)" userId="1b06cd64-16c4-48f5-b285-7568c937f1a0" providerId="ADAL" clId="{E9811E54-1FA8-43F7-AC43-A1164A70C0D5}" dt="2025-10-27T16:59:58.787" v="470" actId="20577"/>
        <pc:sldMkLst>
          <pc:docMk/>
          <pc:sldMk cId="366131710" sldId="1650"/>
        </pc:sldMkLst>
        <pc:spChg chg="mod">
          <ac:chgData name="Frank Elkær (adjunkt – frae@eaaa.dk)" userId="1b06cd64-16c4-48f5-b285-7568c937f1a0" providerId="ADAL" clId="{E9811E54-1FA8-43F7-AC43-A1164A70C0D5}" dt="2025-10-27T16:59:58.787" v="470" actId="20577"/>
          <ac:spMkLst>
            <pc:docMk/>
            <pc:sldMk cId="366131710" sldId="1650"/>
            <ac:spMk id="3" creationId="{CD071064-EBD8-C445-1D89-4E9552427169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10-27T17:06:13.995" v="629" actId="20577"/>
        <pc:sldMkLst>
          <pc:docMk/>
          <pc:sldMk cId="4155918423" sldId="1651"/>
        </pc:sldMkLst>
        <pc:spChg chg="mod">
          <ac:chgData name="Frank Elkær (adjunkt – frae@eaaa.dk)" userId="1b06cd64-16c4-48f5-b285-7568c937f1a0" providerId="ADAL" clId="{E9811E54-1FA8-43F7-AC43-A1164A70C0D5}" dt="2025-10-27T17:06:13.995" v="629" actId="20577"/>
          <ac:spMkLst>
            <pc:docMk/>
            <pc:sldMk cId="4155918423" sldId="1651"/>
            <ac:spMk id="3" creationId="{3205D3DD-5BCE-0196-4325-8E29224F991C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10-28T06:33:38.403" v="632" actId="20577"/>
        <pc:sldMkLst>
          <pc:docMk/>
          <pc:sldMk cId="2500170908" sldId="1652"/>
        </pc:sldMkLst>
        <pc:spChg chg="mod">
          <ac:chgData name="Frank Elkær (adjunkt – frae@eaaa.dk)" userId="1b06cd64-16c4-48f5-b285-7568c937f1a0" providerId="ADAL" clId="{E9811E54-1FA8-43F7-AC43-A1164A70C0D5}" dt="2025-10-28T06:33:38.403" v="632" actId="20577"/>
          <ac:spMkLst>
            <pc:docMk/>
            <pc:sldMk cId="2500170908" sldId="1652"/>
            <ac:spMk id="2" creationId="{22AF103D-F51D-7DEB-A7B8-533D1C235D6F}"/>
          </ac:spMkLst>
        </pc:spChg>
        <pc:spChg chg="mod">
          <ac:chgData name="Frank Elkær (adjunkt – frae@eaaa.dk)" userId="1b06cd64-16c4-48f5-b285-7568c937f1a0" providerId="ADAL" clId="{E9811E54-1FA8-43F7-AC43-A1164A70C0D5}" dt="2025-10-27T10:42:09.478" v="81" actId="20577"/>
          <ac:spMkLst>
            <pc:docMk/>
            <pc:sldMk cId="2500170908" sldId="1652"/>
            <ac:spMk id="4" creationId="{E7C1F35D-037A-AC14-3D1B-1EC0C98AD008}"/>
          </ac:spMkLst>
        </pc:spChg>
      </pc:sldChg>
      <pc:sldChg chg="modSp mod">
        <pc:chgData name="Frank Elkær (adjunkt – frae@eaaa.dk)" userId="1b06cd64-16c4-48f5-b285-7568c937f1a0" providerId="ADAL" clId="{E9811E54-1FA8-43F7-AC43-A1164A70C0D5}" dt="2025-10-27T12:48:15.740" v="82" actId="1076"/>
        <pc:sldMkLst>
          <pc:docMk/>
          <pc:sldMk cId="2996819332" sldId="1653"/>
        </pc:sldMkLst>
        <pc:picChg chg="mod">
          <ac:chgData name="Frank Elkær (adjunkt – frae@eaaa.dk)" userId="1b06cd64-16c4-48f5-b285-7568c937f1a0" providerId="ADAL" clId="{E9811E54-1FA8-43F7-AC43-A1164A70C0D5}" dt="2025-10-27T12:48:15.740" v="82" actId="1076"/>
          <ac:picMkLst>
            <pc:docMk/>
            <pc:sldMk cId="2996819332" sldId="1653"/>
            <ac:picMk id="5" creationId="{15A353F1-AD10-F12B-4D4E-264EFEF0738B}"/>
          </ac:picMkLst>
        </pc:picChg>
      </pc:sldChg>
      <pc:sldChg chg="modSp mod">
        <pc:chgData name="Frank Elkær (adjunkt – frae@eaaa.dk)" userId="1b06cd64-16c4-48f5-b285-7568c937f1a0" providerId="ADAL" clId="{E9811E54-1FA8-43F7-AC43-A1164A70C0D5}" dt="2025-10-28T06:39:20.516" v="646" actId="20577"/>
        <pc:sldMkLst>
          <pc:docMk/>
          <pc:sldMk cId="200268119" sldId="1659"/>
        </pc:sldMkLst>
        <pc:spChg chg="mod">
          <ac:chgData name="Frank Elkær (adjunkt – frae@eaaa.dk)" userId="1b06cd64-16c4-48f5-b285-7568c937f1a0" providerId="ADAL" clId="{E9811E54-1FA8-43F7-AC43-A1164A70C0D5}" dt="2025-10-28T06:39:20.516" v="646" actId="20577"/>
          <ac:spMkLst>
            <pc:docMk/>
            <pc:sldMk cId="200268119" sldId="1659"/>
            <ac:spMk id="3" creationId="{F1EBFAD5-9F6D-20B9-D792-D85FEE2325B5}"/>
          </ac:spMkLst>
        </pc:spChg>
      </pc:sldChg>
      <pc:sldChg chg="addSp delSp modSp new mod">
        <pc:chgData name="Frank Elkær (adjunkt – frae@eaaa.dk)" userId="1b06cd64-16c4-48f5-b285-7568c937f1a0" providerId="ADAL" clId="{E9811E54-1FA8-43F7-AC43-A1164A70C0D5}" dt="2025-10-27T14:24:19.459" v="214" actId="1076"/>
        <pc:sldMkLst>
          <pc:docMk/>
          <pc:sldMk cId="4015882350" sldId="1660"/>
        </pc:sldMkLst>
        <pc:spChg chg="mod">
          <ac:chgData name="Frank Elkær (adjunkt – frae@eaaa.dk)" userId="1b06cd64-16c4-48f5-b285-7568c937f1a0" providerId="ADAL" clId="{E9811E54-1FA8-43F7-AC43-A1164A70C0D5}" dt="2025-10-27T13:38:31.643" v="141" actId="20577"/>
          <ac:spMkLst>
            <pc:docMk/>
            <pc:sldMk cId="4015882350" sldId="1660"/>
            <ac:spMk id="2" creationId="{A725393F-6BF3-141B-AC7E-C08FE464A3A9}"/>
          </ac:spMkLst>
        </pc:spChg>
        <pc:spChg chg="del">
          <ac:chgData name="Frank Elkær (adjunkt – frae@eaaa.dk)" userId="1b06cd64-16c4-48f5-b285-7568c937f1a0" providerId="ADAL" clId="{E9811E54-1FA8-43F7-AC43-A1164A70C0D5}" dt="2025-10-27T13:38:11.448" v="127" actId="22"/>
          <ac:spMkLst>
            <pc:docMk/>
            <pc:sldMk cId="4015882350" sldId="1660"/>
            <ac:spMk id="3" creationId="{DDC9DD09-DAA1-3DA6-1ED8-DFD02324D945}"/>
          </ac:spMkLst>
        </pc:spChg>
        <pc:spChg chg="add del mod">
          <ac:chgData name="Frank Elkær (adjunkt – frae@eaaa.dk)" userId="1b06cd64-16c4-48f5-b285-7568c937f1a0" providerId="ADAL" clId="{E9811E54-1FA8-43F7-AC43-A1164A70C0D5}" dt="2025-10-27T14:23:49.391" v="202"/>
          <ac:spMkLst>
            <pc:docMk/>
            <pc:sldMk cId="4015882350" sldId="1660"/>
            <ac:spMk id="7" creationId="{4196BE54-7E43-E7BA-E493-69E081781DB9}"/>
          </ac:spMkLst>
        </pc:spChg>
        <pc:picChg chg="add mod ord">
          <ac:chgData name="Frank Elkær (adjunkt – frae@eaaa.dk)" userId="1b06cd64-16c4-48f5-b285-7568c937f1a0" providerId="ADAL" clId="{E9811E54-1FA8-43F7-AC43-A1164A70C0D5}" dt="2025-10-27T14:24:19.459" v="214" actId="1076"/>
          <ac:picMkLst>
            <pc:docMk/>
            <pc:sldMk cId="4015882350" sldId="1660"/>
            <ac:picMk id="5" creationId="{50A1CD81-FAB8-6A09-A519-8CBC22E7CD52}"/>
          </ac:picMkLst>
        </pc:picChg>
      </pc:sldChg>
      <pc:sldChg chg="addSp delSp modSp new del mod">
        <pc:chgData name="Frank Elkær (adjunkt – frae@eaaa.dk)" userId="1b06cd64-16c4-48f5-b285-7568c937f1a0" providerId="ADAL" clId="{E9811E54-1FA8-43F7-AC43-A1164A70C0D5}" dt="2025-10-27T16:53:02.595" v="300" actId="47"/>
        <pc:sldMkLst>
          <pc:docMk/>
          <pc:sldMk cId="1162868925" sldId="1661"/>
        </pc:sldMkLst>
        <pc:spChg chg="mod">
          <ac:chgData name="Frank Elkær (adjunkt – frae@eaaa.dk)" userId="1b06cd64-16c4-48f5-b285-7568c937f1a0" providerId="ADAL" clId="{E9811E54-1FA8-43F7-AC43-A1164A70C0D5}" dt="2025-10-27T13:41:28.266" v="191" actId="20577"/>
          <ac:spMkLst>
            <pc:docMk/>
            <pc:sldMk cId="1162868925" sldId="1661"/>
            <ac:spMk id="2" creationId="{217E87FB-FB7D-9FD9-E8D3-DB315CEC66D9}"/>
          </ac:spMkLst>
        </pc:spChg>
        <pc:spChg chg="del">
          <ac:chgData name="Frank Elkær (adjunkt – frae@eaaa.dk)" userId="1b06cd64-16c4-48f5-b285-7568c937f1a0" providerId="ADAL" clId="{E9811E54-1FA8-43F7-AC43-A1164A70C0D5}" dt="2025-10-27T13:40:39.214" v="143" actId="22"/>
          <ac:spMkLst>
            <pc:docMk/>
            <pc:sldMk cId="1162868925" sldId="1661"/>
            <ac:spMk id="3" creationId="{43316455-919B-D151-0195-9D6EFBDCC8B4}"/>
          </ac:spMkLst>
        </pc:spChg>
        <pc:picChg chg="add mod ord">
          <ac:chgData name="Frank Elkær (adjunkt – frae@eaaa.dk)" userId="1b06cd64-16c4-48f5-b285-7568c937f1a0" providerId="ADAL" clId="{E9811E54-1FA8-43F7-AC43-A1164A70C0D5}" dt="2025-10-27T16:52:39.038" v="299" actId="1076"/>
          <ac:picMkLst>
            <pc:docMk/>
            <pc:sldMk cId="1162868925" sldId="1661"/>
            <ac:picMk id="5" creationId="{BD873D27-73EA-9B03-3129-3CBC0AA0D4B2}"/>
          </ac:picMkLst>
        </pc:picChg>
      </pc:sldChg>
      <pc:sldChg chg="modSp add mod">
        <pc:chgData name="Frank Elkær (adjunkt – frae@eaaa.dk)" userId="1b06cd64-16c4-48f5-b285-7568c937f1a0" providerId="ADAL" clId="{E9811E54-1FA8-43F7-AC43-A1164A70C0D5}" dt="2025-10-28T06:33:19.611" v="631" actId="20577"/>
        <pc:sldMkLst>
          <pc:docMk/>
          <pc:sldMk cId="1572551287" sldId="1791"/>
        </pc:sldMkLst>
        <pc:spChg chg="mod">
          <ac:chgData name="Frank Elkær (adjunkt – frae@eaaa.dk)" userId="1b06cd64-16c4-48f5-b285-7568c937f1a0" providerId="ADAL" clId="{E9811E54-1FA8-43F7-AC43-A1164A70C0D5}" dt="2025-10-27T14:28:23.219" v="275" actId="20577"/>
          <ac:spMkLst>
            <pc:docMk/>
            <pc:sldMk cId="1572551287" sldId="1791"/>
            <ac:spMk id="2" creationId="{F0388CEB-531B-9809-F3D0-57FE185D8990}"/>
          </ac:spMkLst>
        </pc:spChg>
        <pc:spChg chg="mod">
          <ac:chgData name="Frank Elkær (adjunkt – frae@eaaa.dk)" userId="1b06cd64-16c4-48f5-b285-7568c937f1a0" providerId="ADAL" clId="{E9811E54-1FA8-43F7-AC43-A1164A70C0D5}" dt="2025-10-28T06:33:19.611" v="631" actId="20577"/>
          <ac:spMkLst>
            <pc:docMk/>
            <pc:sldMk cId="1572551287" sldId="1791"/>
            <ac:spMk id="3" creationId="{7C2FA9E1-E6DE-1B61-81F2-506D361F027A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646D5A-4FAD-4843-8B5F-781D70B06C1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90D8F3A-C6C4-40F3-A377-852705583011}">
      <dgm:prSet/>
      <dgm:spPr/>
      <dgm:t>
        <a:bodyPr/>
        <a:lstStyle/>
        <a:p>
          <a:r>
            <a:rPr lang="da-DK" b="1" dirty="0" err="1"/>
            <a:t>Cybersecurity</a:t>
          </a:r>
          <a:r>
            <a:rPr lang="da-DK" b="1" dirty="0"/>
            <a:t> modenhed giver et billede af, hvor godt en organisation har udviklet og implementeret sine sikkerhedsforanstaltninger og strategier for at beskytte imod </a:t>
          </a:r>
          <a:r>
            <a:rPr lang="da-DK" b="1" dirty="0" err="1"/>
            <a:t>cybertrusler</a:t>
          </a:r>
          <a:r>
            <a:rPr lang="da-DK" b="1" dirty="0"/>
            <a:t>. </a:t>
          </a:r>
          <a:endParaRPr lang="en-US" dirty="0"/>
        </a:p>
      </dgm:t>
    </dgm:pt>
    <dgm:pt modelId="{7D052D6B-72A0-4C73-9EA1-E80B6628AE67}" type="parTrans" cxnId="{E2A7684E-AC59-4088-B30F-EE3D4510ECF5}">
      <dgm:prSet/>
      <dgm:spPr/>
      <dgm:t>
        <a:bodyPr/>
        <a:lstStyle/>
        <a:p>
          <a:endParaRPr lang="en-US"/>
        </a:p>
      </dgm:t>
    </dgm:pt>
    <dgm:pt modelId="{F326656E-F550-4B91-BAF2-A1CAFBA680C2}" type="sibTrans" cxnId="{E2A7684E-AC59-4088-B30F-EE3D4510ECF5}">
      <dgm:prSet/>
      <dgm:spPr/>
      <dgm:t>
        <a:bodyPr/>
        <a:lstStyle/>
        <a:p>
          <a:endParaRPr lang="en-US"/>
        </a:p>
      </dgm:t>
    </dgm:pt>
    <dgm:pt modelId="{C1973431-1882-406A-8CDD-8C233A756521}">
      <dgm:prSet/>
      <dgm:spPr/>
      <dgm:t>
        <a:bodyPr/>
        <a:lstStyle/>
        <a:p>
          <a:r>
            <a:rPr lang="da-DK" b="1" dirty="0"/>
            <a:t>Det vurderes, hvordan organisationen håndterer risici, opdager trusler, beskytter data og responderer på sikkerhedshændelser etc. </a:t>
          </a:r>
          <a:endParaRPr lang="en-US" dirty="0"/>
        </a:p>
      </dgm:t>
    </dgm:pt>
    <dgm:pt modelId="{F58BE695-4E7C-4794-B085-20B6F9448E9A}" type="parTrans" cxnId="{15B05E09-C210-4EDF-8A01-EE7E0AA80E3A}">
      <dgm:prSet/>
      <dgm:spPr/>
      <dgm:t>
        <a:bodyPr/>
        <a:lstStyle/>
        <a:p>
          <a:endParaRPr lang="en-US"/>
        </a:p>
      </dgm:t>
    </dgm:pt>
    <dgm:pt modelId="{D9FE67B6-5347-490C-8A84-1A95DD93DC86}" type="sibTrans" cxnId="{15B05E09-C210-4EDF-8A01-EE7E0AA80E3A}">
      <dgm:prSet/>
      <dgm:spPr/>
      <dgm:t>
        <a:bodyPr/>
        <a:lstStyle/>
        <a:p>
          <a:endParaRPr lang="en-US"/>
        </a:p>
      </dgm:t>
    </dgm:pt>
    <dgm:pt modelId="{4F054A16-FA56-4395-9565-25162E86395C}" type="pres">
      <dgm:prSet presAssocID="{BD646D5A-4FAD-4843-8B5F-781D70B06C13}" presName="root" presStyleCnt="0">
        <dgm:presLayoutVars>
          <dgm:dir/>
          <dgm:resizeHandles val="exact"/>
        </dgm:presLayoutVars>
      </dgm:prSet>
      <dgm:spPr/>
    </dgm:pt>
    <dgm:pt modelId="{1656ADE6-310A-4DE4-A0A6-8E13C4814783}" type="pres">
      <dgm:prSet presAssocID="{690D8F3A-C6C4-40F3-A377-852705583011}" presName="compNode" presStyleCnt="0"/>
      <dgm:spPr/>
    </dgm:pt>
    <dgm:pt modelId="{B04DCA23-DE26-43BC-84B1-F1F4100BF821}" type="pres">
      <dgm:prSet presAssocID="{690D8F3A-C6C4-40F3-A377-852705583011}" presName="bgRect" presStyleLbl="bgShp" presStyleIdx="0" presStyleCnt="2"/>
      <dgm:spPr>
        <a:solidFill>
          <a:schemeClr val="accent1"/>
        </a:solidFill>
      </dgm:spPr>
    </dgm:pt>
    <dgm:pt modelId="{6029BC4A-F636-4DC1-9C46-CC1AE7A6313B}" type="pres">
      <dgm:prSet presAssocID="{690D8F3A-C6C4-40F3-A377-85270558301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4ACA3607-5D3E-4167-8D5A-F0BBC5DA288D}" type="pres">
      <dgm:prSet presAssocID="{690D8F3A-C6C4-40F3-A377-852705583011}" presName="spaceRect" presStyleCnt="0"/>
      <dgm:spPr/>
    </dgm:pt>
    <dgm:pt modelId="{75454D59-8E78-4B16-955C-893ED9B6B9BD}" type="pres">
      <dgm:prSet presAssocID="{690D8F3A-C6C4-40F3-A377-852705583011}" presName="parTx" presStyleLbl="revTx" presStyleIdx="0" presStyleCnt="2">
        <dgm:presLayoutVars>
          <dgm:chMax val="0"/>
          <dgm:chPref val="0"/>
        </dgm:presLayoutVars>
      </dgm:prSet>
      <dgm:spPr/>
    </dgm:pt>
    <dgm:pt modelId="{F01A6831-2061-495F-8FE4-736B7F51E1F8}" type="pres">
      <dgm:prSet presAssocID="{F326656E-F550-4B91-BAF2-A1CAFBA680C2}" presName="sibTrans" presStyleCnt="0"/>
      <dgm:spPr/>
    </dgm:pt>
    <dgm:pt modelId="{CB72CF66-0CDE-48FB-A150-4041164F21E2}" type="pres">
      <dgm:prSet presAssocID="{C1973431-1882-406A-8CDD-8C233A756521}" presName="compNode" presStyleCnt="0"/>
      <dgm:spPr/>
    </dgm:pt>
    <dgm:pt modelId="{9F6F1288-7902-4B3D-84C9-0832BCFAE2DC}" type="pres">
      <dgm:prSet presAssocID="{C1973431-1882-406A-8CDD-8C233A756521}" presName="bgRect" presStyleLbl="bgShp" presStyleIdx="1" presStyleCnt="2"/>
      <dgm:spPr>
        <a:xfrm>
          <a:off x="0" y="2411323"/>
          <a:ext cx="10515600" cy="1345854"/>
        </a:xfrm>
        <a:prstGeom prst="roundRect">
          <a:avLst>
            <a:gd name="adj" fmla="val 10000"/>
          </a:avLst>
        </a:prstGeom>
        <a:solidFill>
          <a:srgbClr val="BED4DB"/>
        </a:solidFill>
        <a:ln>
          <a:noFill/>
        </a:ln>
        <a:effectLst/>
      </dgm:spPr>
    </dgm:pt>
    <dgm:pt modelId="{5C60D6AD-618B-4E66-9A64-93669CB3A31C}" type="pres">
      <dgm:prSet presAssocID="{C1973431-1882-406A-8CDD-8C233A75652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arsel"/>
        </a:ext>
      </dgm:extLst>
    </dgm:pt>
    <dgm:pt modelId="{DF4C5181-D22D-4867-949B-63AB3C9DC552}" type="pres">
      <dgm:prSet presAssocID="{C1973431-1882-406A-8CDD-8C233A756521}" presName="spaceRect" presStyleCnt="0"/>
      <dgm:spPr/>
    </dgm:pt>
    <dgm:pt modelId="{E5D7CF14-B303-4585-A744-86D3740EBB9E}" type="pres">
      <dgm:prSet presAssocID="{C1973431-1882-406A-8CDD-8C233A756521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5B05E09-C210-4EDF-8A01-EE7E0AA80E3A}" srcId="{BD646D5A-4FAD-4843-8B5F-781D70B06C13}" destId="{C1973431-1882-406A-8CDD-8C233A756521}" srcOrd="1" destOrd="0" parTransId="{F58BE695-4E7C-4794-B085-20B6F9448E9A}" sibTransId="{D9FE67B6-5347-490C-8A84-1A95DD93DC86}"/>
    <dgm:cxn modelId="{E2A7684E-AC59-4088-B30F-EE3D4510ECF5}" srcId="{BD646D5A-4FAD-4843-8B5F-781D70B06C13}" destId="{690D8F3A-C6C4-40F3-A377-852705583011}" srcOrd="0" destOrd="0" parTransId="{7D052D6B-72A0-4C73-9EA1-E80B6628AE67}" sibTransId="{F326656E-F550-4B91-BAF2-A1CAFBA680C2}"/>
    <dgm:cxn modelId="{06A72195-8230-48FF-9872-7FDB13280D90}" type="presOf" srcId="{690D8F3A-C6C4-40F3-A377-852705583011}" destId="{75454D59-8E78-4B16-955C-893ED9B6B9BD}" srcOrd="0" destOrd="0" presId="urn:microsoft.com/office/officeart/2018/2/layout/IconVerticalSolidList"/>
    <dgm:cxn modelId="{8282A3D4-05AD-4404-B46A-FFFD32A39427}" type="presOf" srcId="{BD646D5A-4FAD-4843-8B5F-781D70B06C13}" destId="{4F054A16-FA56-4395-9565-25162E86395C}" srcOrd="0" destOrd="0" presId="urn:microsoft.com/office/officeart/2018/2/layout/IconVerticalSolidList"/>
    <dgm:cxn modelId="{24393EE2-9392-4082-8070-F1F50C2678F3}" type="presOf" srcId="{C1973431-1882-406A-8CDD-8C233A756521}" destId="{E5D7CF14-B303-4585-A744-86D3740EBB9E}" srcOrd="0" destOrd="0" presId="urn:microsoft.com/office/officeart/2018/2/layout/IconVerticalSolidList"/>
    <dgm:cxn modelId="{43160F6F-03F0-4AD2-AEB9-B76D4D11983B}" type="presParOf" srcId="{4F054A16-FA56-4395-9565-25162E86395C}" destId="{1656ADE6-310A-4DE4-A0A6-8E13C4814783}" srcOrd="0" destOrd="0" presId="urn:microsoft.com/office/officeart/2018/2/layout/IconVerticalSolidList"/>
    <dgm:cxn modelId="{74062E8D-BF08-4B2B-A986-E837E45074F7}" type="presParOf" srcId="{1656ADE6-310A-4DE4-A0A6-8E13C4814783}" destId="{B04DCA23-DE26-43BC-84B1-F1F4100BF821}" srcOrd="0" destOrd="0" presId="urn:microsoft.com/office/officeart/2018/2/layout/IconVerticalSolidList"/>
    <dgm:cxn modelId="{A597FDF7-BE60-4415-8B0D-3E51B3B0AABB}" type="presParOf" srcId="{1656ADE6-310A-4DE4-A0A6-8E13C4814783}" destId="{6029BC4A-F636-4DC1-9C46-CC1AE7A6313B}" srcOrd="1" destOrd="0" presId="urn:microsoft.com/office/officeart/2018/2/layout/IconVerticalSolidList"/>
    <dgm:cxn modelId="{81747210-20B8-4158-9074-900C2F30EC3C}" type="presParOf" srcId="{1656ADE6-310A-4DE4-A0A6-8E13C4814783}" destId="{4ACA3607-5D3E-4167-8D5A-F0BBC5DA288D}" srcOrd="2" destOrd="0" presId="urn:microsoft.com/office/officeart/2018/2/layout/IconVerticalSolidList"/>
    <dgm:cxn modelId="{962B2841-38ED-4784-B5A7-C7030A68B772}" type="presParOf" srcId="{1656ADE6-310A-4DE4-A0A6-8E13C4814783}" destId="{75454D59-8E78-4B16-955C-893ED9B6B9BD}" srcOrd="3" destOrd="0" presId="urn:microsoft.com/office/officeart/2018/2/layout/IconVerticalSolidList"/>
    <dgm:cxn modelId="{EFC859CF-C89F-4E8F-8424-673C0003FD7B}" type="presParOf" srcId="{4F054A16-FA56-4395-9565-25162E86395C}" destId="{F01A6831-2061-495F-8FE4-736B7F51E1F8}" srcOrd="1" destOrd="0" presId="urn:microsoft.com/office/officeart/2018/2/layout/IconVerticalSolidList"/>
    <dgm:cxn modelId="{B6A2DC7A-2EFA-420D-9E0A-DF9E8EFC097C}" type="presParOf" srcId="{4F054A16-FA56-4395-9565-25162E86395C}" destId="{CB72CF66-0CDE-48FB-A150-4041164F21E2}" srcOrd="2" destOrd="0" presId="urn:microsoft.com/office/officeart/2018/2/layout/IconVerticalSolidList"/>
    <dgm:cxn modelId="{21D03AD5-3EEA-4232-AB78-B572FB6B00EB}" type="presParOf" srcId="{CB72CF66-0CDE-48FB-A150-4041164F21E2}" destId="{9F6F1288-7902-4B3D-84C9-0832BCFAE2DC}" srcOrd="0" destOrd="0" presId="urn:microsoft.com/office/officeart/2018/2/layout/IconVerticalSolidList"/>
    <dgm:cxn modelId="{6DD0F57F-0DBB-4602-9C27-A5856A8F2040}" type="presParOf" srcId="{CB72CF66-0CDE-48FB-A150-4041164F21E2}" destId="{5C60D6AD-618B-4E66-9A64-93669CB3A31C}" srcOrd="1" destOrd="0" presId="urn:microsoft.com/office/officeart/2018/2/layout/IconVerticalSolidList"/>
    <dgm:cxn modelId="{953F953F-8294-421C-9DA2-4823FA43F3E0}" type="presParOf" srcId="{CB72CF66-0CDE-48FB-A150-4041164F21E2}" destId="{DF4C5181-D22D-4867-949B-63AB3C9DC552}" srcOrd="2" destOrd="0" presId="urn:microsoft.com/office/officeart/2018/2/layout/IconVerticalSolidList"/>
    <dgm:cxn modelId="{7CE9713B-10F0-49BB-80AB-709830620799}" type="presParOf" srcId="{CB72CF66-0CDE-48FB-A150-4041164F21E2}" destId="{E5D7CF14-B303-4585-A744-86D3740EBB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93F3E2-D047-45C6-BFC0-7C0AD9ADEFF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1F5EFA-EFB6-4AF6-97E2-30AC0995E26C}">
      <dgm:prSet custT="1"/>
      <dgm:spPr/>
      <dgm:t>
        <a:bodyPr/>
        <a:lstStyle/>
        <a:p>
          <a:r>
            <a:rPr lang="en-US" sz="2000" dirty="0" err="1"/>
            <a:t>Hurtigere</a:t>
          </a:r>
          <a:r>
            <a:rPr lang="en-US" sz="2000" dirty="0"/>
            <a:t> </a:t>
          </a:r>
          <a:r>
            <a:rPr lang="en-US" sz="2000" dirty="0" err="1"/>
            <a:t>reaktion</a:t>
          </a:r>
          <a:r>
            <a:rPr lang="en-US" sz="2000" dirty="0"/>
            <a:t> </a:t>
          </a:r>
          <a:r>
            <a:rPr lang="en-US" sz="2000" dirty="0" err="1"/>
            <a:t>på</a:t>
          </a:r>
          <a:r>
            <a:rPr lang="en-US" sz="2000" dirty="0"/>
            <a:t> </a:t>
          </a:r>
          <a:r>
            <a:rPr lang="en-US" sz="2000" dirty="0" err="1"/>
            <a:t>trusler</a:t>
          </a:r>
          <a:endParaRPr lang="en-US" sz="2000" dirty="0"/>
        </a:p>
      </dgm:t>
    </dgm:pt>
    <dgm:pt modelId="{C05C9335-A488-4B17-86D9-1BB963813AF4}" type="parTrans" cxnId="{F32DCC59-31BD-4FF2-A88F-D8A08BF91CD2}">
      <dgm:prSet/>
      <dgm:spPr/>
      <dgm:t>
        <a:bodyPr/>
        <a:lstStyle/>
        <a:p>
          <a:endParaRPr lang="en-US"/>
        </a:p>
      </dgm:t>
    </dgm:pt>
    <dgm:pt modelId="{4F92A021-E0FD-44C7-8959-0DAEBBF6F86F}" type="sibTrans" cxnId="{F32DCC59-31BD-4FF2-A88F-D8A08BF91CD2}">
      <dgm:prSet/>
      <dgm:spPr/>
      <dgm:t>
        <a:bodyPr/>
        <a:lstStyle/>
        <a:p>
          <a:endParaRPr lang="en-US"/>
        </a:p>
      </dgm:t>
    </dgm:pt>
    <dgm:pt modelId="{961A2B83-83B0-48F7-90AB-BA5567F5EC45}">
      <dgm:prSet custT="1"/>
      <dgm:spPr/>
      <dgm:t>
        <a:bodyPr/>
        <a:lstStyle/>
        <a:p>
          <a:r>
            <a:rPr lang="en-US" sz="2000" dirty="0" err="1"/>
            <a:t>Øget</a:t>
          </a:r>
          <a:r>
            <a:rPr lang="en-US" sz="2000" dirty="0"/>
            <a:t> </a:t>
          </a:r>
          <a:r>
            <a:rPr lang="en-US" sz="2000" dirty="0" err="1"/>
            <a:t>tillid</a:t>
          </a:r>
          <a:r>
            <a:rPr lang="en-US" sz="2000" dirty="0"/>
            <a:t> </a:t>
          </a:r>
          <a:r>
            <a:rPr lang="en-US" sz="2000" dirty="0" err="1"/>
            <a:t>og</a:t>
          </a:r>
          <a:r>
            <a:rPr lang="en-US" sz="2000" dirty="0"/>
            <a:t> compliance</a:t>
          </a:r>
        </a:p>
      </dgm:t>
    </dgm:pt>
    <dgm:pt modelId="{64CB2605-1485-402E-9331-A66DA0E2B158}" type="parTrans" cxnId="{9CD6DA41-1C5F-4D94-9EFA-E293F9B52A1B}">
      <dgm:prSet/>
      <dgm:spPr/>
      <dgm:t>
        <a:bodyPr/>
        <a:lstStyle/>
        <a:p>
          <a:endParaRPr lang="en-US"/>
        </a:p>
      </dgm:t>
    </dgm:pt>
    <dgm:pt modelId="{647198F6-8398-41B2-8B2F-91ED6013A0EC}" type="sibTrans" cxnId="{9CD6DA41-1C5F-4D94-9EFA-E293F9B52A1B}">
      <dgm:prSet/>
      <dgm:spPr/>
      <dgm:t>
        <a:bodyPr/>
        <a:lstStyle/>
        <a:p>
          <a:endParaRPr lang="en-US"/>
        </a:p>
      </dgm:t>
    </dgm:pt>
    <dgm:pt modelId="{D4AB4C34-5A0C-4B54-B4F0-31DDAF60C8B1}">
      <dgm:prSet custT="1"/>
      <dgm:spPr/>
      <dgm:t>
        <a:bodyPr/>
        <a:lstStyle/>
        <a:p>
          <a:r>
            <a:rPr lang="en-US" sz="2000" dirty="0" err="1"/>
            <a:t>Færre</a:t>
          </a:r>
          <a:r>
            <a:rPr lang="en-US" sz="2000" dirty="0"/>
            <a:t> </a:t>
          </a:r>
          <a:r>
            <a:rPr lang="en-US" sz="2000" dirty="0" err="1"/>
            <a:t>hændelser</a:t>
          </a:r>
          <a:r>
            <a:rPr lang="en-US" sz="2000" dirty="0"/>
            <a:t> -&gt; </a:t>
          </a:r>
          <a:r>
            <a:rPr lang="en-US" sz="2000" dirty="0" err="1"/>
            <a:t>laverere</a:t>
          </a:r>
          <a:r>
            <a:rPr lang="en-US" sz="2000" dirty="0"/>
            <a:t> </a:t>
          </a:r>
          <a:r>
            <a:rPr lang="en-US" sz="2000" dirty="0" err="1"/>
            <a:t>risikoniveau</a:t>
          </a:r>
          <a:endParaRPr lang="en-US" sz="2000" dirty="0"/>
        </a:p>
      </dgm:t>
    </dgm:pt>
    <dgm:pt modelId="{9E981767-0B57-4E08-B703-A4A516442649}" type="parTrans" cxnId="{83D353B5-20CE-46C0-87AA-0798C5BADA00}">
      <dgm:prSet/>
      <dgm:spPr/>
      <dgm:t>
        <a:bodyPr/>
        <a:lstStyle/>
        <a:p>
          <a:endParaRPr lang="en-US"/>
        </a:p>
      </dgm:t>
    </dgm:pt>
    <dgm:pt modelId="{CEEDC347-A65F-42D8-9049-3B296349C97E}" type="sibTrans" cxnId="{83D353B5-20CE-46C0-87AA-0798C5BADA00}">
      <dgm:prSet/>
      <dgm:spPr/>
      <dgm:t>
        <a:bodyPr/>
        <a:lstStyle/>
        <a:p>
          <a:endParaRPr lang="en-US"/>
        </a:p>
      </dgm:t>
    </dgm:pt>
    <dgm:pt modelId="{829FD16E-5097-4866-979D-B0BC68CE3093}">
      <dgm:prSet custT="1"/>
      <dgm:spPr/>
      <dgm:t>
        <a:bodyPr/>
        <a:lstStyle/>
        <a:p>
          <a:r>
            <a:rPr lang="en-US" sz="2000" dirty="0" err="1"/>
            <a:t>Langsigtede</a:t>
          </a:r>
          <a:r>
            <a:rPr lang="en-US" sz="2000" dirty="0"/>
            <a:t> </a:t>
          </a:r>
          <a:r>
            <a:rPr lang="en-US" sz="2000" dirty="0" err="1"/>
            <a:t>besparelser</a:t>
          </a:r>
          <a:r>
            <a:rPr lang="en-US" sz="2000" dirty="0"/>
            <a:t> </a:t>
          </a:r>
          <a:r>
            <a:rPr lang="en-US" sz="2000" dirty="0" err="1"/>
            <a:t>forventes</a:t>
          </a:r>
          <a:endParaRPr lang="en-US" sz="2000" dirty="0"/>
        </a:p>
      </dgm:t>
    </dgm:pt>
    <dgm:pt modelId="{627155F8-4D35-4F4F-8EFC-59E12CFCD18C}" type="parTrans" cxnId="{118FDF91-1F44-4A66-BD05-208C562C14FA}">
      <dgm:prSet/>
      <dgm:spPr/>
      <dgm:t>
        <a:bodyPr/>
        <a:lstStyle/>
        <a:p>
          <a:endParaRPr lang="en-US"/>
        </a:p>
      </dgm:t>
    </dgm:pt>
    <dgm:pt modelId="{A44FFC4B-32F6-4FDA-B077-EEB1DA188B3B}" type="sibTrans" cxnId="{118FDF91-1F44-4A66-BD05-208C562C14FA}">
      <dgm:prSet/>
      <dgm:spPr/>
      <dgm:t>
        <a:bodyPr/>
        <a:lstStyle/>
        <a:p>
          <a:endParaRPr lang="en-US"/>
        </a:p>
      </dgm:t>
    </dgm:pt>
    <dgm:pt modelId="{E534DF92-EBDC-4246-AF1C-B733AF24ED9E}" type="pres">
      <dgm:prSet presAssocID="{B893F3E2-D047-45C6-BFC0-7C0AD9ADEFFA}" presName="vert0" presStyleCnt="0">
        <dgm:presLayoutVars>
          <dgm:dir/>
          <dgm:animOne val="branch"/>
          <dgm:animLvl val="lvl"/>
        </dgm:presLayoutVars>
      </dgm:prSet>
      <dgm:spPr/>
    </dgm:pt>
    <dgm:pt modelId="{04AEBBF4-ED0B-47B7-92B3-7661EC09BD96}" type="pres">
      <dgm:prSet presAssocID="{A41F5EFA-EFB6-4AF6-97E2-30AC0995E26C}" presName="thickLine" presStyleLbl="alignNode1" presStyleIdx="0" presStyleCnt="4"/>
      <dgm:spPr/>
    </dgm:pt>
    <dgm:pt modelId="{D62DD887-F1F8-4D6C-8262-343EB378E883}" type="pres">
      <dgm:prSet presAssocID="{A41F5EFA-EFB6-4AF6-97E2-30AC0995E26C}" presName="horz1" presStyleCnt="0"/>
      <dgm:spPr/>
    </dgm:pt>
    <dgm:pt modelId="{5B807EBA-3A3C-4364-9688-E8CD3AE7B6CF}" type="pres">
      <dgm:prSet presAssocID="{A41F5EFA-EFB6-4AF6-97E2-30AC0995E26C}" presName="tx1" presStyleLbl="revTx" presStyleIdx="0" presStyleCnt="4"/>
      <dgm:spPr/>
    </dgm:pt>
    <dgm:pt modelId="{48A14AF2-6AB1-4079-A27C-24E4CFB6E1EA}" type="pres">
      <dgm:prSet presAssocID="{A41F5EFA-EFB6-4AF6-97E2-30AC0995E26C}" presName="vert1" presStyleCnt="0"/>
      <dgm:spPr/>
    </dgm:pt>
    <dgm:pt modelId="{1EA07403-CDB4-46F8-87AF-41073862E297}" type="pres">
      <dgm:prSet presAssocID="{961A2B83-83B0-48F7-90AB-BA5567F5EC45}" presName="thickLine" presStyleLbl="alignNode1" presStyleIdx="1" presStyleCnt="4"/>
      <dgm:spPr/>
    </dgm:pt>
    <dgm:pt modelId="{971B719D-3E1D-4DE4-8C07-2EA3290EDB92}" type="pres">
      <dgm:prSet presAssocID="{961A2B83-83B0-48F7-90AB-BA5567F5EC45}" presName="horz1" presStyleCnt="0"/>
      <dgm:spPr/>
    </dgm:pt>
    <dgm:pt modelId="{C994EFC2-FCF8-49A5-A077-4B1738EE2703}" type="pres">
      <dgm:prSet presAssocID="{961A2B83-83B0-48F7-90AB-BA5567F5EC45}" presName="tx1" presStyleLbl="revTx" presStyleIdx="1" presStyleCnt="4"/>
      <dgm:spPr/>
    </dgm:pt>
    <dgm:pt modelId="{030DE1A1-9E9B-4C90-A24D-9B5EAF7DEEE4}" type="pres">
      <dgm:prSet presAssocID="{961A2B83-83B0-48F7-90AB-BA5567F5EC45}" presName="vert1" presStyleCnt="0"/>
      <dgm:spPr/>
    </dgm:pt>
    <dgm:pt modelId="{A5C2BFEE-F384-45EE-BC99-A57BFCEA58EA}" type="pres">
      <dgm:prSet presAssocID="{D4AB4C34-5A0C-4B54-B4F0-31DDAF60C8B1}" presName="thickLine" presStyleLbl="alignNode1" presStyleIdx="2" presStyleCnt="4"/>
      <dgm:spPr/>
    </dgm:pt>
    <dgm:pt modelId="{F9E189A8-A056-4E55-BAF3-132A71C0B89B}" type="pres">
      <dgm:prSet presAssocID="{D4AB4C34-5A0C-4B54-B4F0-31DDAF60C8B1}" presName="horz1" presStyleCnt="0"/>
      <dgm:spPr/>
    </dgm:pt>
    <dgm:pt modelId="{18EC86C5-3BFE-4DE2-8B9A-6FC2C291BB80}" type="pres">
      <dgm:prSet presAssocID="{D4AB4C34-5A0C-4B54-B4F0-31DDAF60C8B1}" presName="tx1" presStyleLbl="revTx" presStyleIdx="2" presStyleCnt="4"/>
      <dgm:spPr/>
    </dgm:pt>
    <dgm:pt modelId="{C1EC8D30-1027-4AD1-BB98-F83C15CE4F3B}" type="pres">
      <dgm:prSet presAssocID="{D4AB4C34-5A0C-4B54-B4F0-31DDAF60C8B1}" presName="vert1" presStyleCnt="0"/>
      <dgm:spPr/>
    </dgm:pt>
    <dgm:pt modelId="{30B11EBB-73D1-489A-9BF2-4FD8D772E502}" type="pres">
      <dgm:prSet presAssocID="{829FD16E-5097-4866-979D-B0BC68CE3093}" presName="thickLine" presStyleLbl="alignNode1" presStyleIdx="3" presStyleCnt="4"/>
      <dgm:spPr/>
    </dgm:pt>
    <dgm:pt modelId="{067F19B2-B653-4E36-96D3-FB52260B982C}" type="pres">
      <dgm:prSet presAssocID="{829FD16E-5097-4866-979D-B0BC68CE3093}" presName="horz1" presStyleCnt="0"/>
      <dgm:spPr/>
    </dgm:pt>
    <dgm:pt modelId="{1C019FD1-8F06-4E0F-BDF6-0D4245E7E9EC}" type="pres">
      <dgm:prSet presAssocID="{829FD16E-5097-4866-979D-B0BC68CE3093}" presName="tx1" presStyleLbl="revTx" presStyleIdx="3" presStyleCnt="4"/>
      <dgm:spPr/>
    </dgm:pt>
    <dgm:pt modelId="{09EC87C8-A715-42C5-A3F6-CF6D6B37A9C7}" type="pres">
      <dgm:prSet presAssocID="{829FD16E-5097-4866-979D-B0BC68CE3093}" presName="vert1" presStyleCnt="0"/>
      <dgm:spPr/>
    </dgm:pt>
  </dgm:ptLst>
  <dgm:cxnLst>
    <dgm:cxn modelId="{05A65110-0C98-435E-BBE6-67F269991519}" type="presOf" srcId="{829FD16E-5097-4866-979D-B0BC68CE3093}" destId="{1C019FD1-8F06-4E0F-BDF6-0D4245E7E9EC}" srcOrd="0" destOrd="0" presId="urn:microsoft.com/office/officeart/2008/layout/LinedList"/>
    <dgm:cxn modelId="{9CD6DA41-1C5F-4D94-9EFA-E293F9B52A1B}" srcId="{B893F3E2-D047-45C6-BFC0-7C0AD9ADEFFA}" destId="{961A2B83-83B0-48F7-90AB-BA5567F5EC45}" srcOrd="1" destOrd="0" parTransId="{64CB2605-1485-402E-9331-A66DA0E2B158}" sibTransId="{647198F6-8398-41B2-8B2F-91ED6013A0EC}"/>
    <dgm:cxn modelId="{67DC6F4A-5DFE-498F-A5AF-2D46D1E1D072}" type="presOf" srcId="{D4AB4C34-5A0C-4B54-B4F0-31DDAF60C8B1}" destId="{18EC86C5-3BFE-4DE2-8B9A-6FC2C291BB80}" srcOrd="0" destOrd="0" presId="urn:microsoft.com/office/officeart/2008/layout/LinedList"/>
    <dgm:cxn modelId="{8B98BD79-2821-48EE-A8A7-57412C004FA9}" type="presOf" srcId="{961A2B83-83B0-48F7-90AB-BA5567F5EC45}" destId="{C994EFC2-FCF8-49A5-A077-4B1738EE2703}" srcOrd="0" destOrd="0" presId="urn:microsoft.com/office/officeart/2008/layout/LinedList"/>
    <dgm:cxn modelId="{F32DCC59-31BD-4FF2-A88F-D8A08BF91CD2}" srcId="{B893F3E2-D047-45C6-BFC0-7C0AD9ADEFFA}" destId="{A41F5EFA-EFB6-4AF6-97E2-30AC0995E26C}" srcOrd="0" destOrd="0" parTransId="{C05C9335-A488-4B17-86D9-1BB963813AF4}" sibTransId="{4F92A021-E0FD-44C7-8959-0DAEBBF6F86F}"/>
    <dgm:cxn modelId="{118FDF91-1F44-4A66-BD05-208C562C14FA}" srcId="{B893F3E2-D047-45C6-BFC0-7C0AD9ADEFFA}" destId="{829FD16E-5097-4866-979D-B0BC68CE3093}" srcOrd="3" destOrd="0" parTransId="{627155F8-4D35-4F4F-8EFC-59E12CFCD18C}" sibTransId="{A44FFC4B-32F6-4FDA-B077-EEB1DA188B3B}"/>
    <dgm:cxn modelId="{83D353B5-20CE-46C0-87AA-0798C5BADA00}" srcId="{B893F3E2-D047-45C6-BFC0-7C0AD9ADEFFA}" destId="{D4AB4C34-5A0C-4B54-B4F0-31DDAF60C8B1}" srcOrd="2" destOrd="0" parTransId="{9E981767-0B57-4E08-B703-A4A516442649}" sibTransId="{CEEDC347-A65F-42D8-9049-3B296349C97E}"/>
    <dgm:cxn modelId="{5B85E1C2-412C-404F-A6A2-1482D4C88197}" type="presOf" srcId="{A41F5EFA-EFB6-4AF6-97E2-30AC0995E26C}" destId="{5B807EBA-3A3C-4364-9688-E8CD3AE7B6CF}" srcOrd="0" destOrd="0" presId="urn:microsoft.com/office/officeart/2008/layout/LinedList"/>
    <dgm:cxn modelId="{ACBA22C4-8A9E-4B60-9512-245F0225BB00}" type="presOf" srcId="{B893F3E2-D047-45C6-BFC0-7C0AD9ADEFFA}" destId="{E534DF92-EBDC-4246-AF1C-B733AF24ED9E}" srcOrd="0" destOrd="0" presId="urn:microsoft.com/office/officeart/2008/layout/LinedList"/>
    <dgm:cxn modelId="{A5B6F3CC-3719-4773-80F2-2F4607E01710}" type="presParOf" srcId="{E534DF92-EBDC-4246-AF1C-B733AF24ED9E}" destId="{04AEBBF4-ED0B-47B7-92B3-7661EC09BD96}" srcOrd="0" destOrd="0" presId="urn:microsoft.com/office/officeart/2008/layout/LinedList"/>
    <dgm:cxn modelId="{CCC9960E-026F-47C3-A215-5820255585E8}" type="presParOf" srcId="{E534DF92-EBDC-4246-AF1C-B733AF24ED9E}" destId="{D62DD887-F1F8-4D6C-8262-343EB378E883}" srcOrd="1" destOrd="0" presId="urn:microsoft.com/office/officeart/2008/layout/LinedList"/>
    <dgm:cxn modelId="{908822CC-E619-429D-9552-47F51879CED6}" type="presParOf" srcId="{D62DD887-F1F8-4D6C-8262-343EB378E883}" destId="{5B807EBA-3A3C-4364-9688-E8CD3AE7B6CF}" srcOrd="0" destOrd="0" presId="urn:microsoft.com/office/officeart/2008/layout/LinedList"/>
    <dgm:cxn modelId="{75BC6FA0-F177-4B67-9B07-C26DB7811265}" type="presParOf" srcId="{D62DD887-F1F8-4D6C-8262-343EB378E883}" destId="{48A14AF2-6AB1-4079-A27C-24E4CFB6E1EA}" srcOrd="1" destOrd="0" presId="urn:microsoft.com/office/officeart/2008/layout/LinedList"/>
    <dgm:cxn modelId="{A989D799-5667-456B-9FA3-0ABB0B131AFE}" type="presParOf" srcId="{E534DF92-EBDC-4246-AF1C-B733AF24ED9E}" destId="{1EA07403-CDB4-46F8-87AF-41073862E297}" srcOrd="2" destOrd="0" presId="urn:microsoft.com/office/officeart/2008/layout/LinedList"/>
    <dgm:cxn modelId="{6D583A87-4B95-4DCA-A83A-064F2652E592}" type="presParOf" srcId="{E534DF92-EBDC-4246-AF1C-B733AF24ED9E}" destId="{971B719D-3E1D-4DE4-8C07-2EA3290EDB92}" srcOrd="3" destOrd="0" presId="urn:microsoft.com/office/officeart/2008/layout/LinedList"/>
    <dgm:cxn modelId="{4BE5C910-8938-4DEC-A7D8-EED70AAA12B0}" type="presParOf" srcId="{971B719D-3E1D-4DE4-8C07-2EA3290EDB92}" destId="{C994EFC2-FCF8-49A5-A077-4B1738EE2703}" srcOrd="0" destOrd="0" presId="urn:microsoft.com/office/officeart/2008/layout/LinedList"/>
    <dgm:cxn modelId="{3091E6D9-40D2-4D89-A5CD-5884EA53A3FC}" type="presParOf" srcId="{971B719D-3E1D-4DE4-8C07-2EA3290EDB92}" destId="{030DE1A1-9E9B-4C90-A24D-9B5EAF7DEEE4}" srcOrd="1" destOrd="0" presId="urn:microsoft.com/office/officeart/2008/layout/LinedList"/>
    <dgm:cxn modelId="{FD72DFE5-4F64-4139-A2B3-0C5DC3ACD2D3}" type="presParOf" srcId="{E534DF92-EBDC-4246-AF1C-B733AF24ED9E}" destId="{A5C2BFEE-F384-45EE-BC99-A57BFCEA58EA}" srcOrd="4" destOrd="0" presId="urn:microsoft.com/office/officeart/2008/layout/LinedList"/>
    <dgm:cxn modelId="{6DD6D8A3-7502-4AC1-A89C-B7586E605CC3}" type="presParOf" srcId="{E534DF92-EBDC-4246-AF1C-B733AF24ED9E}" destId="{F9E189A8-A056-4E55-BAF3-132A71C0B89B}" srcOrd="5" destOrd="0" presId="urn:microsoft.com/office/officeart/2008/layout/LinedList"/>
    <dgm:cxn modelId="{91C3099F-28E4-4AF1-B3CD-4934A88BC1E2}" type="presParOf" srcId="{F9E189A8-A056-4E55-BAF3-132A71C0B89B}" destId="{18EC86C5-3BFE-4DE2-8B9A-6FC2C291BB80}" srcOrd="0" destOrd="0" presId="urn:microsoft.com/office/officeart/2008/layout/LinedList"/>
    <dgm:cxn modelId="{C788F64F-9E5A-4F5A-90D0-AEE8D45AE19F}" type="presParOf" srcId="{F9E189A8-A056-4E55-BAF3-132A71C0B89B}" destId="{C1EC8D30-1027-4AD1-BB98-F83C15CE4F3B}" srcOrd="1" destOrd="0" presId="urn:microsoft.com/office/officeart/2008/layout/LinedList"/>
    <dgm:cxn modelId="{27E05BA3-C8D2-454A-B9D9-65F757E0BD44}" type="presParOf" srcId="{E534DF92-EBDC-4246-AF1C-B733AF24ED9E}" destId="{30B11EBB-73D1-489A-9BF2-4FD8D772E502}" srcOrd="6" destOrd="0" presId="urn:microsoft.com/office/officeart/2008/layout/LinedList"/>
    <dgm:cxn modelId="{786A366D-1266-4762-9798-D868F93AB2CE}" type="presParOf" srcId="{E534DF92-EBDC-4246-AF1C-B733AF24ED9E}" destId="{067F19B2-B653-4E36-96D3-FB52260B982C}" srcOrd="7" destOrd="0" presId="urn:microsoft.com/office/officeart/2008/layout/LinedList"/>
    <dgm:cxn modelId="{ED40BF7A-E49B-424D-9B75-9582847D6DC8}" type="presParOf" srcId="{067F19B2-B653-4E36-96D3-FB52260B982C}" destId="{1C019FD1-8F06-4E0F-BDF6-0D4245E7E9EC}" srcOrd="0" destOrd="0" presId="urn:microsoft.com/office/officeart/2008/layout/LinedList"/>
    <dgm:cxn modelId="{76727C6C-8795-4F5F-914D-089AE49EA89D}" type="presParOf" srcId="{067F19B2-B653-4E36-96D3-FB52260B982C}" destId="{09EC87C8-A715-42C5-A3F6-CF6D6B37A9C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63E27B-F36C-4B9A-B773-04AC82AD4F6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419783-95D7-4C54-8065-ED40F6D68854}">
      <dgm:prSet custT="1"/>
      <dgm:spPr/>
      <dgm:t>
        <a:bodyPr/>
        <a:lstStyle/>
        <a:p>
          <a:r>
            <a:rPr lang="en-US" sz="2000" dirty="0" err="1"/>
            <a:t>Begrænsede</a:t>
          </a:r>
          <a:r>
            <a:rPr lang="en-US" sz="2000" dirty="0"/>
            <a:t> </a:t>
          </a:r>
          <a:r>
            <a:rPr lang="en-US" sz="2000" dirty="0" err="1"/>
            <a:t>ressourcer</a:t>
          </a:r>
          <a:r>
            <a:rPr lang="en-US" sz="2000" dirty="0"/>
            <a:t> </a:t>
          </a:r>
          <a:r>
            <a:rPr lang="en-US" sz="2000" dirty="0" err="1"/>
            <a:t>og</a:t>
          </a:r>
          <a:r>
            <a:rPr lang="en-US" sz="2000" dirty="0"/>
            <a:t> </a:t>
          </a:r>
          <a:r>
            <a:rPr lang="en-US" sz="2000" dirty="0" err="1"/>
            <a:t>kompetencer</a:t>
          </a:r>
          <a:endParaRPr lang="en-US" sz="2000" dirty="0"/>
        </a:p>
      </dgm:t>
    </dgm:pt>
    <dgm:pt modelId="{FFE5B7F5-9BAF-4821-8FA7-3E43966D819D}" type="parTrans" cxnId="{D78272E3-BF76-4A6B-979F-B11613076F8A}">
      <dgm:prSet/>
      <dgm:spPr/>
      <dgm:t>
        <a:bodyPr/>
        <a:lstStyle/>
        <a:p>
          <a:endParaRPr lang="en-US"/>
        </a:p>
      </dgm:t>
    </dgm:pt>
    <dgm:pt modelId="{6C492DD5-B3D5-47DA-B01E-3860B179DC4B}" type="sibTrans" cxnId="{D78272E3-BF76-4A6B-979F-B11613076F8A}">
      <dgm:prSet/>
      <dgm:spPr/>
      <dgm:t>
        <a:bodyPr/>
        <a:lstStyle/>
        <a:p>
          <a:endParaRPr lang="en-US"/>
        </a:p>
      </dgm:t>
    </dgm:pt>
    <dgm:pt modelId="{0BFB406B-AE2F-4CDF-BAE6-2DF85F15B0CA}">
      <dgm:prSet custT="1"/>
      <dgm:spPr/>
      <dgm:t>
        <a:bodyPr/>
        <a:lstStyle/>
        <a:p>
          <a:r>
            <a:rPr lang="en-US" sz="2000" dirty="0" err="1"/>
            <a:t>Kulturel</a:t>
          </a:r>
          <a:r>
            <a:rPr lang="en-US" sz="2000" dirty="0"/>
            <a:t> </a:t>
          </a:r>
          <a:r>
            <a:rPr lang="en-US" sz="2000" dirty="0" err="1"/>
            <a:t>modstand</a:t>
          </a:r>
          <a:r>
            <a:rPr lang="en-US" sz="2000" dirty="0"/>
            <a:t> </a:t>
          </a:r>
          <a:r>
            <a:rPr lang="en-US" sz="2000" dirty="0" err="1"/>
            <a:t>og</a:t>
          </a:r>
          <a:r>
            <a:rPr lang="en-US" sz="2000" dirty="0"/>
            <a:t> </a:t>
          </a:r>
          <a:r>
            <a:rPr lang="en-US" sz="2000" dirty="0" err="1"/>
            <a:t>lav</a:t>
          </a:r>
          <a:r>
            <a:rPr lang="en-US" sz="2000" dirty="0"/>
            <a:t> </a:t>
          </a:r>
          <a:r>
            <a:rPr lang="en-US" sz="2000" dirty="0" err="1"/>
            <a:t>prioritet</a:t>
          </a:r>
          <a:endParaRPr lang="en-US" sz="2000" dirty="0"/>
        </a:p>
      </dgm:t>
    </dgm:pt>
    <dgm:pt modelId="{D4304933-A85D-4503-AAFD-CAC958EF1B17}" type="parTrans" cxnId="{E424BC15-CDDC-4CA5-B299-5A8B98262F88}">
      <dgm:prSet/>
      <dgm:spPr/>
      <dgm:t>
        <a:bodyPr/>
        <a:lstStyle/>
        <a:p>
          <a:endParaRPr lang="en-US"/>
        </a:p>
      </dgm:t>
    </dgm:pt>
    <dgm:pt modelId="{7F2019BC-B1C4-469A-BA7B-D46D24414FC7}" type="sibTrans" cxnId="{E424BC15-CDDC-4CA5-B299-5A8B98262F88}">
      <dgm:prSet/>
      <dgm:spPr/>
      <dgm:t>
        <a:bodyPr/>
        <a:lstStyle/>
        <a:p>
          <a:endParaRPr lang="en-US"/>
        </a:p>
      </dgm:t>
    </dgm:pt>
    <dgm:pt modelId="{6F717BBB-D50A-453D-A8A4-FEE46297A5EF}">
      <dgm:prSet custT="1"/>
      <dgm:spPr/>
      <dgm:t>
        <a:bodyPr/>
        <a:lstStyle/>
        <a:p>
          <a:r>
            <a:rPr lang="en-US" sz="2000" dirty="0" err="1"/>
            <a:t>Teknologisk</a:t>
          </a:r>
          <a:r>
            <a:rPr lang="en-US" sz="2000" dirty="0"/>
            <a:t> </a:t>
          </a:r>
          <a:r>
            <a:rPr lang="en-US" sz="2000" dirty="0" err="1"/>
            <a:t>kompleksitet</a:t>
          </a:r>
          <a:endParaRPr lang="en-US" sz="2000" dirty="0"/>
        </a:p>
      </dgm:t>
    </dgm:pt>
    <dgm:pt modelId="{DEDE3AAA-F450-4773-B29F-88D94A5989AF}" type="parTrans" cxnId="{4883377C-32A8-496F-B7FE-9883F766D13C}">
      <dgm:prSet/>
      <dgm:spPr/>
      <dgm:t>
        <a:bodyPr/>
        <a:lstStyle/>
        <a:p>
          <a:endParaRPr lang="en-US"/>
        </a:p>
      </dgm:t>
    </dgm:pt>
    <dgm:pt modelId="{5CB5B531-D135-4590-AD3E-71A4DD2F8734}" type="sibTrans" cxnId="{4883377C-32A8-496F-B7FE-9883F766D13C}">
      <dgm:prSet/>
      <dgm:spPr/>
      <dgm:t>
        <a:bodyPr/>
        <a:lstStyle/>
        <a:p>
          <a:endParaRPr lang="en-US"/>
        </a:p>
      </dgm:t>
    </dgm:pt>
    <dgm:pt modelId="{A16AF7E4-33C5-415C-9C70-78800BE94491}">
      <dgm:prSet custT="1"/>
      <dgm:spPr/>
      <dgm:t>
        <a:bodyPr/>
        <a:lstStyle/>
        <a:p>
          <a:r>
            <a:rPr lang="en-US" sz="2000" dirty="0" err="1"/>
            <a:t>Uklart</a:t>
          </a:r>
          <a:r>
            <a:rPr lang="en-US" sz="2000" dirty="0"/>
            <a:t> </a:t>
          </a:r>
          <a:r>
            <a:rPr lang="en-US" sz="2000" dirty="0" err="1"/>
            <a:t>ejerskab</a:t>
          </a:r>
          <a:r>
            <a:rPr lang="en-US" sz="2000" dirty="0"/>
            <a:t> </a:t>
          </a:r>
          <a:r>
            <a:rPr lang="en-US" sz="2000" dirty="0" err="1"/>
            <a:t>af</a:t>
          </a:r>
          <a:r>
            <a:rPr lang="en-US" sz="2000" dirty="0"/>
            <a:t> </a:t>
          </a:r>
          <a:r>
            <a:rPr lang="en-US" sz="2000" dirty="0" err="1"/>
            <a:t>opgaver</a:t>
          </a:r>
          <a:endParaRPr lang="en-US" sz="2000" dirty="0"/>
        </a:p>
      </dgm:t>
    </dgm:pt>
    <dgm:pt modelId="{75141BE2-319C-46B0-B84C-C2AEE51AC12F}" type="parTrans" cxnId="{CF73BFCC-8CF9-4E09-B08C-7502569DAF85}">
      <dgm:prSet/>
      <dgm:spPr/>
      <dgm:t>
        <a:bodyPr/>
        <a:lstStyle/>
        <a:p>
          <a:endParaRPr lang="en-US"/>
        </a:p>
      </dgm:t>
    </dgm:pt>
    <dgm:pt modelId="{8ECDD615-8D55-472B-8674-DAFC3204A9EB}" type="sibTrans" cxnId="{CF73BFCC-8CF9-4E09-B08C-7502569DAF85}">
      <dgm:prSet/>
      <dgm:spPr/>
      <dgm:t>
        <a:bodyPr/>
        <a:lstStyle/>
        <a:p>
          <a:endParaRPr lang="en-US"/>
        </a:p>
      </dgm:t>
    </dgm:pt>
    <dgm:pt modelId="{5D288734-E0EE-410D-89E9-C291046134AB}" type="pres">
      <dgm:prSet presAssocID="{3963E27B-F36C-4B9A-B773-04AC82AD4F63}" presName="vert0" presStyleCnt="0">
        <dgm:presLayoutVars>
          <dgm:dir/>
          <dgm:animOne val="branch"/>
          <dgm:animLvl val="lvl"/>
        </dgm:presLayoutVars>
      </dgm:prSet>
      <dgm:spPr/>
    </dgm:pt>
    <dgm:pt modelId="{013E5DC3-1324-4A25-8D7B-C1EA9ABBDC66}" type="pres">
      <dgm:prSet presAssocID="{2E419783-95D7-4C54-8065-ED40F6D68854}" presName="thickLine" presStyleLbl="alignNode1" presStyleIdx="0" presStyleCnt="4"/>
      <dgm:spPr/>
    </dgm:pt>
    <dgm:pt modelId="{BD429E6D-6A25-4741-A9B0-D9FCE2DB6FAC}" type="pres">
      <dgm:prSet presAssocID="{2E419783-95D7-4C54-8065-ED40F6D68854}" presName="horz1" presStyleCnt="0"/>
      <dgm:spPr/>
    </dgm:pt>
    <dgm:pt modelId="{9CDAFFFB-F980-4ABE-B52A-DEB2D11EDA63}" type="pres">
      <dgm:prSet presAssocID="{2E419783-95D7-4C54-8065-ED40F6D68854}" presName="tx1" presStyleLbl="revTx" presStyleIdx="0" presStyleCnt="4"/>
      <dgm:spPr/>
    </dgm:pt>
    <dgm:pt modelId="{0AD16E31-9010-4E91-A6AD-F61ADDEC81C5}" type="pres">
      <dgm:prSet presAssocID="{2E419783-95D7-4C54-8065-ED40F6D68854}" presName="vert1" presStyleCnt="0"/>
      <dgm:spPr/>
    </dgm:pt>
    <dgm:pt modelId="{9D3A6022-7641-4486-8977-83AF5268E5E2}" type="pres">
      <dgm:prSet presAssocID="{0BFB406B-AE2F-4CDF-BAE6-2DF85F15B0CA}" presName="thickLine" presStyleLbl="alignNode1" presStyleIdx="1" presStyleCnt="4"/>
      <dgm:spPr/>
    </dgm:pt>
    <dgm:pt modelId="{BD39138B-C0DC-45E5-862E-7EF8049AC50E}" type="pres">
      <dgm:prSet presAssocID="{0BFB406B-AE2F-4CDF-BAE6-2DF85F15B0CA}" presName="horz1" presStyleCnt="0"/>
      <dgm:spPr/>
    </dgm:pt>
    <dgm:pt modelId="{ECFB8E33-F302-4719-8A91-984612896A3A}" type="pres">
      <dgm:prSet presAssocID="{0BFB406B-AE2F-4CDF-BAE6-2DF85F15B0CA}" presName="tx1" presStyleLbl="revTx" presStyleIdx="1" presStyleCnt="4"/>
      <dgm:spPr/>
    </dgm:pt>
    <dgm:pt modelId="{27DA63ED-36C8-447E-8A5B-E4B33B074F4C}" type="pres">
      <dgm:prSet presAssocID="{0BFB406B-AE2F-4CDF-BAE6-2DF85F15B0CA}" presName="vert1" presStyleCnt="0"/>
      <dgm:spPr/>
    </dgm:pt>
    <dgm:pt modelId="{BE363C99-F8B6-42E4-89BD-CA5E5DB1519B}" type="pres">
      <dgm:prSet presAssocID="{6F717BBB-D50A-453D-A8A4-FEE46297A5EF}" presName="thickLine" presStyleLbl="alignNode1" presStyleIdx="2" presStyleCnt="4"/>
      <dgm:spPr/>
    </dgm:pt>
    <dgm:pt modelId="{C9F192FF-37D5-4DC4-805E-6796CE4D1458}" type="pres">
      <dgm:prSet presAssocID="{6F717BBB-D50A-453D-A8A4-FEE46297A5EF}" presName="horz1" presStyleCnt="0"/>
      <dgm:spPr/>
    </dgm:pt>
    <dgm:pt modelId="{975F43DC-01B9-4380-81E2-C3776A4530CF}" type="pres">
      <dgm:prSet presAssocID="{6F717BBB-D50A-453D-A8A4-FEE46297A5EF}" presName="tx1" presStyleLbl="revTx" presStyleIdx="2" presStyleCnt="4"/>
      <dgm:spPr/>
    </dgm:pt>
    <dgm:pt modelId="{D82966FE-C017-4A3C-AEF5-D0FB5111E1F4}" type="pres">
      <dgm:prSet presAssocID="{6F717BBB-D50A-453D-A8A4-FEE46297A5EF}" presName="vert1" presStyleCnt="0"/>
      <dgm:spPr/>
    </dgm:pt>
    <dgm:pt modelId="{1DEBDF38-9AF4-4DC3-8C7E-E194D2E0B4F9}" type="pres">
      <dgm:prSet presAssocID="{A16AF7E4-33C5-415C-9C70-78800BE94491}" presName="thickLine" presStyleLbl="alignNode1" presStyleIdx="3" presStyleCnt="4"/>
      <dgm:spPr/>
    </dgm:pt>
    <dgm:pt modelId="{DAC27E54-244C-49D7-B12D-57184F46A174}" type="pres">
      <dgm:prSet presAssocID="{A16AF7E4-33C5-415C-9C70-78800BE94491}" presName="horz1" presStyleCnt="0"/>
      <dgm:spPr/>
    </dgm:pt>
    <dgm:pt modelId="{173F0A4F-947B-4BB5-8A5A-2CB8573F9EF0}" type="pres">
      <dgm:prSet presAssocID="{A16AF7E4-33C5-415C-9C70-78800BE94491}" presName="tx1" presStyleLbl="revTx" presStyleIdx="3" presStyleCnt="4"/>
      <dgm:spPr/>
    </dgm:pt>
    <dgm:pt modelId="{A6C82956-A422-47CE-BC31-C002B2271CDA}" type="pres">
      <dgm:prSet presAssocID="{A16AF7E4-33C5-415C-9C70-78800BE94491}" presName="vert1" presStyleCnt="0"/>
      <dgm:spPr/>
    </dgm:pt>
  </dgm:ptLst>
  <dgm:cxnLst>
    <dgm:cxn modelId="{EB2CF600-247B-4135-A470-E2409F61E5CC}" type="presOf" srcId="{2E419783-95D7-4C54-8065-ED40F6D68854}" destId="{9CDAFFFB-F980-4ABE-B52A-DEB2D11EDA63}" srcOrd="0" destOrd="0" presId="urn:microsoft.com/office/officeart/2008/layout/LinedList"/>
    <dgm:cxn modelId="{630A510B-19B3-477F-A9F5-EC5F96679A42}" type="presOf" srcId="{3963E27B-F36C-4B9A-B773-04AC82AD4F63}" destId="{5D288734-E0EE-410D-89E9-C291046134AB}" srcOrd="0" destOrd="0" presId="urn:microsoft.com/office/officeart/2008/layout/LinedList"/>
    <dgm:cxn modelId="{E424BC15-CDDC-4CA5-B299-5A8B98262F88}" srcId="{3963E27B-F36C-4B9A-B773-04AC82AD4F63}" destId="{0BFB406B-AE2F-4CDF-BAE6-2DF85F15B0CA}" srcOrd="1" destOrd="0" parTransId="{D4304933-A85D-4503-AAFD-CAC958EF1B17}" sibTransId="{7F2019BC-B1C4-469A-BA7B-D46D24414FC7}"/>
    <dgm:cxn modelId="{65883938-B1DA-4624-985C-B327BD1AD3E6}" type="presOf" srcId="{A16AF7E4-33C5-415C-9C70-78800BE94491}" destId="{173F0A4F-947B-4BB5-8A5A-2CB8573F9EF0}" srcOrd="0" destOrd="0" presId="urn:microsoft.com/office/officeart/2008/layout/LinedList"/>
    <dgm:cxn modelId="{C63F5F6B-7177-40BF-B8D8-D386E66B3DDE}" type="presOf" srcId="{6F717BBB-D50A-453D-A8A4-FEE46297A5EF}" destId="{975F43DC-01B9-4380-81E2-C3776A4530CF}" srcOrd="0" destOrd="0" presId="urn:microsoft.com/office/officeart/2008/layout/LinedList"/>
    <dgm:cxn modelId="{4883377C-32A8-496F-B7FE-9883F766D13C}" srcId="{3963E27B-F36C-4B9A-B773-04AC82AD4F63}" destId="{6F717BBB-D50A-453D-A8A4-FEE46297A5EF}" srcOrd="2" destOrd="0" parTransId="{DEDE3AAA-F450-4773-B29F-88D94A5989AF}" sibTransId="{5CB5B531-D135-4590-AD3E-71A4DD2F8734}"/>
    <dgm:cxn modelId="{CF73BFCC-8CF9-4E09-B08C-7502569DAF85}" srcId="{3963E27B-F36C-4B9A-B773-04AC82AD4F63}" destId="{A16AF7E4-33C5-415C-9C70-78800BE94491}" srcOrd="3" destOrd="0" parTransId="{75141BE2-319C-46B0-B84C-C2AEE51AC12F}" sibTransId="{8ECDD615-8D55-472B-8674-DAFC3204A9EB}"/>
    <dgm:cxn modelId="{D78272E3-BF76-4A6B-979F-B11613076F8A}" srcId="{3963E27B-F36C-4B9A-B773-04AC82AD4F63}" destId="{2E419783-95D7-4C54-8065-ED40F6D68854}" srcOrd="0" destOrd="0" parTransId="{FFE5B7F5-9BAF-4821-8FA7-3E43966D819D}" sibTransId="{6C492DD5-B3D5-47DA-B01E-3860B179DC4B}"/>
    <dgm:cxn modelId="{30A7FBF6-2A37-4DA5-BF51-83F6647947E4}" type="presOf" srcId="{0BFB406B-AE2F-4CDF-BAE6-2DF85F15B0CA}" destId="{ECFB8E33-F302-4719-8A91-984612896A3A}" srcOrd="0" destOrd="0" presId="urn:microsoft.com/office/officeart/2008/layout/LinedList"/>
    <dgm:cxn modelId="{21A6C5C9-F348-4B55-A155-9DC144662227}" type="presParOf" srcId="{5D288734-E0EE-410D-89E9-C291046134AB}" destId="{013E5DC3-1324-4A25-8D7B-C1EA9ABBDC66}" srcOrd="0" destOrd="0" presId="urn:microsoft.com/office/officeart/2008/layout/LinedList"/>
    <dgm:cxn modelId="{7B482ABC-FC63-4236-9FC0-7CB1310DE8B8}" type="presParOf" srcId="{5D288734-E0EE-410D-89E9-C291046134AB}" destId="{BD429E6D-6A25-4741-A9B0-D9FCE2DB6FAC}" srcOrd="1" destOrd="0" presId="urn:microsoft.com/office/officeart/2008/layout/LinedList"/>
    <dgm:cxn modelId="{4D917A8F-0D46-4B50-8796-B7A6CE82C10A}" type="presParOf" srcId="{BD429E6D-6A25-4741-A9B0-D9FCE2DB6FAC}" destId="{9CDAFFFB-F980-4ABE-B52A-DEB2D11EDA63}" srcOrd="0" destOrd="0" presId="urn:microsoft.com/office/officeart/2008/layout/LinedList"/>
    <dgm:cxn modelId="{E2F7B0C2-A856-4A45-B599-69E839005C1B}" type="presParOf" srcId="{BD429E6D-6A25-4741-A9B0-D9FCE2DB6FAC}" destId="{0AD16E31-9010-4E91-A6AD-F61ADDEC81C5}" srcOrd="1" destOrd="0" presId="urn:microsoft.com/office/officeart/2008/layout/LinedList"/>
    <dgm:cxn modelId="{34B9349F-00EF-4ADF-9294-B336C7724642}" type="presParOf" srcId="{5D288734-E0EE-410D-89E9-C291046134AB}" destId="{9D3A6022-7641-4486-8977-83AF5268E5E2}" srcOrd="2" destOrd="0" presId="urn:microsoft.com/office/officeart/2008/layout/LinedList"/>
    <dgm:cxn modelId="{87453C01-BA9B-4C61-A5A0-039012D6C709}" type="presParOf" srcId="{5D288734-E0EE-410D-89E9-C291046134AB}" destId="{BD39138B-C0DC-45E5-862E-7EF8049AC50E}" srcOrd="3" destOrd="0" presId="urn:microsoft.com/office/officeart/2008/layout/LinedList"/>
    <dgm:cxn modelId="{6E59B8D5-FB92-44DD-B51F-EE4E8C4FDC8A}" type="presParOf" srcId="{BD39138B-C0DC-45E5-862E-7EF8049AC50E}" destId="{ECFB8E33-F302-4719-8A91-984612896A3A}" srcOrd="0" destOrd="0" presId="urn:microsoft.com/office/officeart/2008/layout/LinedList"/>
    <dgm:cxn modelId="{99402EE4-195D-4B23-AF38-4B77DE1CBF5D}" type="presParOf" srcId="{BD39138B-C0DC-45E5-862E-7EF8049AC50E}" destId="{27DA63ED-36C8-447E-8A5B-E4B33B074F4C}" srcOrd="1" destOrd="0" presId="urn:microsoft.com/office/officeart/2008/layout/LinedList"/>
    <dgm:cxn modelId="{C6A1EDB1-32AC-45CD-BB33-7F37389B51F3}" type="presParOf" srcId="{5D288734-E0EE-410D-89E9-C291046134AB}" destId="{BE363C99-F8B6-42E4-89BD-CA5E5DB1519B}" srcOrd="4" destOrd="0" presId="urn:microsoft.com/office/officeart/2008/layout/LinedList"/>
    <dgm:cxn modelId="{4D2E230F-321A-4A95-B95D-59B61E952AD2}" type="presParOf" srcId="{5D288734-E0EE-410D-89E9-C291046134AB}" destId="{C9F192FF-37D5-4DC4-805E-6796CE4D1458}" srcOrd="5" destOrd="0" presId="urn:microsoft.com/office/officeart/2008/layout/LinedList"/>
    <dgm:cxn modelId="{BDD4692A-4704-4845-9AAD-FED8BA77CEE5}" type="presParOf" srcId="{C9F192FF-37D5-4DC4-805E-6796CE4D1458}" destId="{975F43DC-01B9-4380-81E2-C3776A4530CF}" srcOrd="0" destOrd="0" presId="urn:microsoft.com/office/officeart/2008/layout/LinedList"/>
    <dgm:cxn modelId="{DE0A82BF-E85E-4305-AC5C-B4B1734F71B7}" type="presParOf" srcId="{C9F192FF-37D5-4DC4-805E-6796CE4D1458}" destId="{D82966FE-C017-4A3C-AEF5-D0FB5111E1F4}" srcOrd="1" destOrd="0" presId="urn:microsoft.com/office/officeart/2008/layout/LinedList"/>
    <dgm:cxn modelId="{AC7B027B-4956-49DB-8D69-191B250E2794}" type="presParOf" srcId="{5D288734-E0EE-410D-89E9-C291046134AB}" destId="{1DEBDF38-9AF4-4DC3-8C7E-E194D2E0B4F9}" srcOrd="6" destOrd="0" presId="urn:microsoft.com/office/officeart/2008/layout/LinedList"/>
    <dgm:cxn modelId="{88694886-07F8-4533-BB0D-E94F3C3B4102}" type="presParOf" srcId="{5D288734-E0EE-410D-89E9-C291046134AB}" destId="{DAC27E54-244C-49D7-B12D-57184F46A174}" srcOrd="7" destOrd="0" presId="urn:microsoft.com/office/officeart/2008/layout/LinedList"/>
    <dgm:cxn modelId="{A3971C41-A7F6-4B8D-A3B8-97E47CEEC0C3}" type="presParOf" srcId="{DAC27E54-244C-49D7-B12D-57184F46A174}" destId="{173F0A4F-947B-4BB5-8A5A-2CB8573F9EF0}" srcOrd="0" destOrd="0" presId="urn:microsoft.com/office/officeart/2008/layout/LinedList"/>
    <dgm:cxn modelId="{57993AFB-1F9C-4698-998C-2759C5987F5E}" type="presParOf" srcId="{DAC27E54-244C-49D7-B12D-57184F46A174}" destId="{A6C82956-A422-47CE-BC31-C002B2271CD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7DCAFD-02CE-4D1E-867A-7F77DB08D053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6C4AC9-31B3-4741-9F94-691769842639}">
      <dgm:prSet/>
      <dgm:spPr/>
      <dgm:t>
        <a:bodyPr/>
        <a:lstStyle/>
        <a:p>
          <a:r>
            <a:rPr lang="en-US" b="1" dirty="0" err="1">
              <a:solidFill>
                <a:schemeClr val="tx1"/>
              </a:solidFill>
            </a:rPr>
            <a:t>Selvvurdering</a:t>
          </a:r>
          <a:r>
            <a:rPr lang="en-US" b="1" dirty="0">
              <a:solidFill>
                <a:schemeClr val="tx1"/>
              </a:solidFill>
            </a:rPr>
            <a:t> – </a:t>
          </a:r>
          <a:r>
            <a:rPr lang="en-US" b="1" dirty="0" err="1">
              <a:solidFill>
                <a:schemeClr val="tx1"/>
              </a:solidFill>
            </a:rPr>
            <a:t>fx</a:t>
          </a:r>
          <a:r>
            <a:rPr lang="en-US" b="1" dirty="0">
              <a:solidFill>
                <a:schemeClr val="tx1"/>
              </a:solidFill>
            </a:rPr>
            <a:t> NIST scorecards</a:t>
          </a:r>
          <a:r>
            <a:rPr lang="da-DK" b="1" dirty="0">
              <a:solidFill>
                <a:schemeClr val="tx1"/>
              </a:solidFill>
            </a:rPr>
            <a:t> (vises senere)</a:t>
          </a:r>
          <a:endParaRPr lang="en-US" dirty="0">
            <a:solidFill>
              <a:schemeClr val="tx1"/>
            </a:solidFill>
          </a:endParaRPr>
        </a:p>
      </dgm:t>
    </dgm:pt>
    <dgm:pt modelId="{3C21B27F-F7C7-4F11-8978-7B48D9DC3EAD}" type="parTrans" cxnId="{5BA96962-C1D3-46C8-8FD7-C7213C851A3D}">
      <dgm:prSet/>
      <dgm:spPr/>
      <dgm:t>
        <a:bodyPr/>
        <a:lstStyle/>
        <a:p>
          <a:endParaRPr lang="en-US"/>
        </a:p>
      </dgm:t>
    </dgm:pt>
    <dgm:pt modelId="{3F2F7D17-6D09-4254-867D-53A4DCC33B70}" type="sibTrans" cxnId="{5BA96962-C1D3-46C8-8FD7-C7213C851A3D}">
      <dgm:prSet/>
      <dgm:spPr/>
      <dgm:t>
        <a:bodyPr/>
        <a:lstStyle/>
        <a:p>
          <a:endParaRPr lang="en-US"/>
        </a:p>
      </dgm:t>
    </dgm:pt>
    <dgm:pt modelId="{1DF21E3C-F597-42F3-97A7-59F6F6BC2A90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Audit – intern </a:t>
          </a:r>
          <a:r>
            <a:rPr lang="en-US" b="1" dirty="0" err="1">
              <a:solidFill>
                <a:schemeClr val="tx1"/>
              </a:solidFill>
            </a:rPr>
            <a:t>eller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ekstern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gennemgang</a:t>
          </a:r>
          <a:endParaRPr lang="en-US" dirty="0">
            <a:solidFill>
              <a:schemeClr val="tx1"/>
            </a:solidFill>
          </a:endParaRPr>
        </a:p>
      </dgm:t>
    </dgm:pt>
    <dgm:pt modelId="{D26D6EAE-1FFE-426E-836A-20F20D9BF861}" type="parTrans" cxnId="{49A0B044-DE98-484B-BC46-41BCF21987A0}">
      <dgm:prSet/>
      <dgm:spPr/>
      <dgm:t>
        <a:bodyPr/>
        <a:lstStyle/>
        <a:p>
          <a:endParaRPr lang="en-US"/>
        </a:p>
      </dgm:t>
    </dgm:pt>
    <dgm:pt modelId="{33BF5FEF-4A8C-42BE-ACAE-E535B4015151}" type="sibTrans" cxnId="{49A0B044-DE98-484B-BC46-41BCF21987A0}">
      <dgm:prSet/>
      <dgm:spPr/>
      <dgm:t>
        <a:bodyPr/>
        <a:lstStyle/>
        <a:p>
          <a:endParaRPr lang="en-US"/>
        </a:p>
      </dgm:t>
    </dgm:pt>
    <dgm:pt modelId="{D404817D-85B3-49B9-B366-98BC56E87904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Gap-</a:t>
          </a:r>
          <a:r>
            <a:rPr lang="en-US" b="1" dirty="0" err="1">
              <a:solidFill>
                <a:schemeClr val="tx1"/>
              </a:solidFill>
            </a:rPr>
            <a:t>analyse</a:t>
          </a:r>
          <a:r>
            <a:rPr lang="en-US" b="1" dirty="0">
              <a:solidFill>
                <a:schemeClr val="tx1"/>
              </a:solidFill>
            </a:rPr>
            <a:t> – </a:t>
          </a:r>
          <a:r>
            <a:rPr lang="en-US" b="1" dirty="0" err="1">
              <a:solidFill>
                <a:schemeClr val="tx1"/>
              </a:solidFill>
            </a:rPr>
            <a:t>sammenlign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nuværende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og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ønsket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niveau</a:t>
          </a:r>
          <a:endParaRPr lang="en-US" dirty="0">
            <a:solidFill>
              <a:schemeClr val="tx1"/>
            </a:solidFill>
          </a:endParaRPr>
        </a:p>
      </dgm:t>
    </dgm:pt>
    <dgm:pt modelId="{88FAC2ED-7111-44CA-8FB7-A263FEFC8DB7}" type="parTrans" cxnId="{83909898-F4F7-4AED-BB78-55247564ED1D}">
      <dgm:prSet/>
      <dgm:spPr/>
      <dgm:t>
        <a:bodyPr/>
        <a:lstStyle/>
        <a:p>
          <a:endParaRPr lang="en-US"/>
        </a:p>
      </dgm:t>
    </dgm:pt>
    <dgm:pt modelId="{6676187A-AABD-4068-8152-A075B7713444}" type="sibTrans" cxnId="{83909898-F4F7-4AED-BB78-55247564ED1D}">
      <dgm:prSet/>
      <dgm:spPr/>
      <dgm:t>
        <a:bodyPr/>
        <a:lstStyle/>
        <a:p>
          <a:endParaRPr lang="en-US"/>
        </a:p>
      </dgm:t>
    </dgm:pt>
    <dgm:pt modelId="{35EE6ECC-8B7C-4172-A73F-C09F950BB3EC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Web tools</a:t>
          </a:r>
        </a:p>
      </dgm:t>
    </dgm:pt>
    <dgm:pt modelId="{994916E3-84E8-4C74-BE95-7E59CCF9FBE8}" type="parTrans" cxnId="{46F403C0-B97D-430D-90D7-CA3F76B98632}">
      <dgm:prSet/>
      <dgm:spPr/>
      <dgm:t>
        <a:bodyPr/>
        <a:lstStyle/>
        <a:p>
          <a:endParaRPr lang="en-US"/>
        </a:p>
      </dgm:t>
    </dgm:pt>
    <dgm:pt modelId="{17BB95B4-7A04-4D51-BF72-A60B15B7A673}" type="sibTrans" cxnId="{46F403C0-B97D-430D-90D7-CA3F76B98632}">
      <dgm:prSet/>
      <dgm:spPr/>
      <dgm:t>
        <a:bodyPr/>
        <a:lstStyle/>
        <a:p>
          <a:endParaRPr lang="en-US"/>
        </a:p>
      </dgm:t>
    </dgm:pt>
    <dgm:pt modelId="{30D0DF01-72EA-431D-9BFB-B58AF7913740}">
      <dgm:prSet/>
      <dgm:spPr/>
      <dgm:t>
        <a:bodyPr/>
        <a:lstStyle/>
        <a:p>
          <a:r>
            <a:rPr lang="da-DK" b="1" dirty="0">
              <a:solidFill>
                <a:schemeClr val="tx1"/>
              </a:solidFill>
            </a:rPr>
            <a:t>Egne eller andre modeller</a:t>
          </a:r>
          <a:endParaRPr lang="en-US" dirty="0">
            <a:solidFill>
              <a:schemeClr val="tx1"/>
            </a:solidFill>
          </a:endParaRPr>
        </a:p>
      </dgm:t>
    </dgm:pt>
    <dgm:pt modelId="{1A1BDB11-8E00-4574-AEA7-98C93832B552}" type="parTrans" cxnId="{C33E4352-99FB-41AF-9853-30D156019D67}">
      <dgm:prSet/>
      <dgm:spPr/>
      <dgm:t>
        <a:bodyPr/>
        <a:lstStyle/>
        <a:p>
          <a:endParaRPr lang="en-US"/>
        </a:p>
      </dgm:t>
    </dgm:pt>
    <dgm:pt modelId="{CA05DCE6-26FB-47E0-AA9E-45FD5E89ADE9}" type="sibTrans" cxnId="{C33E4352-99FB-41AF-9853-30D156019D67}">
      <dgm:prSet/>
      <dgm:spPr/>
      <dgm:t>
        <a:bodyPr/>
        <a:lstStyle/>
        <a:p>
          <a:endParaRPr lang="en-US"/>
        </a:p>
      </dgm:t>
    </dgm:pt>
    <dgm:pt modelId="{CFF1CD11-B458-4DF6-A060-0CEC2657E114}" type="pres">
      <dgm:prSet presAssocID="{A27DCAFD-02CE-4D1E-867A-7F77DB08D053}" presName="Name0" presStyleCnt="0">
        <dgm:presLayoutVars>
          <dgm:dir/>
          <dgm:animLvl val="lvl"/>
          <dgm:resizeHandles val="exact"/>
        </dgm:presLayoutVars>
      </dgm:prSet>
      <dgm:spPr/>
    </dgm:pt>
    <dgm:pt modelId="{40B8B3E7-8C71-4FE6-BBA2-DA3B70F85BBA}" type="pres">
      <dgm:prSet presAssocID="{ED6C4AC9-31B3-4741-9F94-691769842639}" presName="linNode" presStyleCnt="0"/>
      <dgm:spPr/>
    </dgm:pt>
    <dgm:pt modelId="{6A198262-B60F-4B17-9021-6C3A44A4F910}" type="pres">
      <dgm:prSet presAssocID="{ED6C4AC9-31B3-4741-9F94-691769842639}" presName="parentText" presStyleLbl="node1" presStyleIdx="0" presStyleCnt="5" custScaleX="277778">
        <dgm:presLayoutVars>
          <dgm:chMax val="1"/>
          <dgm:bulletEnabled val="1"/>
        </dgm:presLayoutVars>
      </dgm:prSet>
      <dgm:spPr/>
    </dgm:pt>
    <dgm:pt modelId="{7DFD8F8B-338B-440D-B908-B4F089BD6404}" type="pres">
      <dgm:prSet presAssocID="{3F2F7D17-6D09-4254-867D-53A4DCC33B70}" presName="sp" presStyleCnt="0"/>
      <dgm:spPr/>
    </dgm:pt>
    <dgm:pt modelId="{3A917FAD-3A99-4AC5-ABFB-7E0488840B76}" type="pres">
      <dgm:prSet presAssocID="{1DF21E3C-F597-42F3-97A7-59F6F6BC2A90}" presName="linNode" presStyleCnt="0"/>
      <dgm:spPr/>
    </dgm:pt>
    <dgm:pt modelId="{DD827DD4-0D23-491C-AAE3-31597CEBF8A5}" type="pres">
      <dgm:prSet presAssocID="{1DF21E3C-F597-42F3-97A7-59F6F6BC2A90}" presName="parentText" presStyleLbl="node1" presStyleIdx="1" presStyleCnt="5" custScaleX="277778">
        <dgm:presLayoutVars>
          <dgm:chMax val="1"/>
          <dgm:bulletEnabled val="1"/>
        </dgm:presLayoutVars>
      </dgm:prSet>
      <dgm:spPr/>
    </dgm:pt>
    <dgm:pt modelId="{97BAA05C-60EE-4B83-9F08-E7532DDE53DE}" type="pres">
      <dgm:prSet presAssocID="{33BF5FEF-4A8C-42BE-ACAE-E535B4015151}" presName="sp" presStyleCnt="0"/>
      <dgm:spPr/>
    </dgm:pt>
    <dgm:pt modelId="{FB699DE6-F808-4125-83C6-BB78BC475250}" type="pres">
      <dgm:prSet presAssocID="{D404817D-85B3-49B9-B366-98BC56E87904}" presName="linNode" presStyleCnt="0"/>
      <dgm:spPr/>
    </dgm:pt>
    <dgm:pt modelId="{C5CA507D-7E7C-445A-B343-F204B1413738}" type="pres">
      <dgm:prSet presAssocID="{D404817D-85B3-49B9-B366-98BC56E87904}" presName="parentText" presStyleLbl="node1" presStyleIdx="2" presStyleCnt="5" custScaleX="277778">
        <dgm:presLayoutVars>
          <dgm:chMax val="1"/>
          <dgm:bulletEnabled val="1"/>
        </dgm:presLayoutVars>
      </dgm:prSet>
      <dgm:spPr/>
    </dgm:pt>
    <dgm:pt modelId="{407817A3-0831-4267-B9FF-AE64363C0586}" type="pres">
      <dgm:prSet presAssocID="{6676187A-AABD-4068-8152-A075B7713444}" presName="sp" presStyleCnt="0"/>
      <dgm:spPr/>
    </dgm:pt>
    <dgm:pt modelId="{0916031C-D5CD-4E50-803A-BC18189CA520}" type="pres">
      <dgm:prSet presAssocID="{35EE6ECC-8B7C-4172-A73F-C09F950BB3EC}" presName="linNode" presStyleCnt="0"/>
      <dgm:spPr/>
    </dgm:pt>
    <dgm:pt modelId="{B45D4BDC-5B9A-486F-A25A-4FAE31C14B28}" type="pres">
      <dgm:prSet presAssocID="{35EE6ECC-8B7C-4172-A73F-C09F950BB3EC}" presName="parentText" presStyleLbl="node1" presStyleIdx="3" presStyleCnt="5" custScaleX="277778">
        <dgm:presLayoutVars>
          <dgm:chMax val="1"/>
          <dgm:bulletEnabled val="1"/>
        </dgm:presLayoutVars>
      </dgm:prSet>
      <dgm:spPr/>
    </dgm:pt>
    <dgm:pt modelId="{65BF01A1-D11F-4834-BD94-DE3DFE0F9E18}" type="pres">
      <dgm:prSet presAssocID="{17BB95B4-7A04-4D51-BF72-A60B15B7A673}" presName="sp" presStyleCnt="0"/>
      <dgm:spPr/>
    </dgm:pt>
    <dgm:pt modelId="{3E965E22-843C-4C75-9902-5F69AE688025}" type="pres">
      <dgm:prSet presAssocID="{30D0DF01-72EA-431D-9BFB-B58AF7913740}" presName="linNode" presStyleCnt="0"/>
      <dgm:spPr/>
    </dgm:pt>
    <dgm:pt modelId="{9D49EBD7-CEB6-423E-9C7E-8148AD242F83}" type="pres">
      <dgm:prSet presAssocID="{30D0DF01-72EA-431D-9BFB-B58AF7913740}" presName="parentText" presStyleLbl="node1" presStyleIdx="4" presStyleCnt="5" custScaleX="277778">
        <dgm:presLayoutVars>
          <dgm:chMax val="1"/>
          <dgm:bulletEnabled val="1"/>
        </dgm:presLayoutVars>
      </dgm:prSet>
      <dgm:spPr/>
    </dgm:pt>
  </dgm:ptLst>
  <dgm:cxnLst>
    <dgm:cxn modelId="{7614981D-3D34-41C6-952C-15CD8C58599D}" type="presOf" srcId="{D404817D-85B3-49B9-B366-98BC56E87904}" destId="{C5CA507D-7E7C-445A-B343-F204B1413738}" srcOrd="0" destOrd="0" presId="urn:microsoft.com/office/officeart/2005/8/layout/vList5"/>
    <dgm:cxn modelId="{5E98C63C-FCD5-4863-AFA1-583CF7976818}" type="presOf" srcId="{1DF21E3C-F597-42F3-97A7-59F6F6BC2A90}" destId="{DD827DD4-0D23-491C-AAE3-31597CEBF8A5}" srcOrd="0" destOrd="0" presId="urn:microsoft.com/office/officeart/2005/8/layout/vList5"/>
    <dgm:cxn modelId="{5BA96962-C1D3-46C8-8FD7-C7213C851A3D}" srcId="{A27DCAFD-02CE-4D1E-867A-7F77DB08D053}" destId="{ED6C4AC9-31B3-4741-9F94-691769842639}" srcOrd="0" destOrd="0" parTransId="{3C21B27F-F7C7-4F11-8978-7B48D9DC3EAD}" sibTransId="{3F2F7D17-6D09-4254-867D-53A4DCC33B70}"/>
    <dgm:cxn modelId="{49A0B044-DE98-484B-BC46-41BCF21987A0}" srcId="{A27DCAFD-02CE-4D1E-867A-7F77DB08D053}" destId="{1DF21E3C-F597-42F3-97A7-59F6F6BC2A90}" srcOrd="1" destOrd="0" parTransId="{D26D6EAE-1FFE-426E-836A-20F20D9BF861}" sibTransId="{33BF5FEF-4A8C-42BE-ACAE-E535B4015151}"/>
    <dgm:cxn modelId="{C33E4352-99FB-41AF-9853-30D156019D67}" srcId="{A27DCAFD-02CE-4D1E-867A-7F77DB08D053}" destId="{30D0DF01-72EA-431D-9BFB-B58AF7913740}" srcOrd="4" destOrd="0" parTransId="{1A1BDB11-8E00-4574-AEA7-98C93832B552}" sibTransId="{CA05DCE6-26FB-47E0-AA9E-45FD5E89ADE9}"/>
    <dgm:cxn modelId="{A92A9656-6483-4849-9960-196B28BC1A7A}" type="presOf" srcId="{A27DCAFD-02CE-4D1E-867A-7F77DB08D053}" destId="{CFF1CD11-B458-4DF6-A060-0CEC2657E114}" srcOrd="0" destOrd="0" presId="urn:microsoft.com/office/officeart/2005/8/layout/vList5"/>
    <dgm:cxn modelId="{A6231A89-F98A-4BDD-A568-7EF68B1F7BC8}" type="presOf" srcId="{35EE6ECC-8B7C-4172-A73F-C09F950BB3EC}" destId="{B45D4BDC-5B9A-486F-A25A-4FAE31C14B28}" srcOrd="0" destOrd="0" presId="urn:microsoft.com/office/officeart/2005/8/layout/vList5"/>
    <dgm:cxn modelId="{4764FF89-E661-4024-8542-2540F7A3DB5C}" type="presOf" srcId="{ED6C4AC9-31B3-4741-9F94-691769842639}" destId="{6A198262-B60F-4B17-9021-6C3A44A4F910}" srcOrd="0" destOrd="0" presId="urn:microsoft.com/office/officeart/2005/8/layout/vList5"/>
    <dgm:cxn modelId="{83909898-F4F7-4AED-BB78-55247564ED1D}" srcId="{A27DCAFD-02CE-4D1E-867A-7F77DB08D053}" destId="{D404817D-85B3-49B9-B366-98BC56E87904}" srcOrd="2" destOrd="0" parTransId="{88FAC2ED-7111-44CA-8FB7-A263FEFC8DB7}" sibTransId="{6676187A-AABD-4068-8152-A075B7713444}"/>
    <dgm:cxn modelId="{B8F886B6-A778-42CD-B213-197AAB4E4A89}" type="presOf" srcId="{30D0DF01-72EA-431D-9BFB-B58AF7913740}" destId="{9D49EBD7-CEB6-423E-9C7E-8148AD242F83}" srcOrd="0" destOrd="0" presId="urn:microsoft.com/office/officeart/2005/8/layout/vList5"/>
    <dgm:cxn modelId="{46F403C0-B97D-430D-90D7-CA3F76B98632}" srcId="{A27DCAFD-02CE-4D1E-867A-7F77DB08D053}" destId="{35EE6ECC-8B7C-4172-A73F-C09F950BB3EC}" srcOrd="3" destOrd="0" parTransId="{994916E3-84E8-4C74-BE95-7E59CCF9FBE8}" sibTransId="{17BB95B4-7A04-4D51-BF72-A60B15B7A673}"/>
    <dgm:cxn modelId="{87D3DC3B-8431-47AF-BB01-5E883B4AE543}" type="presParOf" srcId="{CFF1CD11-B458-4DF6-A060-0CEC2657E114}" destId="{40B8B3E7-8C71-4FE6-BBA2-DA3B70F85BBA}" srcOrd="0" destOrd="0" presId="urn:microsoft.com/office/officeart/2005/8/layout/vList5"/>
    <dgm:cxn modelId="{A92C9C28-F7E3-44CB-83E0-1C34FFE385CB}" type="presParOf" srcId="{40B8B3E7-8C71-4FE6-BBA2-DA3B70F85BBA}" destId="{6A198262-B60F-4B17-9021-6C3A44A4F910}" srcOrd="0" destOrd="0" presId="urn:microsoft.com/office/officeart/2005/8/layout/vList5"/>
    <dgm:cxn modelId="{CDC42671-69BB-401B-B7AB-A3DB47A09A34}" type="presParOf" srcId="{CFF1CD11-B458-4DF6-A060-0CEC2657E114}" destId="{7DFD8F8B-338B-440D-B908-B4F089BD6404}" srcOrd="1" destOrd="0" presId="urn:microsoft.com/office/officeart/2005/8/layout/vList5"/>
    <dgm:cxn modelId="{D91B4899-A710-4199-8C18-DE04D181EAEC}" type="presParOf" srcId="{CFF1CD11-B458-4DF6-A060-0CEC2657E114}" destId="{3A917FAD-3A99-4AC5-ABFB-7E0488840B76}" srcOrd="2" destOrd="0" presId="urn:microsoft.com/office/officeart/2005/8/layout/vList5"/>
    <dgm:cxn modelId="{81CC4A8B-FDE2-42CD-A4AF-CEF2364984AC}" type="presParOf" srcId="{3A917FAD-3A99-4AC5-ABFB-7E0488840B76}" destId="{DD827DD4-0D23-491C-AAE3-31597CEBF8A5}" srcOrd="0" destOrd="0" presId="urn:microsoft.com/office/officeart/2005/8/layout/vList5"/>
    <dgm:cxn modelId="{C217BBEC-AACD-4D6B-BC19-6E56E95448C4}" type="presParOf" srcId="{CFF1CD11-B458-4DF6-A060-0CEC2657E114}" destId="{97BAA05C-60EE-4B83-9F08-E7532DDE53DE}" srcOrd="3" destOrd="0" presId="urn:microsoft.com/office/officeart/2005/8/layout/vList5"/>
    <dgm:cxn modelId="{1862EB09-0756-4D51-AAED-B2C1B9BC2FFD}" type="presParOf" srcId="{CFF1CD11-B458-4DF6-A060-0CEC2657E114}" destId="{FB699DE6-F808-4125-83C6-BB78BC475250}" srcOrd="4" destOrd="0" presId="urn:microsoft.com/office/officeart/2005/8/layout/vList5"/>
    <dgm:cxn modelId="{2535F697-A017-41E8-8D3A-A44F2DF49DE8}" type="presParOf" srcId="{FB699DE6-F808-4125-83C6-BB78BC475250}" destId="{C5CA507D-7E7C-445A-B343-F204B1413738}" srcOrd="0" destOrd="0" presId="urn:microsoft.com/office/officeart/2005/8/layout/vList5"/>
    <dgm:cxn modelId="{D2BD4B43-1916-4E44-A2DB-C4D262962190}" type="presParOf" srcId="{CFF1CD11-B458-4DF6-A060-0CEC2657E114}" destId="{407817A3-0831-4267-B9FF-AE64363C0586}" srcOrd="5" destOrd="0" presId="urn:microsoft.com/office/officeart/2005/8/layout/vList5"/>
    <dgm:cxn modelId="{168DDECE-951F-4F00-A0EC-5F04187F73B3}" type="presParOf" srcId="{CFF1CD11-B458-4DF6-A060-0CEC2657E114}" destId="{0916031C-D5CD-4E50-803A-BC18189CA520}" srcOrd="6" destOrd="0" presId="urn:microsoft.com/office/officeart/2005/8/layout/vList5"/>
    <dgm:cxn modelId="{79E80B5E-BB30-4953-9832-72ADA326D744}" type="presParOf" srcId="{0916031C-D5CD-4E50-803A-BC18189CA520}" destId="{B45D4BDC-5B9A-486F-A25A-4FAE31C14B28}" srcOrd="0" destOrd="0" presId="urn:microsoft.com/office/officeart/2005/8/layout/vList5"/>
    <dgm:cxn modelId="{27B56293-B121-4164-A296-551DD8706370}" type="presParOf" srcId="{CFF1CD11-B458-4DF6-A060-0CEC2657E114}" destId="{65BF01A1-D11F-4834-BD94-DE3DFE0F9E18}" srcOrd="7" destOrd="0" presId="urn:microsoft.com/office/officeart/2005/8/layout/vList5"/>
    <dgm:cxn modelId="{604B4239-7E29-4D08-AB44-F06F4C670D01}" type="presParOf" srcId="{CFF1CD11-B458-4DF6-A060-0CEC2657E114}" destId="{3E965E22-843C-4C75-9902-5F69AE688025}" srcOrd="8" destOrd="0" presId="urn:microsoft.com/office/officeart/2005/8/layout/vList5"/>
    <dgm:cxn modelId="{55EE9AC9-9B8D-4F4F-9C6A-87A22C690188}" type="presParOf" srcId="{3E965E22-843C-4C75-9902-5F69AE688025}" destId="{9D49EBD7-CEB6-423E-9C7E-8148AD242F8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68937EE-2447-40A8-A4A3-E3735E9EB60C}" type="doc">
      <dgm:prSet loTypeId="urn:microsoft.com/office/officeart/2005/8/layout/defaul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E978F8-D688-4E16-B8FE-EB41C0CC5C9E}">
      <dgm:prSet/>
      <dgm:spPr/>
      <dgm:t>
        <a:bodyPr/>
        <a:lstStyle/>
        <a:p>
          <a:r>
            <a:rPr lang="da-DK" b="1" i="0" baseline="0" dirty="0" err="1">
              <a:solidFill>
                <a:schemeClr val="tx1"/>
              </a:solidFill>
            </a:rPr>
            <a:t>Governance</a:t>
          </a:r>
          <a:r>
            <a:rPr lang="da-DK" b="1" i="0" baseline="0" dirty="0">
              <a:solidFill>
                <a:schemeClr val="tx1"/>
              </a:solidFill>
            </a:rPr>
            <a:t> og ledelse</a:t>
          </a:r>
          <a:r>
            <a:rPr lang="da-DK" b="0" i="0" baseline="0" dirty="0">
              <a:solidFill>
                <a:schemeClr val="tx1"/>
              </a:solidFill>
            </a:rPr>
            <a:t>:</a:t>
          </a:r>
        </a:p>
        <a:p>
          <a:r>
            <a:rPr lang="da-DK" b="0" i="0" baseline="0" dirty="0">
              <a:solidFill>
                <a:schemeClr val="tx1"/>
              </a:solidFill>
            </a:rPr>
            <a:t> Hvordan sikkerhed er styret, og om der er en klar ledelsesforpligtelse. </a:t>
          </a:r>
          <a:endParaRPr lang="en-US" dirty="0">
            <a:solidFill>
              <a:schemeClr val="tx1"/>
            </a:solidFill>
          </a:endParaRPr>
        </a:p>
      </dgm:t>
    </dgm:pt>
    <dgm:pt modelId="{CAD72EE2-0369-4A32-B34B-80C5825DED2D}" type="parTrans" cxnId="{E23F96FF-6159-4536-A31C-0B8137E6E4FD}">
      <dgm:prSet/>
      <dgm:spPr/>
      <dgm:t>
        <a:bodyPr/>
        <a:lstStyle/>
        <a:p>
          <a:endParaRPr lang="en-US"/>
        </a:p>
      </dgm:t>
    </dgm:pt>
    <dgm:pt modelId="{2A72B751-8237-4A7F-8BF7-6C89679E69F8}" type="sibTrans" cxnId="{E23F96FF-6159-4536-A31C-0B8137E6E4FD}">
      <dgm:prSet/>
      <dgm:spPr/>
      <dgm:t>
        <a:bodyPr/>
        <a:lstStyle/>
        <a:p>
          <a:endParaRPr lang="en-US"/>
        </a:p>
      </dgm:t>
    </dgm:pt>
    <dgm:pt modelId="{0DA8DCE7-CB83-4837-8224-A9F96A5034D8}">
      <dgm:prSet/>
      <dgm:spPr/>
      <dgm:t>
        <a:bodyPr/>
        <a:lstStyle/>
        <a:p>
          <a:r>
            <a:rPr lang="da-DK" b="1" i="0" baseline="0" dirty="0">
              <a:solidFill>
                <a:schemeClr val="tx1"/>
              </a:solidFill>
            </a:rPr>
            <a:t>Risikovurdering og -styring</a:t>
          </a:r>
          <a:r>
            <a:rPr lang="da-DK" b="0" i="0" baseline="0" dirty="0">
              <a:solidFill>
                <a:schemeClr val="tx1"/>
              </a:solidFill>
            </a:rPr>
            <a:t>: </a:t>
          </a:r>
        </a:p>
        <a:p>
          <a:r>
            <a:rPr lang="da-DK" b="0" i="0" baseline="0" dirty="0">
              <a:solidFill>
                <a:schemeClr val="tx1"/>
              </a:solidFill>
            </a:rPr>
            <a:t>Hvor godt organisationen forstår og styrer sine risici. </a:t>
          </a:r>
          <a:endParaRPr lang="en-US" dirty="0">
            <a:solidFill>
              <a:schemeClr val="tx1"/>
            </a:solidFill>
          </a:endParaRPr>
        </a:p>
      </dgm:t>
    </dgm:pt>
    <dgm:pt modelId="{F20F82FA-7515-47ED-9D70-A40E721EBEB9}" type="parTrans" cxnId="{A1336175-A169-4507-925E-2EEBA21437AD}">
      <dgm:prSet/>
      <dgm:spPr/>
      <dgm:t>
        <a:bodyPr/>
        <a:lstStyle/>
        <a:p>
          <a:endParaRPr lang="en-US"/>
        </a:p>
      </dgm:t>
    </dgm:pt>
    <dgm:pt modelId="{39F0236D-68F4-4B13-88D8-750D9C426606}" type="sibTrans" cxnId="{A1336175-A169-4507-925E-2EEBA21437AD}">
      <dgm:prSet/>
      <dgm:spPr/>
      <dgm:t>
        <a:bodyPr/>
        <a:lstStyle/>
        <a:p>
          <a:endParaRPr lang="en-US"/>
        </a:p>
      </dgm:t>
    </dgm:pt>
    <dgm:pt modelId="{ABB45F30-B27A-401B-A2BF-6EC62617EBE7}">
      <dgm:prSet/>
      <dgm:spPr/>
      <dgm:t>
        <a:bodyPr/>
        <a:lstStyle/>
        <a:p>
          <a:r>
            <a:rPr lang="da-DK" b="1" i="0" baseline="0" dirty="0">
              <a:solidFill>
                <a:schemeClr val="tx1"/>
              </a:solidFill>
            </a:rPr>
            <a:t>Sikkerhedsarkitektur </a:t>
          </a:r>
          <a:r>
            <a:rPr lang="da-DK" b="1" i="0" baseline="0">
              <a:solidFill>
                <a:schemeClr val="tx1"/>
              </a:solidFill>
            </a:rPr>
            <a:t>og </a:t>
          </a:r>
        </a:p>
        <a:p>
          <a:r>
            <a:rPr lang="da-DK" b="1" i="0" baseline="0">
              <a:solidFill>
                <a:schemeClr val="tx1"/>
              </a:solidFill>
            </a:rPr>
            <a:t>-design</a:t>
          </a:r>
          <a:r>
            <a:rPr lang="da-DK" b="0" i="0" baseline="0" dirty="0">
              <a:solidFill>
                <a:schemeClr val="tx1"/>
              </a:solidFill>
            </a:rPr>
            <a:t>: </a:t>
          </a:r>
        </a:p>
        <a:p>
          <a:r>
            <a:rPr lang="da-DK" b="0" i="0" baseline="0" dirty="0">
              <a:solidFill>
                <a:schemeClr val="tx1"/>
              </a:solidFill>
            </a:rPr>
            <a:t>Hvordan systemerne er designet til at være sikre. </a:t>
          </a:r>
          <a:endParaRPr lang="en-US" dirty="0">
            <a:solidFill>
              <a:schemeClr val="tx1"/>
            </a:solidFill>
          </a:endParaRPr>
        </a:p>
      </dgm:t>
    </dgm:pt>
    <dgm:pt modelId="{408E34AE-34A6-4BBA-8182-21F1AD82CB2C}" type="parTrans" cxnId="{45BC0842-F2AF-4D30-959F-4546EB6B4328}">
      <dgm:prSet/>
      <dgm:spPr/>
      <dgm:t>
        <a:bodyPr/>
        <a:lstStyle/>
        <a:p>
          <a:endParaRPr lang="en-US"/>
        </a:p>
      </dgm:t>
    </dgm:pt>
    <dgm:pt modelId="{DE593131-7789-4C50-8B24-FD049A871488}" type="sibTrans" cxnId="{45BC0842-F2AF-4D30-959F-4546EB6B4328}">
      <dgm:prSet/>
      <dgm:spPr/>
      <dgm:t>
        <a:bodyPr/>
        <a:lstStyle/>
        <a:p>
          <a:endParaRPr lang="en-US"/>
        </a:p>
      </dgm:t>
    </dgm:pt>
    <dgm:pt modelId="{D7D5912E-C270-412E-9E3A-1542E971759D}">
      <dgm:prSet/>
      <dgm:spPr/>
      <dgm:t>
        <a:bodyPr/>
        <a:lstStyle/>
        <a:p>
          <a:r>
            <a:rPr lang="da-DK" b="1" i="0" baseline="0" dirty="0">
              <a:solidFill>
                <a:schemeClr val="tx1"/>
              </a:solidFill>
            </a:rPr>
            <a:t>Identitet og adgangskontrol</a:t>
          </a:r>
          <a:r>
            <a:rPr lang="da-DK" b="0" i="0" baseline="0" dirty="0">
              <a:solidFill>
                <a:schemeClr val="tx1"/>
              </a:solidFill>
            </a:rPr>
            <a:t>: </a:t>
          </a:r>
        </a:p>
        <a:p>
          <a:r>
            <a:rPr lang="da-DK" b="0" i="0" baseline="0" dirty="0">
              <a:solidFill>
                <a:schemeClr val="tx1"/>
              </a:solidFill>
            </a:rPr>
            <a:t>Hvor effektivt adgange og brugeridentiteter håndteres. </a:t>
          </a:r>
          <a:endParaRPr lang="en-US" dirty="0">
            <a:solidFill>
              <a:schemeClr val="tx1"/>
            </a:solidFill>
          </a:endParaRPr>
        </a:p>
      </dgm:t>
    </dgm:pt>
    <dgm:pt modelId="{AD976037-B2CE-4053-94B2-DD78EF8222F1}" type="parTrans" cxnId="{C05C2F9E-8F43-4BE7-A8F8-8F95956798B6}">
      <dgm:prSet/>
      <dgm:spPr/>
      <dgm:t>
        <a:bodyPr/>
        <a:lstStyle/>
        <a:p>
          <a:endParaRPr lang="en-US"/>
        </a:p>
      </dgm:t>
    </dgm:pt>
    <dgm:pt modelId="{95B0A24E-4A86-4FE8-A0A2-3C9FD886D9EA}" type="sibTrans" cxnId="{C05C2F9E-8F43-4BE7-A8F8-8F95956798B6}">
      <dgm:prSet/>
      <dgm:spPr/>
      <dgm:t>
        <a:bodyPr/>
        <a:lstStyle/>
        <a:p>
          <a:endParaRPr lang="en-US"/>
        </a:p>
      </dgm:t>
    </dgm:pt>
    <dgm:pt modelId="{51A40D97-3040-4A13-97C2-7DD4E1390F8A}">
      <dgm:prSet/>
      <dgm:spPr/>
      <dgm:t>
        <a:bodyPr/>
        <a:lstStyle/>
        <a:p>
          <a:r>
            <a:rPr lang="da-DK" b="1" i="0" baseline="0" dirty="0">
              <a:solidFill>
                <a:schemeClr val="tx1"/>
              </a:solidFill>
            </a:rPr>
            <a:t>Incident Management</a:t>
          </a:r>
          <a:r>
            <a:rPr lang="da-DK" b="0" i="0" baseline="0" dirty="0">
              <a:solidFill>
                <a:schemeClr val="tx1"/>
              </a:solidFill>
            </a:rPr>
            <a:t>:</a:t>
          </a:r>
        </a:p>
        <a:p>
          <a:r>
            <a:rPr lang="da-DK" b="0" i="0" baseline="0" dirty="0">
              <a:solidFill>
                <a:schemeClr val="tx1"/>
              </a:solidFill>
            </a:rPr>
            <a:t> Hvor hurtigt og effektivt organisationen reagerer på sikkerhedshændelser. </a:t>
          </a:r>
          <a:endParaRPr lang="en-US" dirty="0">
            <a:solidFill>
              <a:schemeClr val="tx1"/>
            </a:solidFill>
          </a:endParaRPr>
        </a:p>
      </dgm:t>
    </dgm:pt>
    <dgm:pt modelId="{897E6C2E-2E86-48C3-BD67-5400A2116111}" type="parTrans" cxnId="{E0984FA3-9E7C-4BF9-AA25-C6C76CFFA554}">
      <dgm:prSet/>
      <dgm:spPr/>
      <dgm:t>
        <a:bodyPr/>
        <a:lstStyle/>
        <a:p>
          <a:endParaRPr lang="en-US"/>
        </a:p>
      </dgm:t>
    </dgm:pt>
    <dgm:pt modelId="{FE6C085B-459B-41C8-8066-DE32E0CADC54}" type="sibTrans" cxnId="{E0984FA3-9E7C-4BF9-AA25-C6C76CFFA554}">
      <dgm:prSet/>
      <dgm:spPr/>
      <dgm:t>
        <a:bodyPr/>
        <a:lstStyle/>
        <a:p>
          <a:endParaRPr lang="en-US"/>
        </a:p>
      </dgm:t>
    </dgm:pt>
    <dgm:pt modelId="{A888D01F-871D-4DA0-B1A5-499036FA833A}">
      <dgm:prSet/>
      <dgm:spPr/>
      <dgm:t>
        <a:bodyPr/>
        <a:lstStyle/>
        <a:p>
          <a:r>
            <a:rPr lang="da-DK" b="1" i="0" baseline="0" dirty="0">
              <a:solidFill>
                <a:schemeClr val="tx1"/>
              </a:solidFill>
            </a:rPr>
            <a:t>Sikkerhedstræning og bevidsthed</a:t>
          </a:r>
          <a:r>
            <a:rPr lang="da-DK" b="0" i="0" baseline="0" dirty="0">
              <a:solidFill>
                <a:schemeClr val="tx1"/>
              </a:solidFill>
            </a:rPr>
            <a:t>: </a:t>
          </a:r>
        </a:p>
        <a:p>
          <a:r>
            <a:rPr lang="da-DK" b="0" i="0" baseline="0" dirty="0">
              <a:solidFill>
                <a:schemeClr val="tx1"/>
              </a:solidFill>
            </a:rPr>
            <a:t>Hvor godt medarbejdere er trænet i at forstå og reagere på sikkerhedstrusler. </a:t>
          </a:r>
          <a:endParaRPr lang="en-US" dirty="0">
            <a:solidFill>
              <a:schemeClr val="tx1"/>
            </a:solidFill>
          </a:endParaRPr>
        </a:p>
      </dgm:t>
    </dgm:pt>
    <dgm:pt modelId="{F22E223E-42AD-4054-8361-C1D9A0A00D3B}" type="parTrans" cxnId="{E4C7A7EE-5E70-4A00-B24F-8922FB483C23}">
      <dgm:prSet/>
      <dgm:spPr/>
      <dgm:t>
        <a:bodyPr/>
        <a:lstStyle/>
        <a:p>
          <a:endParaRPr lang="en-US"/>
        </a:p>
      </dgm:t>
    </dgm:pt>
    <dgm:pt modelId="{0EE8D240-7DC0-454F-A1AA-B53A56187A85}" type="sibTrans" cxnId="{E4C7A7EE-5E70-4A00-B24F-8922FB483C23}">
      <dgm:prSet/>
      <dgm:spPr/>
      <dgm:t>
        <a:bodyPr/>
        <a:lstStyle/>
        <a:p>
          <a:endParaRPr lang="en-US"/>
        </a:p>
      </dgm:t>
    </dgm:pt>
    <dgm:pt modelId="{1618648B-111C-4A2F-8261-577090EB9216}" type="pres">
      <dgm:prSet presAssocID="{B68937EE-2447-40A8-A4A3-E3735E9EB60C}" presName="diagram" presStyleCnt="0">
        <dgm:presLayoutVars>
          <dgm:dir/>
          <dgm:resizeHandles val="exact"/>
        </dgm:presLayoutVars>
      </dgm:prSet>
      <dgm:spPr/>
    </dgm:pt>
    <dgm:pt modelId="{66501197-D6ED-4306-BFC9-0EA15A95F979}" type="pres">
      <dgm:prSet presAssocID="{BDE978F8-D688-4E16-B8FE-EB41C0CC5C9E}" presName="node" presStyleLbl="node1" presStyleIdx="0" presStyleCnt="6">
        <dgm:presLayoutVars>
          <dgm:bulletEnabled val="1"/>
        </dgm:presLayoutVars>
      </dgm:prSet>
      <dgm:spPr/>
    </dgm:pt>
    <dgm:pt modelId="{20793E23-D942-4347-9595-B2315B7672AA}" type="pres">
      <dgm:prSet presAssocID="{2A72B751-8237-4A7F-8BF7-6C89679E69F8}" presName="sibTrans" presStyleCnt="0"/>
      <dgm:spPr/>
    </dgm:pt>
    <dgm:pt modelId="{91C95560-A487-48E5-A882-F21743029930}" type="pres">
      <dgm:prSet presAssocID="{0DA8DCE7-CB83-4837-8224-A9F96A5034D8}" presName="node" presStyleLbl="node1" presStyleIdx="1" presStyleCnt="6">
        <dgm:presLayoutVars>
          <dgm:bulletEnabled val="1"/>
        </dgm:presLayoutVars>
      </dgm:prSet>
      <dgm:spPr/>
    </dgm:pt>
    <dgm:pt modelId="{11221DD6-9F02-4A4A-9B84-B0FFB75EB052}" type="pres">
      <dgm:prSet presAssocID="{39F0236D-68F4-4B13-88D8-750D9C426606}" presName="sibTrans" presStyleCnt="0"/>
      <dgm:spPr/>
    </dgm:pt>
    <dgm:pt modelId="{C9A8305E-550D-4F03-A183-490A06EE95D0}" type="pres">
      <dgm:prSet presAssocID="{ABB45F30-B27A-401B-A2BF-6EC62617EBE7}" presName="node" presStyleLbl="node1" presStyleIdx="2" presStyleCnt="6">
        <dgm:presLayoutVars>
          <dgm:bulletEnabled val="1"/>
        </dgm:presLayoutVars>
      </dgm:prSet>
      <dgm:spPr/>
    </dgm:pt>
    <dgm:pt modelId="{FDA4307F-827D-4789-A9AD-BD5A37E6DE27}" type="pres">
      <dgm:prSet presAssocID="{DE593131-7789-4C50-8B24-FD049A871488}" presName="sibTrans" presStyleCnt="0"/>
      <dgm:spPr/>
    </dgm:pt>
    <dgm:pt modelId="{BEB665F2-89DC-40E2-A4E0-F1F3F1B4A7D4}" type="pres">
      <dgm:prSet presAssocID="{D7D5912E-C270-412E-9E3A-1542E971759D}" presName="node" presStyleLbl="node1" presStyleIdx="3" presStyleCnt="6">
        <dgm:presLayoutVars>
          <dgm:bulletEnabled val="1"/>
        </dgm:presLayoutVars>
      </dgm:prSet>
      <dgm:spPr/>
    </dgm:pt>
    <dgm:pt modelId="{7BB2ED2A-8738-494C-96D2-79B55FD80737}" type="pres">
      <dgm:prSet presAssocID="{95B0A24E-4A86-4FE8-A0A2-3C9FD886D9EA}" presName="sibTrans" presStyleCnt="0"/>
      <dgm:spPr/>
    </dgm:pt>
    <dgm:pt modelId="{CE4F2909-FEC2-497E-BDF0-3CC694B3EF1F}" type="pres">
      <dgm:prSet presAssocID="{51A40D97-3040-4A13-97C2-7DD4E1390F8A}" presName="node" presStyleLbl="node1" presStyleIdx="4" presStyleCnt="6">
        <dgm:presLayoutVars>
          <dgm:bulletEnabled val="1"/>
        </dgm:presLayoutVars>
      </dgm:prSet>
      <dgm:spPr/>
    </dgm:pt>
    <dgm:pt modelId="{499D3FF9-0207-44FF-B280-387B093A745F}" type="pres">
      <dgm:prSet presAssocID="{FE6C085B-459B-41C8-8066-DE32E0CADC54}" presName="sibTrans" presStyleCnt="0"/>
      <dgm:spPr/>
    </dgm:pt>
    <dgm:pt modelId="{0E62B5C0-C5B3-4128-9D75-7B50903775ED}" type="pres">
      <dgm:prSet presAssocID="{A888D01F-871D-4DA0-B1A5-499036FA833A}" presName="node" presStyleLbl="node1" presStyleIdx="5" presStyleCnt="6">
        <dgm:presLayoutVars>
          <dgm:bulletEnabled val="1"/>
        </dgm:presLayoutVars>
      </dgm:prSet>
      <dgm:spPr/>
    </dgm:pt>
  </dgm:ptLst>
  <dgm:cxnLst>
    <dgm:cxn modelId="{A638B225-6AD5-49E5-9A53-3FEA896A091C}" type="presOf" srcId="{B68937EE-2447-40A8-A4A3-E3735E9EB60C}" destId="{1618648B-111C-4A2F-8261-577090EB9216}" srcOrd="0" destOrd="0" presId="urn:microsoft.com/office/officeart/2005/8/layout/default"/>
    <dgm:cxn modelId="{40B76F2F-0085-4670-8811-F96030881D57}" type="presOf" srcId="{BDE978F8-D688-4E16-B8FE-EB41C0CC5C9E}" destId="{66501197-D6ED-4306-BFC9-0EA15A95F979}" srcOrd="0" destOrd="0" presId="urn:microsoft.com/office/officeart/2005/8/layout/default"/>
    <dgm:cxn modelId="{45BC0842-F2AF-4D30-959F-4546EB6B4328}" srcId="{B68937EE-2447-40A8-A4A3-E3735E9EB60C}" destId="{ABB45F30-B27A-401B-A2BF-6EC62617EBE7}" srcOrd="2" destOrd="0" parTransId="{408E34AE-34A6-4BBA-8182-21F1AD82CB2C}" sibTransId="{DE593131-7789-4C50-8B24-FD049A871488}"/>
    <dgm:cxn modelId="{0BA19C73-510A-4719-A7B3-82847BABF64A}" type="presOf" srcId="{0DA8DCE7-CB83-4837-8224-A9F96A5034D8}" destId="{91C95560-A487-48E5-A882-F21743029930}" srcOrd="0" destOrd="0" presId="urn:microsoft.com/office/officeart/2005/8/layout/default"/>
    <dgm:cxn modelId="{A1336175-A169-4507-925E-2EEBA21437AD}" srcId="{B68937EE-2447-40A8-A4A3-E3735E9EB60C}" destId="{0DA8DCE7-CB83-4837-8224-A9F96A5034D8}" srcOrd="1" destOrd="0" parTransId="{F20F82FA-7515-47ED-9D70-A40E721EBEB9}" sibTransId="{39F0236D-68F4-4B13-88D8-750D9C426606}"/>
    <dgm:cxn modelId="{C05C2F9E-8F43-4BE7-A8F8-8F95956798B6}" srcId="{B68937EE-2447-40A8-A4A3-E3735E9EB60C}" destId="{D7D5912E-C270-412E-9E3A-1542E971759D}" srcOrd="3" destOrd="0" parTransId="{AD976037-B2CE-4053-94B2-DD78EF8222F1}" sibTransId="{95B0A24E-4A86-4FE8-A0A2-3C9FD886D9EA}"/>
    <dgm:cxn modelId="{E0984FA3-9E7C-4BF9-AA25-C6C76CFFA554}" srcId="{B68937EE-2447-40A8-A4A3-E3735E9EB60C}" destId="{51A40D97-3040-4A13-97C2-7DD4E1390F8A}" srcOrd="4" destOrd="0" parTransId="{897E6C2E-2E86-48C3-BD67-5400A2116111}" sibTransId="{FE6C085B-459B-41C8-8066-DE32E0CADC54}"/>
    <dgm:cxn modelId="{908C43BB-D210-4B02-BFCB-7565B9969FD2}" type="presOf" srcId="{D7D5912E-C270-412E-9E3A-1542E971759D}" destId="{BEB665F2-89DC-40E2-A4E0-F1F3F1B4A7D4}" srcOrd="0" destOrd="0" presId="urn:microsoft.com/office/officeart/2005/8/layout/default"/>
    <dgm:cxn modelId="{647784CA-2020-4619-A7F6-8DE8B8DE17D5}" type="presOf" srcId="{A888D01F-871D-4DA0-B1A5-499036FA833A}" destId="{0E62B5C0-C5B3-4128-9D75-7B50903775ED}" srcOrd="0" destOrd="0" presId="urn:microsoft.com/office/officeart/2005/8/layout/default"/>
    <dgm:cxn modelId="{E4C7A7EE-5E70-4A00-B24F-8922FB483C23}" srcId="{B68937EE-2447-40A8-A4A3-E3735E9EB60C}" destId="{A888D01F-871D-4DA0-B1A5-499036FA833A}" srcOrd="5" destOrd="0" parTransId="{F22E223E-42AD-4054-8361-C1D9A0A00D3B}" sibTransId="{0EE8D240-7DC0-454F-A1AA-B53A56187A85}"/>
    <dgm:cxn modelId="{9CF7FEF3-5AC3-4C4B-A701-DF063C49B043}" type="presOf" srcId="{51A40D97-3040-4A13-97C2-7DD4E1390F8A}" destId="{CE4F2909-FEC2-497E-BDF0-3CC694B3EF1F}" srcOrd="0" destOrd="0" presId="urn:microsoft.com/office/officeart/2005/8/layout/default"/>
    <dgm:cxn modelId="{67868EF7-555D-4209-AA49-7EAFD2140053}" type="presOf" srcId="{ABB45F30-B27A-401B-A2BF-6EC62617EBE7}" destId="{C9A8305E-550D-4F03-A183-490A06EE95D0}" srcOrd="0" destOrd="0" presId="urn:microsoft.com/office/officeart/2005/8/layout/default"/>
    <dgm:cxn modelId="{E23F96FF-6159-4536-A31C-0B8137E6E4FD}" srcId="{B68937EE-2447-40A8-A4A3-E3735E9EB60C}" destId="{BDE978F8-D688-4E16-B8FE-EB41C0CC5C9E}" srcOrd="0" destOrd="0" parTransId="{CAD72EE2-0369-4A32-B34B-80C5825DED2D}" sibTransId="{2A72B751-8237-4A7F-8BF7-6C89679E69F8}"/>
    <dgm:cxn modelId="{5031FE88-2E0B-4C0E-A7F5-CFCFEF235BBC}" type="presParOf" srcId="{1618648B-111C-4A2F-8261-577090EB9216}" destId="{66501197-D6ED-4306-BFC9-0EA15A95F979}" srcOrd="0" destOrd="0" presId="urn:microsoft.com/office/officeart/2005/8/layout/default"/>
    <dgm:cxn modelId="{1D5D165D-BF49-46F7-8EAD-D6B06A6DEF39}" type="presParOf" srcId="{1618648B-111C-4A2F-8261-577090EB9216}" destId="{20793E23-D942-4347-9595-B2315B7672AA}" srcOrd="1" destOrd="0" presId="urn:microsoft.com/office/officeart/2005/8/layout/default"/>
    <dgm:cxn modelId="{B7DB1E73-2DA4-472D-9F74-D4D73C13E49E}" type="presParOf" srcId="{1618648B-111C-4A2F-8261-577090EB9216}" destId="{91C95560-A487-48E5-A882-F21743029930}" srcOrd="2" destOrd="0" presId="urn:microsoft.com/office/officeart/2005/8/layout/default"/>
    <dgm:cxn modelId="{3708176E-1D84-45F3-98D3-676A39F4C104}" type="presParOf" srcId="{1618648B-111C-4A2F-8261-577090EB9216}" destId="{11221DD6-9F02-4A4A-9B84-B0FFB75EB052}" srcOrd="3" destOrd="0" presId="urn:microsoft.com/office/officeart/2005/8/layout/default"/>
    <dgm:cxn modelId="{5CAAF5C1-3A00-4487-AA98-B6F917FA116F}" type="presParOf" srcId="{1618648B-111C-4A2F-8261-577090EB9216}" destId="{C9A8305E-550D-4F03-A183-490A06EE95D0}" srcOrd="4" destOrd="0" presId="urn:microsoft.com/office/officeart/2005/8/layout/default"/>
    <dgm:cxn modelId="{A0CD0012-E6EB-40DE-9D3D-83839D5C1927}" type="presParOf" srcId="{1618648B-111C-4A2F-8261-577090EB9216}" destId="{FDA4307F-827D-4789-A9AD-BD5A37E6DE27}" srcOrd="5" destOrd="0" presId="urn:microsoft.com/office/officeart/2005/8/layout/default"/>
    <dgm:cxn modelId="{6A2907CE-EB20-44D0-A16C-B63C962F984F}" type="presParOf" srcId="{1618648B-111C-4A2F-8261-577090EB9216}" destId="{BEB665F2-89DC-40E2-A4E0-F1F3F1B4A7D4}" srcOrd="6" destOrd="0" presId="urn:microsoft.com/office/officeart/2005/8/layout/default"/>
    <dgm:cxn modelId="{A310CD58-D4F0-4635-9FDA-75E5FC255587}" type="presParOf" srcId="{1618648B-111C-4A2F-8261-577090EB9216}" destId="{7BB2ED2A-8738-494C-96D2-79B55FD80737}" srcOrd="7" destOrd="0" presId="urn:microsoft.com/office/officeart/2005/8/layout/default"/>
    <dgm:cxn modelId="{9D5D81E6-D38F-4C19-9F61-7EC5C867FC1D}" type="presParOf" srcId="{1618648B-111C-4A2F-8261-577090EB9216}" destId="{CE4F2909-FEC2-497E-BDF0-3CC694B3EF1F}" srcOrd="8" destOrd="0" presId="urn:microsoft.com/office/officeart/2005/8/layout/default"/>
    <dgm:cxn modelId="{B56F4445-5ACA-40D5-B835-6AC735039645}" type="presParOf" srcId="{1618648B-111C-4A2F-8261-577090EB9216}" destId="{499D3FF9-0207-44FF-B280-387B093A745F}" srcOrd="9" destOrd="0" presId="urn:microsoft.com/office/officeart/2005/8/layout/default"/>
    <dgm:cxn modelId="{881E94F4-7D48-4A44-9D38-E4B3E2F45EEE}" type="presParOf" srcId="{1618648B-111C-4A2F-8261-577090EB9216}" destId="{0E62B5C0-C5B3-4128-9D75-7B50903775E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FFE0F55-CB31-4A2C-B7BB-5270D6348457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CDA190-FCCA-480B-98B4-484EADA0F18E}">
      <dgm:prSet custT="1"/>
      <dgm:spPr/>
      <dgm:t>
        <a:bodyPr/>
        <a:lstStyle/>
        <a:p>
          <a:r>
            <a:rPr lang="da-DK" sz="2400" b="1" dirty="0">
              <a:solidFill>
                <a:schemeClr val="tx1"/>
              </a:solidFill>
            </a:rPr>
            <a:t>Begyndende</a:t>
          </a:r>
          <a:endParaRPr lang="en-US" sz="2400" dirty="0">
            <a:solidFill>
              <a:schemeClr val="tx1"/>
            </a:solidFill>
          </a:endParaRPr>
        </a:p>
      </dgm:t>
    </dgm:pt>
    <dgm:pt modelId="{362B8EF5-94D1-451D-9885-BA0C16A717E4}" type="parTrans" cxnId="{408CEA88-D87D-4F25-8F8C-3916069568E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C281D8A-60CE-467B-8BE4-91A245F80F04}" type="sibTrans" cxnId="{408CEA88-D87D-4F25-8F8C-3916069568E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549939D-FABC-40D9-8315-4AEEC48EEB9D}">
      <dgm:prSet custT="1"/>
      <dgm:spPr/>
      <dgm:t>
        <a:bodyPr/>
        <a:lstStyle/>
        <a:p>
          <a:r>
            <a:rPr lang="da-DK" sz="1800" dirty="0">
              <a:solidFill>
                <a:schemeClr val="tx1"/>
              </a:solidFill>
            </a:rPr>
            <a:t>Ingen eller meget begrænset </a:t>
          </a:r>
          <a:r>
            <a:rPr lang="da-DK" sz="1800" dirty="0" err="1">
              <a:solidFill>
                <a:schemeClr val="tx1"/>
              </a:solidFill>
            </a:rPr>
            <a:t>cybersikkerhed</a:t>
          </a:r>
          <a:r>
            <a:rPr lang="da-DK" sz="1800" dirty="0">
              <a:solidFill>
                <a:schemeClr val="tx1"/>
              </a:solidFill>
            </a:rPr>
            <a:t>.</a:t>
          </a:r>
          <a:endParaRPr lang="en-US" sz="1800" dirty="0">
            <a:solidFill>
              <a:schemeClr val="tx1"/>
            </a:solidFill>
          </a:endParaRPr>
        </a:p>
      </dgm:t>
    </dgm:pt>
    <dgm:pt modelId="{10DBB17B-188E-41E1-8474-3EB3EF8A46C5}" type="parTrans" cxnId="{A6406E9E-1BE5-4A9A-9CBF-C2AB27998E9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38AD114-B6F1-48B7-BE62-C558B5280124}" type="sibTrans" cxnId="{A6406E9E-1BE5-4A9A-9CBF-C2AB27998E9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70DB082-A656-4298-88A5-39343C812926}">
      <dgm:prSet custT="1"/>
      <dgm:spPr/>
      <dgm:t>
        <a:bodyPr/>
        <a:lstStyle/>
        <a:p>
          <a:r>
            <a:rPr lang="da-DK" sz="1800" dirty="0">
              <a:solidFill>
                <a:schemeClr val="tx1"/>
              </a:solidFill>
            </a:rPr>
            <a:t>Sikkerhedsforanstaltninger er ad hoc og reaktive</a:t>
          </a:r>
          <a:r>
            <a:rPr lang="da-DK" sz="1600" dirty="0">
              <a:solidFill>
                <a:schemeClr val="tx1"/>
              </a:solidFill>
            </a:rPr>
            <a:t>.</a:t>
          </a:r>
          <a:endParaRPr lang="en-US" sz="1600" dirty="0">
            <a:solidFill>
              <a:schemeClr val="tx1"/>
            </a:solidFill>
          </a:endParaRPr>
        </a:p>
      </dgm:t>
    </dgm:pt>
    <dgm:pt modelId="{2C896B5A-221F-48F2-ADCA-80EC7A1A4301}" type="parTrans" cxnId="{0F6EC420-6750-4203-A164-EA434896E15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C0255E6-EB7B-4F3C-AC93-7403CD0C1612}" type="sibTrans" cxnId="{0F6EC420-6750-4203-A164-EA434896E15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E05D74C-AACB-4C94-B247-01A814188439}">
      <dgm:prSet custT="1"/>
      <dgm:spPr/>
      <dgm:t>
        <a:bodyPr/>
        <a:lstStyle/>
        <a:p>
          <a:r>
            <a:rPr lang="en-US" sz="2400" b="1" dirty="0">
              <a:solidFill>
                <a:schemeClr val="tx1"/>
              </a:solidFill>
            </a:rPr>
            <a:t>Delvis</a:t>
          </a:r>
        </a:p>
      </dgm:t>
    </dgm:pt>
    <dgm:pt modelId="{C57C6B3B-413F-4278-9368-CD67AB6B2C06}" type="parTrans" cxnId="{B0AB03D1-DDCA-46C4-A095-186BEB78005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58ED4A9-3548-40F3-9A30-96E81732020F}" type="sibTrans" cxnId="{B0AB03D1-DDCA-46C4-A095-186BEB78005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496358A-74E9-4675-944B-4E1B2A7F2F23}">
      <dgm:prSet custT="1"/>
      <dgm:spPr/>
      <dgm:t>
        <a:bodyPr/>
        <a:lstStyle/>
        <a:p>
          <a:r>
            <a:rPr lang="da-DK" sz="1800" dirty="0">
              <a:solidFill>
                <a:schemeClr val="tx1"/>
              </a:solidFill>
            </a:rPr>
            <a:t>Strukturerede sikkerhedsforanstaltninger, men stadig ikke systematisk integreret.</a:t>
          </a:r>
          <a:endParaRPr lang="en-US" sz="1800" dirty="0">
            <a:solidFill>
              <a:schemeClr val="tx1"/>
            </a:solidFill>
          </a:endParaRPr>
        </a:p>
      </dgm:t>
    </dgm:pt>
    <dgm:pt modelId="{5B61A92B-83AB-4DB0-8181-12BB146288CD}" type="parTrans" cxnId="{57B4BAF0-9AE9-4682-8BC0-9B69D2C8F95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70ACE5B-F5E3-494D-8DF6-753279628B3D}" type="sibTrans" cxnId="{57B4BAF0-9AE9-4682-8BC0-9B69D2C8F95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DB105E1-93EC-405E-AD6F-D04792D7B67C}">
      <dgm:prSet custT="1"/>
      <dgm:spPr/>
      <dgm:t>
        <a:bodyPr/>
        <a:lstStyle/>
        <a:p>
          <a:r>
            <a:rPr lang="da-DK" sz="2400" b="1" dirty="0">
              <a:solidFill>
                <a:schemeClr val="tx1"/>
              </a:solidFill>
            </a:rPr>
            <a:t>Defineret</a:t>
          </a:r>
          <a:endParaRPr lang="en-US" sz="2400" dirty="0">
            <a:solidFill>
              <a:schemeClr val="tx1"/>
            </a:solidFill>
          </a:endParaRPr>
        </a:p>
      </dgm:t>
    </dgm:pt>
    <dgm:pt modelId="{C241FBD8-257E-4B8D-A494-479D67EE9A7E}" type="parTrans" cxnId="{645FC924-654A-4273-B892-0C74C1E91D1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33520A5-D6E2-4928-8DCC-2A350A1E28C3}" type="sibTrans" cxnId="{645FC924-654A-4273-B892-0C74C1E91D1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BFA7AEA6-681C-4C43-8407-8269834574B1}">
      <dgm:prSet custT="1"/>
      <dgm:spPr/>
      <dgm:t>
        <a:bodyPr/>
        <a:lstStyle/>
        <a:p>
          <a:r>
            <a:rPr lang="da-DK" sz="1800" dirty="0">
              <a:solidFill>
                <a:schemeClr val="tx1"/>
              </a:solidFill>
            </a:rPr>
            <a:t>Sikkerhedspolitikker og -standarder er veldefinerede og implementeret.</a:t>
          </a:r>
          <a:endParaRPr lang="en-US" sz="1800" dirty="0">
            <a:solidFill>
              <a:schemeClr val="tx1"/>
            </a:solidFill>
          </a:endParaRPr>
        </a:p>
      </dgm:t>
    </dgm:pt>
    <dgm:pt modelId="{6A882945-3A51-425B-A3CB-5CEAED27155F}" type="parTrans" cxnId="{475A9FDC-4EC3-4883-919F-2C5243A2346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C594DF9-223A-4361-BCCB-42D75C106A40}" type="sibTrans" cxnId="{475A9FDC-4EC3-4883-919F-2C5243A2346F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DCB48FD-EDAD-4336-B2B8-0E7D47AAEA36}">
      <dgm:prSet custT="1"/>
      <dgm:spPr/>
      <dgm:t>
        <a:bodyPr/>
        <a:lstStyle/>
        <a:p>
          <a:r>
            <a:rPr lang="da-DK" sz="2400" b="1" dirty="0">
              <a:solidFill>
                <a:schemeClr val="tx1"/>
              </a:solidFill>
            </a:rPr>
            <a:t>Styret</a:t>
          </a:r>
          <a:endParaRPr lang="en-US" sz="2400" dirty="0">
            <a:solidFill>
              <a:schemeClr val="tx1"/>
            </a:solidFill>
          </a:endParaRPr>
        </a:p>
      </dgm:t>
    </dgm:pt>
    <dgm:pt modelId="{AFFA51AB-0CCC-4421-A53B-9B66517F5B1A}" type="parTrans" cxnId="{02C3F730-9866-4417-9F14-92C3DF89BBC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5B7E141-CDF1-42F4-B271-66CA36D268A2}" type="sibTrans" cxnId="{02C3F730-9866-4417-9F14-92C3DF89BBC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EBCF7BF-A3BD-4049-A1B6-B0B58E475073}">
      <dgm:prSet custT="1"/>
      <dgm:spPr/>
      <dgm:t>
        <a:bodyPr/>
        <a:lstStyle/>
        <a:p>
          <a:r>
            <a:rPr lang="da-DK" sz="1700" dirty="0">
              <a:solidFill>
                <a:schemeClr val="tx1"/>
              </a:solidFill>
            </a:rPr>
            <a:t>B</a:t>
          </a:r>
          <a:r>
            <a:rPr lang="da-DK" sz="1800" dirty="0">
              <a:solidFill>
                <a:schemeClr val="tx1"/>
              </a:solidFill>
            </a:rPr>
            <a:t>rug af data og målinger til at overvåge og forbedre sikkerheden. </a:t>
          </a:r>
          <a:endParaRPr lang="en-US" sz="1800" dirty="0">
            <a:solidFill>
              <a:schemeClr val="tx1"/>
            </a:solidFill>
          </a:endParaRPr>
        </a:p>
      </dgm:t>
    </dgm:pt>
    <dgm:pt modelId="{B7C1D1D0-721D-4F18-A232-4E4E06BA64D6}" type="parTrans" cxnId="{42F3E45C-148F-4C29-A304-398113326E6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244AFE0-F0E2-42E8-B10C-DBF9681F53A6}" type="sibTrans" cxnId="{42F3E45C-148F-4C29-A304-398113326E68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9AB30C5-4662-4C2A-A43B-4BAA217971DB}">
      <dgm:prSet custT="1"/>
      <dgm:spPr/>
      <dgm:t>
        <a:bodyPr/>
        <a:lstStyle/>
        <a:p>
          <a:r>
            <a:rPr lang="da-DK" sz="2400" b="1" dirty="0">
              <a:solidFill>
                <a:schemeClr val="tx1"/>
              </a:solidFill>
            </a:rPr>
            <a:t>Optimeret</a:t>
          </a:r>
          <a:endParaRPr lang="en-US" sz="2400" b="1" dirty="0">
            <a:solidFill>
              <a:schemeClr val="tx1"/>
            </a:solidFill>
          </a:endParaRPr>
        </a:p>
      </dgm:t>
    </dgm:pt>
    <dgm:pt modelId="{8F6592A1-B236-48A5-9645-E7D9294B99DA}" type="parTrans" cxnId="{A49D41B0-AE8F-4595-8782-F67189740C4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B20B2DD-93E3-4CB2-A57A-D115C12CBA8D}" type="sibTrans" cxnId="{A49D41B0-AE8F-4595-8782-F67189740C4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F71C878-DEBC-4C26-9B2A-3FEE50EEA386}">
      <dgm:prSet custT="1"/>
      <dgm:spPr/>
      <dgm:t>
        <a:bodyPr/>
        <a:lstStyle/>
        <a:p>
          <a:r>
            <a:rPr lang="da-DK" sz="1800" dirty="0">
              <a:solidFill>
                <a:schemeClr val="tx1"/>
              </a:solidFill>
            </a:rPr>
            <a:t>Konstant forbedring af </a:t>
          </a:r>
          <a:r>
            <a:rPr lang="da-DK" sz="1800" dirty="0" err="1">
              <a:solidFill>
                <a:schemeClr val="tx1"/>
              </a:solidFill>
            </a:rPr>
            <a:t>cybersikkerhed</a:t>
          </a:r>
          <a:r>
            <a:rPr lang="da-DK" sz="1800" dirty="0">
              <a:solidFill>
                <a:schemeClr val="tx1"/>
              </a:solidFill>
            </a:rPr>
            <a:t> gennem proaktive strategier.</a:t>
          </a:r>
          <a:endParaRPr lang="en-US" sz="1800" dirty="0">
            <a:solidFill>
              <a:schemeClr val="tx1"/>
            </a:solidFill>
          </a:endParaRPr>
        </a:p>
      </dgm:t>
    </dgm:pt>
    <dgm:pt modelId="{BBE7FA59-CDEC-42D7-90F4-D02970F5989E}" type="parTrans" cxnId="{87263C1C-2713-4EBE-A4D6-BC5CCC69291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F9E407E-18B8-4E85-96B0-E4306722C060}" type="sibTrans" cxnId="{87263C1C-2713-4EBE-A4D6-BC5CCC69291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2B4322B-4E94-4231-895A-7B180647A4EA}" type="pres">
      <dgm:prSet presAssocID="{AFFE0F55-CB31-4A2C-B7BB-5270D6348457}" presName="Name0" presStyleCnt="0">
        <dgm:presLayoutVars>
          <dgm:dir/>
          <dgm:animLvl val="lvl"/>
          <dgm:resizeHandles val="exact"/>
        </dgm:presLayoutVars>
      </dgm:prSet>
      <dgm:spPr/>
    </dgm:pt>
    <dgm:pt modelId="{96523781-1F3A-456D-ADF3-4909338182BD}" type="pres">
      <dgm:prSet presAssocID="{47CDA190-FCCA-480B-98B4-484EADA0F18E}" presName="linNode" presStyleCnt="0"/>
      <dgm:spPr/>
    </dgm:pt>
    <dgm:pt modelId="{97B8C6ED-671F-4CB7-9900-50C5DA3CD156}" type="pres">
      <dgm:prSet presAssocID="{47CDA190-FCCA-480B-98B4-484EADA0F18E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61F6473F-FC96-48F9-9548-1849AA7A873B}" type="pres">
      <dgm:prSet presAssocID="{47CDA190-FCCA-480B-98B4-484EADA0F18E}" presName="descendantText" presStyleLbl="alignAccFollowNode1" presStyleIdx="0" presStyleCnt="5">
        <dgm:presLayoutVars>
          <dgm:bulletEnabled val="1"/>
        </dgm:presLayoutVars>
      </dgm:prSet>
      <dgm:spPr/>
    </dgm:pt>
    <dgm:pt modelId="{85153FCF-D7D9-46FC-B2A4-BC533EE01780}" type="pres">
      <dgm:prSet presAssocID="{3C281D8A-60CE-467B-8BE4-91A245F80F04}" presName="sp" presStyleCnt="0"/>
      <dgm:spPr/>
    </dgm:pt>
    <dgm:pt modelId="{E76719D1-625D-47F2-B7AD-FFA3BB4D0D23}" type="pres">
      <dgm:prSet presAssocID="{0E05D74C-AACB-4C94-B247-01A814188439}" presName="linNode" presStyleCnt="0"/>
      <dgm:spPr/>
    </dgm:pt>
    <dgm:pt modelId="{D055B98A-9057-4ACA-A3E5-D14B1F435658}" type="pres">
      <dgm:prSet presAssocID="{0E05D74C-AACB-4C94-B247-01A814188439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95BE9AA5-53ED-4C56-A22B-54918F4D40B0}" type="pres">
      <dgm:prSet presAssocID="{0E05D74C-AACB-4C94-B247-01A814188439}" presName="descendantText" presStyleLbl="alignAccFollowNode1" presStyleIdx="1" presStyleCnt="5">
        <dgm:presLayoutVars>
          <dgm:bulletEnabled val="1"/>
        </dgm:presLayoutVars>
      </dgm:prSet>
      <dgm:spPr/>
    </dgm:pt>
    <dgm:pt modelId="{17FA269D-D975-4C67-A5DE-39DEA0EF50B5}" type="pres">
      <dgm:prSet presAssocID="{858ED4A9-3548-40F3-9A30-96E81732020F}" presName="sp" presStyleCnt="0"/>
      <dgm:spPr/>
    </dgm:pt>
    <dgm:pt modelId="{91D8B4D5-2415-474A-835C-B17A4005A392}" type="pres">
      <dgm:prSet presAssocID="{5DB105E1-93EC-405E-AD6F-D04792D7B67C}" presName="linNode" presStyleCnt="0"/>
      <dgm:spPr/>
    </dgm:pt>
    <dgm:pt modelId="{A93E4C63-0485-4B32-B9CA-E20C03EA5B67}" type="pres">
      <dgm:prSet presAssocID="{5DB105E1-93EC-405E-AD6F-D04792D7B67C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2FD9110B-544B-450D-B80A-48E72C2280C8}" type="pres">
      <dgm:prSet presAssocID="{5DB105E1-93EC-405E-AD6F-D04792D7B67C}" presName="descendantText" presStyleLbl="alignAccFollowNode1" presStyleIdx="2" presStyleCnt="5">
        <dgm:presLayoutVars>
          <dgm:bulletEnabled val="1"/>
        </dgm:presLayoutVars>
      </dgm:prSet>
      <dgm:spPr/>
    </dgm:pt>
    <dgm:pt modelId="{E3112B9C-E850-4F64-8677-50D00FD9530D}" type="pres">
      <dgm:prSet presAssocID="{A33520A5-D6E2-4928-8DCC-2A350A1E28C3}" presName="sp" presStyleCnt="0"/>
      <dgm:spPr/>
    </dgm:pt>
    <dgm:pt modelId="{6DCFC71A-FA6E-43E9-97FA-E58D14341AAD}" type="pres">
      <dgm:prSet presAssocID="{FDCB48FD-EDAD-4336-B2B8-0E7D47AAEA36}" presName="linNode" presStyleCnt="0"/>
      <dgm:spPr/>
    </dgm:pt>
    <dgm:pt modelId="{88F96FDA-F150-49CB-B45A-3E55429776B8}" type="pres">
      <dgm:prSet presAssocID="{FDCB48FD-EDAD-4336-B2B8-0E7D47AAEA36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F767E0DE-2349-4A99-98ED-DE829C219189}" type="pres">
      <dgm:prSet presAssocID="{FDCB48FD-EDAD-4336-B2B8-0E7D47AAEA36}" presName="descendantText" presStyleLbl="alignAccFollowNode1" presStyleIdx="3" presStyleCnt="5">
        <dgm:presLayoutVars>
          <dgm:bulletEnabled val="1"/>
        </dgm:presLayoutVars>
      </dgm:prSet>
      <dgm:spPr/>
    </dgm:pt>
    <dgm:pt modelId="{ADA78B4A-042F-4CEB-BD5B-40DCBE9CCBCF}" type="pres">
      <dgm:prSet presAssocID="{25B7E141-CDF1-42F4-B271-66CA36D268A2}" presName="sp" presStyleCnt="0"/>
      <dgm:spPr/>
    </dgm:pt>
    <dgm:pt modelId="{06B61A2A-5D75-4BC4-AD4B-4F30BAF316B5}" type="pres">
      <dgm:prSet presAssocID="{D9AB30C5-4662-4C2A-A43B-4BAA217971DB}" presName="linNode" presStyleCnt="0"/>
      <dgm:spPr/>
    </dgm:pt>
    <dgm:pt modelId="{98ABEAD2-186B-4518-9234-099C91A1AD06}" type="pres">
      <dgm:prSet presAssocID="{D9AB30C5-4662-4C2A-A43B-4BAA217971DB}" presName="parentText" presStyleLbl="node1" presStyleIdx="4" presStyleCnt="5" custLinFactNeighborX="-38496" custLinFactNeighborY="229">
        <dgm:presLayoutVars>
          <dgm:chMax val="1"/>
          <dgm:bulletEnabled val="1"/>
        </dgm:presLayoutVars>
      </dgm:prSet>
      <dgm:spPr/>
    </dgm:pt>
    <dgm:pt modelId="{EC7D9813-F95F-40B8-B1F3-A014032D9322}" type="pres">
      <dgm:prSet presAssocID="{D9AB30C5-4662-4C2A-A43B-4BAA217971DB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87263C1C-2713-4EBE-A4D6-BC5CCC692915}" srcId="{D9AB30C5-4662-4C2A-A43B-4BAA217971DB}" destId="{0F71C878-DEBC-4C26-9B2A-3FEE50EEA386}" srcOrd="0" destOrd="0" parTransId="{BBE7FA59-CDEC-42D7-90F4-D02970F5989E}" sibTransId="{CF9E407E-18B8-4E85-96B0-E4306722C060}"/>
    <dgm:cxn modelId="{0F6EC420-6750-4203-A164-EA434896E158}" srcId="{47CDA190-FCCA-480B-98B4-484EADA0F18E}" destId="{970DB082-A656-4298-88A5-39343C812926}" srcOrd="1" destOrd="0" parTransId="{2C896B5A-221F-48F2-ADCA-80EC7A1A4301}" sibTransId="{AC0255E6-EB7B-4F3C-AC93-7403CD0C1612}"/>
    <dgm:cxn modelId="{645FC924-654A-4273-B892-0C74C1E91D18}" srcId="{AFFE0F55-CB31-4A2C-B7BB-5270D6348457}" destId="{5DB105E1-93EC-405E-AD6F-D04792D7B67C}" srcOrd="2" destOrd="0" parTransId="{C241FBD8-257E-4B8D-A494-479D67EE9A7E}" sibTransId="{A33520A5-D6E2-4928-8DCC-2A350A1E28C3}"/>
    <dgm:cxn modelId="{02C3F730-9866-4417-9F14-92C3DF89BBC3}" srcId="{AFFE0F55-CB31-4A2C-B7BB-5270D6348457}" destId="{FDCB48FD-EDAD-4336-B2B8-0E7D47AAEA36}" srcOrd="3" destOrd="0" parTransId="{AFFA51AB-0CCC-4421-A53B-9B66517F5B1A}" sibTransId="{25B7E141-CDF1-42F4-B271-66CA36D268A2}"/>
    <dgm:cxn modelId="{2132E43D-2350-40DD-A0EF-42773B95174B}" type="presOf" srcId="{4549939D-FABC-40D9-8315-4AEEC48EEB9D}" destId="{61F6473F-FC96-48F9-9548-1849AA7A873B}" srcOrd="0" destOrd="0" presId="urn:microsoft.com/office/officeart/2005/8/layout/vList5"/>
    <dgm:cxn modelId="{42F3E45C-148F-4C29-A304-398113326E68}" srcId="{FDCB48FD-EDAD-4336-B2B8-0E7D47AAEA36}" destId="{0EBCF7BF-A3BD-4049-A1B6-B0B58E475073}" srcOrd="0" destOrd="0" parTransId="{B7C1D1D0-721D-4F18-A232-4E4E06BA64D6}" sibTransId="{9244AFE0-F0E2-42E8-B10C-DBF9681F53A6}"/>
    <dgm:cxn modelId="{E854095D-3E75-4588-9404-4A6414E1E32B}" type="presOf" srcId="{5DB105E1-93EC-405E-AD6F-D04792D7B67C}" destId="{A93E4C63-0485-4B32-B9CA-E20C03EA5B67}" srcOrd="0" destOrd="0" presId="urn:microsoft.com/office/officeart/2005/8/layout/vList5"/>
    <dgm:cxn modelId="{BFB6CD55-B070-4571-8329-0012BD46A421}" type="presOf" srcId="{0EBCF7BF-A3BD-4049-A1B6-B0B58E475073}" destId="{F767E0DE-2349-4A99-98ED-DE829C219189}" srcOrd="0" destOrd="0" presId="urn:microsoft.com/office/officeart/2005/8/layout/vList5"/>
    <dgm:cxn modelId="{E782357C-79EB-41B7-92C2-6DD002C6794D}" type="presOf" srcId="{D9AB30C5-4662-4C2A-A43B-4BAA217971DB}" destId="{98ABEAD2-186B-4518-9234-099C91A1AD06}" srcOrd="0" destOrd="0" presId="urn:microsoft.com/office/officeart/2005/8/layout/vList5"/>
    <dgm:cxn modelId="{408CEA88-D87D-4F25-8F8C-3916069568E4}" srcId="{AFFE0F55-CB31-4A2C-B7BB-5270D6348457}" destId="{47CDA190-FCCA-480B-98B4-484EADA0F18E}" srcOrd="0" destOrd="0" parTransId="{362B8EF5-94D1-451D-9885-BA0C16A717E4}" sibTransId="{3C281D8A-60CE-467B-8BE4-91A245F80F04}"/>
    <dgm:cxn modelId="{7C175E8D-AAF1-4BDA-9292-05F87555D0EE}" type="presOf" srcId="{0E05D74C-AACB-4C94-B247-01A814188439}" destId="{D055B98A-9057-4ACA-A3E5-D14B1F435658}" srcOrd="0" destOrd="0" presId="urn:microsoft.com/office/officeart/2005/8/layout/vList5"/>
    <dgm:cxn modelId="{A6406E9E-1BE5-4A9A-9CBF-C2AB27998E95}" srcId="{47CDA190-FCCA-480B-98B4-484EADA0F18E}" destId="{4549939D-FABC-40D9-8315-4AEEC48EEB9D}" srcOrd="0" destOrd="0" parTransId="{10DBB17B-188E-41E1-8474-3EB3EF8A46C5}" sibTransId="{838AD114-B6F1-48B7-BE62-C558B5280124}"/>
    <dgm:cxn modelId="{A49D41B0-AE8F-4595-8782-F67189740C42}" srcId="{AFFE0F55-CB31-4A2C-B7BB-5270D6348457}" destId="{D9AB30C5-4662-4C2A-A43B-4BAA217971DB}" srcOrd="4" destOrd="0" parTransId="{8F6592A1-B236-48A5-9645-E7D9294B99DA}" sibTransId="{4B20B2DD-93E3-4CB2-A57A-D115C12CBA8D}"/>
    <dgm:cxn modelId="{361364BF-6104-4038-8343-3DC8FEFD8025}" type="presOf" srcId="{5496358A-74E9-4675-944B-4E1B2A7F2F23}" destId="{95BE9AA5-53ED-4C56-A22B-54918F4D40B0}" srcOrd="0" destOrd="0" presId="urn:microsoft.com/office/officeart/2005/8/layout/vList5"/>
    <dgm:cxn modelId="{E2C116C6-9D39-4324-8197-2AE009232218}" type="presOf" srcId="{AFFE0F55-CB31-4A2C-B7BB-5270D6348457}" destId="{32B4322B-4E94-4231-895A-7B180647A4EA}" srcOrd="0" destOrd="0" presId="urn:microsoft.com/office/officeart/2005/8/layout/vList5"/>
    <dgm:cxn modelId="{B312BEC9-E15A-44B4-A771-25F5091CA9E1}" type="presOf" srcId="{970DB082-A656-4298-88A5-39343C812926}" destId="{61F6473F-FC96-48F9-9548-1849AA7A873B}" srcOrd="0" destOrd="1" presId="urn:microsoft.com/office/officeart/2005/8/layout/vList5"/>
    <dgm:cxn modelId="{B0AB03D1-DDCA-46C4-A095-186BEB78005A}" srcId="{AFFE0F55-CB31-4A2C-B7BB-5270D6348457}" destId="{0E05D74C-AACB-4C94-B247-01A814188439}" srcOrd="1" destOrd="0" parTransId="{C57C6B3B-413F-4278-9368-CD67AB6B2C06}" sibTransId="{858ED4A9-3548-40F3-9A30-96E81732020F}"/>
    <dgm:cxn modelId="{FE6A29D1-1530-4A60-9291-D429C4643C77}" type="presOf" srcId="{FDCB48FD-EDAD-4336-B2B8-0E7D47AAEA36}" destId="{88F96FDA-F150-49CB-B45A-3E55429776B8}" srcOrd="0" destOrd="0" presId="urn:microsoft.com/office/officeart/2005/8/layout/vList5"/>
    <dgm:cxn modelId="{475A9FDC-4EC3-4883-919F-2C5243A2346F}" srcId="{5DB105E1-93EC-405E-AD6F-D04792D7B67C}" destId="{BFA7AEA6-681C-4C43-8407-8269834574B1}" srcOrd="0" destOrd="0" parTransId="{6A882945-3A51-425B-A3CB-5CEAED27155F}" sibTransId="{FC594DF9-223A-4361-BCCB-42D75C106A40}"/>
    <dgm:cxn modelId="{E25980E7-2509-434B-B6C8-EE341DB69657}" type="presOf" srcId="{0F71C878-DEBC-4C26-9B2A-3FEE50EEA386}" destId="{EC7D9813-F95F-40B8-B1F3-A014032D9322}" srcOrd="0" destOrd="0" presId="urn:microsoft.com/office/officeart/2005/8/layout/vList5"/>
    <dgm:cxn modelId="{57B4BAF0-9AE9-4682-8BC0-9B69D2C8F950}" srcId="{0E05D74C-AACB-4C94-B247-01A814188439}" destId="{5496358A-74E9-4675-944B-4E1B2A7F2F23}" srcOrd="0" destOrd="0" parTransId="{5B61A92B-83AB-4DB0-8181-12BB146288CD}" sibTransId="{170ACE5B-F5E3-494D-8DF6-753279628B3D}"/>
    <dgm:cxn modelId="{803C5CF1-923A-4802-8611-1F46254F4394}" type="presOf" srcId="{BFA7AEA6-681C-4C43-8407-8269834574B1}" destId="{2FD9110B-544B-450D-B80A-48E72C2280C8}" srcOrd="0" destOrd="0" presId="urn:microsoft.com/office/officeart/2005/8/layout/vList5"/>
    <dgm:cxn modelId="{D3E89AF6-9890-4AF0-9DA4-8FCCF3A3455E}" type="presOf" srcId="{47CDA190-FCCA-480B-98B4-484EADA0F18E}" destId="{97B8C6ED-671F-4CB7-9900-50C5DA3CD156}" srcOrd="0" destOrd="0" presId="urn:microsoft.com/office/officeart/2005/8/layout/vList5"/>
    <dgm:cxn modelId="{E26F6102-A51B-4949-ABC9-F03ED9C6802B}" type="presParOf" srcId="{32B4322B-4E94-4231-895A-7B180647A4EA}" destId="{96523781-1F3A-456D-ADF3-4909338182BD}" srcOrd="0" destOrd="0" presId="urn:microsoft.com/office/officeart/2005/8/layout/vList5"/>
    <dgm:cxn modelId="{416F80D0-61EF-482E-BBE1-6CAF47C9CDE8}" type="presParOf" srcId="{96523781-1F3A-456D-ADF3-4909338182BD}" destId="{97B8C6ED-671F-4CB7-9900-50C5DA3CD156}" srcOrd="0" destOrd="0" presId="urn:microsoft.com/office/officeart/2005/8/layout/vList5"/>
    <dgm:cxn modelId="{07DE8EA3-486A-41F2-ABC9-F3FAF1BF8FB1}" type="presParOf" srcId="{96523781-1F3A-456D-ADF3-4909338182BD}" destId="{61F6473F-FC96-48F9-9548-1849AA7A873B}" srcOrd="1" destOrd="0" presId="urn:microsoft.com/office/officeart/2005/8/layout/vList5"/>
    <dgm:cxn modelId="{8A30CF5C-843A-449E-B429-C9EFDFBF93E2}" type="presParOf" srcId="{32B4322B-4E94-4231-895A-7B180647A4EA}" destId="{85153FCF-D7D9-46FC-B2A4-BC533EE01780}" srcOrd="1" destOrd="0" presId="urn:microsoft.com/office/officeart/2005/8/layout/vList5"/>
    <dgm:cxn modelId="{98FC29CA-E16E-4608-B125-E62A32831DB9}" type="presParOf" srcId="{32B4322B-4E94-4231-895A-7B180647A4EA}" destId="{E76719D1-625D-47F2-B7AD-FFA3BB4D0D23}" srcOrd="2" destOrd="0" presId="urn:microsoft.com/office/officeart/2005/8/layout/vList5"/>
    <dgm:cxn modelId="{7A740D05-55C2-403D-B140-4DD09494341D}" type="presParOf" srcId="{E76719D1-625D-47F2-B7AD-FFA3BB4D0D23}" destId="{D055B98A-9057-4ACA-A3E5-D14B1F435658}" srcOrd="0" destOrd="0" presId="urn:microsoft.com/office/officeart/2005/8/layout/vList5"/>
    <dgm:cxn modelId="{7E0CB3A6-9A23-4917-8F0C-1CC1C6F7C9C8}" type="presParOf" srcId="{E76719D1-625D-47F2-B7AD-FFA3BB4D0D23}" destId="{95BE9AA5-53ED-4C56-A22B-54918F4D40B0}" srcOrd="1" destOrd="0" presId="urn:microsoft.com/office/officeart/2005/8/layout/vList5"/>
    <dgm:cxn modelId="{861E5649-4542-41E5-B73D-327EB68A47EA}" type="presParOf" srcId="{32B4322B-4E94-4231-895A-7B180647A4EA}" destId="{17FA269D-D975-4C67-A5DE-39DEA0EF50B5}" srcOrd="3" destOrd="0" presId="urn:microsoft.com/office/officeart/2005/8/layout/vList5"/>
    <dgm:cxn modelId="{5C25A3C8-406C-44BD-85D5-0FAF93C17925}" type="presParOf" srcId="{32B4322B-4E94-4231-895A-7B180647A4EA}" destId="{91D8B4D5-2415-474A-835C-B17A4005A392}" srcOrd="4" destOrd="0" presId="urn:microsoft.com/office/officeart/2005/8/layout/vList5"/>
    <dgm:cxn modelId="{10158BD6-57CE-475E-AD16-F3894B15A220}" type="presParOf" srcId="{91D8B4D5-2415-474A-835C-B17A4005A392}" destId="{A93E4C63-0485-4B32-B9CA-E20C03EA5B67}" srcOrd="0" destOrd="0" presId="urn:microsoft.com/office/officeart/2005/8/layout/vList5"/>
    <dgm:cxn modelId="{0E697CD8-6732-4CE8-8B2E-5465C6E66C3E}" type="presParOf" srcId="{91D8B4D5-2415-474A-835C-B17A4005A392}" destId="{2FD9110B-544B-450D-B80A-48E72C2280C8}" srcOrd="1" destOrd="0" presId="urn:microsoft.com/office/officeart/2005/8/layout/vList5"/>
    <dgm:cxn modelId="{46E1CF6C-3AB9-444A-8815-2CF7214FE680}" type="presParOf" srcId="{32B4322B-4E94-4231-895A-7B180647A4EA}" destId="{E3112B9C-E850-4F64-8677-50D00FD9530D}" srcOrd="5" destOrd="0" presId="urn:microsoft.com/office/officeart/2005/8/layout/vList5"/>
    <dgm:cxn modelId="{9B47F06C-5E0E-48B1-AFF1-E42BCD301041}" type="presParOf" srcId="{32B4322B-4E94-4231-895A-7B180647A4EA}" destId="{6DCFC71A-FA6E-43E9-97FA-E58D14341AAD}" srcOrd="6" destOrd="0" presId="urn:microsoft.com/office/officeart/2005/8/layout/vList5"/>
    <dgm:cxn modelId="{F2CE3A9D-6B78-4CBA-AD49-51BA6ECE5E7F}" type="presParOf" srcId="{6DCFC71A-FA6E-43E9-97FA-E58D14341AAD}" destId="{88F96FDA-F150-49CB-B45A-3E55429776B8}" srcOrd="0" destOrd="0" presId="urn:microsoft.com/office/officeart/2005/8/layout/vList5"/>
    <dgm:cxn modelId="{5E1500CC-0008-4ED9-BD22-6FF88CEFAC4C}" type="presParOf" srcId="{6DCFC71A-FA6E-43E9-97FA-E58D14341AAD}" destId="{F767E0DE-2349-4A99-98ED-DE829C219189}" srcOrd="1" destOrd="0" presId="urn:microsoft.com/office/officeart/2005/8/layout/vList5"/>
    <dgm:cxn modelId="{6BB31EB8-0E6A-4FA1-94EE-7E513BB23A1B}" type="presParOf" srcId="{32B4322B-4E94-4231-895A-7B180647A4EA}" destId="{ADA78B4A-042F-4CEB-BD5B-40DCBE9CCBCF}" srcOrd="7" destOrd="0" presId="urn:microsoft.com/office/officeart/2005/8/layout/vList5"/>
    <dgm:cxn modelId="{91CD547A-CC48-456C-A1DF-A2F65818BDD8}" type="presParOf" srcId="{32B4322B-4E94-4231-895A-7B180647A4EA}" destId="{06B61A2A-5D75-4BC4-AD4B-4F30BAF316B5}" srcOrd="8" destOrd="0" presId="urn:microsoft.com/office/officeart/2005/8/layout/vList5"/>
    <dgm:cxn modelId="{B2A160DC-8591-47AF-A834-50C5B402E45D}" type="presParOf" srcId="{06B61A2A-5D75-4BC4-AD4B-4F30BAF316B5}" destId="{98ABEAD2-186B-4518-9234-099C91A1AD06}" srcOrd="0" destOrd="0" presId="urn:microsoft.com/office/officeart/2005/8/layout/vList5"/>
    <dgm:cxn modelId="{7F9124A0-70DB-400E-8D9F-36A9CEF83864}" type="presParOf" srcId="{06B61A2A-5D75-4BC4-AD4B-4F30BAF316B5}" destId="{EC7D9813-F95F-40B8-B1F3-A014032D932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DCA23-DE26-43BC-84B1-F1F4100BF821}">
      <dsp:nvSpPr>
        <dsp:cNvPr id="0" name=""/>
        <dsp:cNvSpPr/>
      </dsp:nvSpPr>
      <dsp:spPr>
        <a:xfrm>
          <a:off x="0" y="729004"/>
          <a:ext cx="10515600" cy="1345854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29BC4A-F636-4DC1-9C46-CC1AE7A6313B}">
      <dsp:nvSpPr>
        <dsp:cNvPr id="0" name=""/>
        <dsp:cNvSpPr/>
      </dsp:nvSpPr>
      <dsp:spPr>
        <a:xfrm>
          <a:off x="407121" y="1031822"/>
          <a:ext cx="740220" cy="7402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54D59-8E78-4B16-955C-893ED9B6B9BD}">
      <dsp:nvSpPr>
        <dsp:cNvPr id="0" name=""/>
        <dsp:cNvSpPr/>
      </dsp:nvSpPr>
      <dsp:spPr>
        <a:xfrm>
          <a:off x="1554462" y="729004"/>
          <a:ext cx="8961137" cy="1345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436" tIns="142436" rIns="142436" bIns="142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1" kern="1200" dirty="0" err="1"/>
            <a:t>Cybersecurity</a:t>
          </a:r>
          <a:r>
            <a:rPr lang="da-DK" sz="1800" b="1" kern="1200" dirty="0"/>
            <a:t> modenhed giver et billede af, hvor godt en organisation har udviklet og implementeret sine sikkerhedsforanstaltninger og strategier for at beskytte imod </a:t>
          </a:r>
          <a:r>
            <a:rPr lang="da-DK" sz="1800" b="1" kern="1200" dirty="0" err="1"/>
            <a:t>cybertrusler</a:t>
          </a:r>
          <a:r>
            <a:rPr lang="da-DK" sz="1800" b="1" kern="1200" dirty="0"/>
            <a:t>. </a:t>
          </a:r>
          <a:endParaRPr lang="en-US" sz="1800" kern="1200" dirty="0"/>
        </a:p>
      </dsp:txBody>
      <dsp:txXfrm>
        <a:off x="1554462" y="729004"/>
        <a:ext cx="8961137" cy="1345854"/>
      </dsp:txXfrm>
    </dsp:sp>
    <dsp:sp modelId="{9F6F1288-7902-4B3D-84C9-0832BCFAE2DC}">
      <dsp:nvSpPr>
        <dsp:cNvPr id="0" name=""/>
        <dsp:cNvSpPr/>
      </dsp:nvSpPr>
      <dsp:spPr>
        <a:xfrm>
          <a:off x="0" y="2411323"/>
          <a:ext cx="10515600" cy="1345854"/>
        </a:xfrm>
        <a:prstGeom prst="roundRect">
          <a:avLst>
            <a:gd name="adj" fmla="val 10000"/>
          </a:avLst>
        </a:prstGeom>
        <a:solidFill>
          <a:srgbClr val="BED4D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60D6AD-618B-4E66-9A64-93669CB3A31C}">
      <dsp:nvSpPr>
        <dsp:cNvPr id="0" name=""/>
        <dsp:cNvSpPr/>
      </dsp:nvSpPr>
      <dsp:spPr>
        <a:xfrm>
          <a:off x="407121" y="2714140"/>
          <a:ext cx="740220" cy="7402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D7CF14-B303-4585-A744-86D3740EBB9E}">
      <dsp:nvSpPr>
        <dsp:cNvPr id="0" name=""/>
        <dsp:cNvSpPr/>
      </dsp:nvSpPr>
      <dsp:spPr>
        <a:xfrm>
          <a:off x="1554462" y="2411323"/>
          <a:ext cx="8961137" cy="1345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436" tIns="142436" rIns="142436" bIns="142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1" kern="1200" dirty="0"/>
            <a:t>Det vurderes, hvordan organisationen håndterer risici, opdager trusler, beskytter data og responderer på sikkerhedshændelser etc. </a:t>
          </a:r>
          <a:endParaRPr lang="en-US" sz="1800" kern="1200" dirty="0"/>
        </a:p>
      </dsp:txBody>
      <dsp:txXfrm>
        <a:off x="1554462" y="2411323"/>
        <a:ext cx="8961137" cy="13458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EBBF4-ED0B-47B7-92B3-7661EC09BD96}">
      <dsp:nvSpPr>
        <dsp:cNvPr id="0" name=""/>
        <dsp:cNvSpPr/>
      </dsp:nvSpPr>
      <dsp:spPr>
        <a:xfrm>
          <a:off x="0" y="0"/>
          <a:ext cx="56557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807EBA-3A3C-4364-9688-E8CD3AE7B6CF}">
      <dsp:nvSpPr>
        <dsp:cNvPr id="0" name=""/>
        <dsp:cNvSpPr/>
      </dsp:nvSpPr>
      <dsp:spPr>
        <a:xfrm>
          <a:off x="0" y="0"/>
          <a:ext cx="5655776" cy="703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Hurtigere</a:t>
          </a:r>
          <a:r>
            <a:rPr lang="en-US" sz="2000" kern="1200" dirty="0"/>
            <a:t> </a:t>
          </a:r>
          <a:r>
            <a:rPr lang="en-US" sz="2000" kern="1200" dirty="0" err="1"/>
            <a:t>reaktion</a:t>
          </a:r>
          <a:r>
            <a:rPr lang="en-US" sz="2000" kern="1200" dirty="0"/>
            <a:t> </a:t>
          </a:r>
          <a:r>
            <a:rPr lang="en-US" sz="2000" kern="1200" dirty="0" err="1"/>
            <a:t>på</a:t>
          </a:r>
          <a:r>
            <a:rPr lang="en-US" sz="2000" kern="1200" dirty="0"/>
            <a:t> </a:t>
          </a:r>
          <a:r>
            <a:rPr lang="en-US" sz="2000" kern="1200" dirty="0" err="1"/>
            <a:t>trusler</a:t>
          </a:r>
          <a:endParaRPr lang="en-US" sz="2000" kern="1200" dirty="0"/>
        </a:p>
      </dsp:txBody>
      <dsp:txXfrm>
        <a:off x="0" y="0"/>
        <a:ext cx="5655776" cy="703406"/>
      </dsp:txXfrm>
    </dsp:sp>
    <dsp:sp modelId="{1EA07403-CDB4-46F8-87AF-41073862E297}">
      <dsp:nvSpPr>
        <dsp:cNvPr id="0" name=""/>
        <dsp:cNvSpPr/>
      </dsp:nvSpPr>
      <dsp:spPr>
        <a:xfrm>
          <a:off x="0" y="703406"/>
          <a:ext cx="56557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4EFC2-FCF8-49A5-A077-4B1738EE2703}">
      <dsp:nvSpPr>
        <dsp:cNvPr id="0" name=""/>
        <dsp:cNvSpPr/>
      </dsp:nvSpPr>
      <dsp:spPr>
        <a:xfrm>
          <a:off x="0" y="703406"/>
          <a:ext cx="5655776" cy="703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Øget</a:t>
          </a:r>
          <a:r>
            <a:rPr lang="en-US" sz="2000" kern="1200" dirty="0"/>
            <a:t> </a:t>
          </a:r>
          <a:r>
            <a:rPr lang="en-US" sz="2000" kern="1200" dirty="0" err="1"/>
            <a:t>tillid</a:t>
          </a:r>
          <a:r>
            <a:rPr lang="en-US" sz="2000" kern="1200" dirty="0"/>
            <a:t> </a:t>
          </a:r>
          <a:r>
            <a:rPr lang="en-US" sz="2000" kern="1200" dirty="0" err="1"/>
            <a:t>og</a:t>
          </a:r>
          <a:r>
            <a:rPr lang="en-US" sz="2000" kern="1200" dirty="0"/>
            <a:t> compliance</a:t>
          </a:r>
        </a:p>
      </dsp:txBody>
      <dsp:txXfrm>
        <a:off x="0" y="703406"/>
        <a:ext cx="5655776" cy="703406"/>
      </dsp:txXfrm>
    </dsp:sp>
    <dsp:sp modelId="{A5C2BFEE-F384-45EE-BC99-A57BFCEA58EA}">
      <dsp:nvSpPr>
        <dsp:cNvPr id="0" name=""/>
        <dsp:cNvSpPr/>
      </dsp:nvSpPr>
      <dsp:spPr>
        <a:xfrm>
          <a:off x="0" y="1406813"/>
          <a:ext cx="56557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C86C5-3BFE-4DE2-8B9A-6FC2C291BB80}">
      <dsp:nvSpPr>
        <dsp:cNvPr id="0" name=""/>
        <dsp:cNvSpPr/>
      </dsp:nvSpPr>
      <dsp:spPr>
        <a:xfrm>
          <a:off x="0" y="1406813"/>
          <a:ext cx="5655776" cy="703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Færre</a:t>
          </a:r>
          <a:r>
            <a:rPr lang="en-US" sz="2000" kern="1200" dirty="0"/>
            <a:t> </a:t>
          </a:r>
          <a:r>
            <a:rPr lang="en-US" sz="2000" kern="1200" dirty="0" err="1"/>
            <a:t>hændelser</a:t>
          </a:r>
          <a:r>
            <a:rPr lang="en-US" sz="2000" kern="1200" dirty="0"/>
            <a:t> -&gt; </a:t>
          </a:r>
          <a:r>
            <a:rPr lang="en-US" sz="2000" kern="1200" dirty="0" err="1"/>
            <a:t>laverere</a:t>
          </a:r>
          <a:r>
            <a:rPr lang="en-US" sz="2000" kern="1200" dirty="0"/>
            <a:t> </a:t>
          </a:r>
          <a:r>
            <a:rPr lang="en-US" sz="2000" kern="1200" dirty="0" err="1"/>
            <a:t>risikoniveau</a:t>
          </a:r>
          <a:endParaRPr lang="en-US" sz="2000" kern="1200" dirty="0"/>
        </a:p>
      </dsp:txBody>
      <dsp:txXfrm>
        <a:off x="0" y="1406813"/>
        <a:ext cx="5655776" cy="703406"/>
      </dsp:txXfrm>
    </dsp:sp>
    <dsp:sp modelId="{30B11EBB-73D1-489A-9BF2-4FD8D772E502}">
      <dsp:nvSpPr>
        <dsp:cNvPr id="0" name=""/>
        <dsp:cNvSpPr/>
      </dsp:nvSpPr>
      <dsp:spPr>
        <a:xfrm>
          <a:off x="0" y="2110219"/>
          <a:ext cx="56557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019FD1-8F06-4E0F-BDF6-0D4245E7E9EC}">
      <dsp:nvSpPr>
        <dsp:cNvPr id="0" name=""/>
        <dsp:cNvSpPr/>
      </dsp:nvSpPr>
      <dsp:spPr>
        <a:xfrm>
          <a:off x="0" y="2110219"/>
          <a:ext cx="5655776" cy="703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Langsigtede</a:t>
          </a:r>
          <a:r>
            <a:rPr lang="en-US" sz="2000" kern="1200" dirty="0"/>
            <a:t> </a:t>
          </a:r>
          <a:r>
            <a:rPr lang="en-US" sz="2000" kern="1200" dirty="0" err="1"/>
            <a:t>besparelser</a:t>
          </a:r>
          <a:r>
            <a:rPr lang="en-US" sz="2000" kern="1200" dirty="0"/>
            <a:t> </a:t>
          </a:r>
          <a:r>
            <a:rPr lang="en-US" sz="2000" kern="1200" dirty="0" err="1"/>
            <a:t>forventes</a:t>
          </a:r>
          <a:endParaRPr lang="en-US" sz="2000" kern="1200" dirty="0"/>
        </a:p>
      </dsp:txBody>
      <dsp:txXfrm>
        <a:off x="0" y="2110219"/>
        <a:ext cx="5655776" cy="7034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3E5DC3-1324-4A25-8D7B-C1EA9ABBDC66}">
      <dsp:nvSpPr>
        <dsp:cNvPr id="0" name=""/>
        <dsp:cNvSpPr/>
      </dsp:nvSpPr>
      <dsp:spPr>
        <a:xfrm>
          <a:off x="0" y="0"/>
          <a:ext cx="56557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DAFFFB-F980-4ABE-B52A-DEB2D11EDA63}">
      <dsp:nvSpPr>
        <dsp:cNvPr id="0" name=""/>
        <dsp:cNvSpPr/>
      </dsp:nvSpPr>
      <dsp:spPr>
        <a:xfrm>
          <a:off x="0" y="0"/>
          <a:ext cx="5655776" cy="671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Begrænsede</a:t>
          </a:r>
          <a:r>
            <a:rPr lang="en-US" sz="2000" kern="1200" dirty="0"/>
            <a:t> </a:t>
          </a:r>
          <a:r>
            <a:rPr lang="en-US" sz="2000" kern="1200" dirty="0" err="1"/>
            <a:t>ressourcer</a:t>
          </a:r>
          <a:r>
            <a:rPr lang="en-US" sz="2000" kern="1200" dirty="0"/>
            <a:t> </a:t>
          </a:r>
          <a:r>
            <a:rPr lang="en-US" sz="2000" kern="1200" dirty="0" err="1"/>
            <a:t>og</a:t>
          </a:r>
          <a:r>
            <a:rPr lang="en-US" sz="2000" kern="1200" dirty="0"/>
            <a:t> </a:t>
          </a:r>
          <a:r>
            <a:rPr lang="en-US" sz="2000" kern="1200" dirty="0" err="1"/>
            <a:t>kompetencer</a:t>
          </a:r>
          <a:endParaRPr lang="en-US" sz="2000" kern="1200" dirty="0"/>
        </a:p>
      </dsp:txBody>
      <dsp:txXfrm>
        <a:off x="0" y="0"/>
        <a:ext cx="5655776" cy="671104"/>
      </dsp:txXfrm>
    </dsp:sp>
    <dsp:sp modelId="{9D3A6022-7641-4486-8977-83AF5268E5E2}">
      <dsp:nvSpPr>
        <dsp:cNvPr id="0" name=""/>
        <dsp:cNvSpPr/>
      </dsp:nvSpPr>
      <dsp:spPr>
        <a:xfrm>
          <a:off x="0" y="671104"/>
          <a:ext cx="56557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FB8E33-F302-4719-8A91-984612896A3A}">
      <dsp:nvSpPr>
        <dsp:cNvPr id="0" name=""/>
        <dsp:cNvSpPr/>
      </dsp:nvSpPr>
      <dsp:spPr>
        <a:xfrm>
          <a:off x="0" y="671104"/>
          <a:ext cx="5655776" cy="671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Kulturel</a:t>
          </a:r>
          <a:r>
            <a:rPr lang="en-US" sz="2000" kern="1200" dirty="0"/>
            <a:t> </a:t>
          </a:r>
          <a:r>
            <a:rPr lang="en-US" sz="2000" kern="1200" dirty="0" err="1"/>
            <a:t>modstand</a:t>
          </a:r>
          <a:r>
            <a:rPr lang="en-US" sz="2000" kern="1200" dirty="0"/>
            <a:t> </a:t>
          </a:r>
          <a:r>
            <a:rPr lang="en-US" sz="2000" kern="1200" dirty="0" err="1"/>
            <a:t>og</a:t>
          </a:r>
          <a:r>
            <a:rPr lang="en-US" sz="2000" kern="1200" dirty="0"/>
            <a:t> </a:t>
          </a:r>
          <a:r>
            <a:rPr lang="en-US" sz="2000" kern="1200" dirty="0" err="1"/>
            <a:t>lav</a:t>
          </a:r>
          <a:r>
            <a:rPr lang="en-US" sz="2000" kern="1200" dirty="0"/>
            <a:t> </a:t>
          </a:r>
          <a:r>
            <a:rPr lang="en-US" sz="2000" kern="1200" dirty="0" err="1"/>
            <a:t>prioritet</a:t>
          </a:r>
          <a:endParaRPr lang="en-US" sz="2000" kern="1200" dirty="0"/>
        </a:p>
      </dsp:txBody>
      <dsp:txXfrm>
        <a:off x="0" y="671104"/>
        <a:ext cx="5655776" cy="671104"/>
      </dsp:txXfrm>
    </dsp:sp>
    <dsp:sp modelId="{BE363C99-F8B6-42E4-89BD-CA5E5DB1519B}">
      <dsp:nvSpPr>
        <dsp:cNvPr id="0" name=""/>
        <dsp:cNvSpPr/>
      </dsp:nvSpPr>
      <dsp:spPr>
        <a:xfrm>
          <a:off x="0" y="1342208"/>
          <a:ext cx="56557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5F43DC-01B9-4380-81E2-C3776A4530CF}">
      <dsp:nvSpPr>
        <dsp:cNvPr id="0" name=""/>
        <dsp:cNvSpPr/>
      </dsp:nvSpPr>
      <dsp:spPr>
        <a:xfrm>
          <a:off x="0" y="1342208"/>
          <a:ext cx="5655776" cy="671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Teknologisk</a:t>
          </a:r>
          <a:r>
            <a:rPr lang="en-US" sz="2000" kern="1200" dirty="0"/>
            <a:t> </a:t>
          </a:r>
          <a:r>
            <a:rPr lang="en-US" sz="2000" kern="1200" dirty="0" err="1"/>
            <a:t>kompleksitet</a:t>
          </a:r>
          <a:endParaRPr lang="en-US" sz="2000" kern="1200" dirty="0"/>
        </a:p>
      </dsp:txBody>
      <dsp:txXfrm>
        <a:off x="0" y="1342208"/>
        <a:ext cx="5655776" cy="671104"/>
      </dsp:txXfrm>
    </dsp:sp>
    <dsp:sp modelId="{1DEBDF38-9AF4-4DC3-8C7E-E194D2E0B4F9}">
      <dsp:nvSpPr>
        <dsp:cNvPr id="0" name=""/>
        <dsp:cNvSpPr/>
      </dsp:nvSpPr>
      <dsp:spPr>
        <a:xfrm>
          <a:off x="0" y="2013313"/>
          <a:ext cx="565577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3F0A4F-947B-4BB5-8A5A-2CB8573F9EF0}">
      <dsp:nvSpPr>
        <dsp:cNvPr id="0" name=""/>
        <dsp:cNvSpPr/>
      </dsp:nvSpPr>
      <dsp:spPr>
        <a:xfrm>
          <a:off x="0" y="2013313"/>
          <a:ext cx="5655776" cy="6711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Uklart</a:t>
          </a:r>
          <a:r>
            <a:rPr lang="en-US" sz="2000" kern="1200" dirty="0"/>
            <a:t> </a:t>
          </a:r>
          <a:r>
            <a:rPr lang="en-US" sz="2000" kern="1200" dirty="0" err="1"/>
            <a:t>ejerskab</a:t>
          </a:r>
          <a:r>
            <a:rPr lang="en-US" sz="2000" kern="1200" dirty="0"/>
            <a:t> </a:t>
          </a:r>
          <a:r>
            <a:rPr lang="en-US" sz="2000" kern="1200" dirty="0" err="1"/>
            <a:t>af</a:t>
          </a:r>
          <a:r>
            <a:rPr lang="en-US" sz="2000" kern="1200" dirty="0"/>
            <a:t> </a:t>
          </a:r>
          <a:r>
            <a:rPr lang="en-US" sz="2000" kern="1200" dirty="0" err="1"/>
            <a:t>opgaver</a:t>
          </a:r>
          <a:endParaRPr lang="en-US" sz="2000" kern="1200" dirty="0"/>
        </a:p>
      </dsp:txBody>
      <dsp:txXfrm>
        <a:off x="0" y="2013313"/>
        <a:ext cx="5655776" cy="6711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198262-B60F-4B17-9021-6C3A44A4F910}">
      <dsp:nvSpPr>
        <dsp:cNvPr id="0" name=""/>
        <dsp:cNvSpPr/>
      </dsp:nvSpPr>
      <dsp:spPr>
        <a:xfrm>
          <a:off x="4554" y="1711"/>
          <a:ext cx="9326704" cy="7484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>
              <a:solidFill>
                <a:schemeClr val="tx1"/>
              </a:solidFill>
            </a:rPr>
            <a:t>Selvvurdering</a:t>
          </a:r>
          <a:r>
            <a:rPr lang="en-US" sz="2400" b="1" kern="1200" dirty="0">
              <a:solidFill>
                <a:schemeClr val="tx1"/>
              </a:solidFill>
            </a:rPr>
            <a:t> – </a:t>
          </a:r>
          <a:r>
            <a:rPr lang="en-US" sz="2400" b="1" kern="1200" dirty="0" err="1">
              <a:solidFill>
                <a:schemeClr val="tx1"/>
              </a:solidFill>
            </a:rPr>
            <a:t>fx</a:t>
          </a:r>
          <a:r>
            <a:rPr lang="en-US" sz="2400" b="1" kern="1200" dirty="0">
              <a:solidFill>
                <a:schemeClr val="tx1"/>
              </a:solidFill>
            </a:rPr>
            <a:t> NIST scorecards</a:t>
          </a:r>
          <a:r>
            <a:rPr lang="da-DK" sz="2400" b="1" kern="1200" dirty="0">
              <a:solidFill>
                <a:schemeClr val="tx1"/>
              </a:solidFill>
            </a:rPr>
            <a:t> (vises senere)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41091" y="38248"/>
        <a:ext cx="9253630" cy="675382"/>
      </dsp:txXfrm>
    </dsp:sp>
    <dsp:sp modelId="{DD827DD4-0D23-491C-AAE3-31597CEBF8A5}">
      <dsp:nvSpPr>
        <dsp:cNvPr id="0" name=""/>
        <dsp:cNvSpPr/>
      </dsp:nvSpPr>
      <dsp:spPr>
        <a:xfrm>
          <a:off x="4554" y="787591"/>
          <a:ext cx="9326704" cy="7484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Audit – intern </a:t>
          </a:r>
          <a:r>
            <a:rPr lang="en-US" sz="2400" b="1" kern="1200" dirty="0" err="1">
              <a:solidFill>
                <a:schemeClr val="tx1"/>
              </a:solidFill>
            </a:rPr>
            <a:t>eller</a:t>
          </a:r>
          <a:r>
            <a:rPr lang="en-US" sz="2400" b="1" kern="1200" dirty="0">
              <a:solidFill>
                <a:schemeClr val="tx1"/>
              </a:solidFill>
            </a:rPr>
            <a:t> </a:t>
          </a:r>
          <a:r>
            <a:rPr lang="en-US" sz="2400" b="1" kern="1200" dirty="0" err="1">
              <a:solidFill>
                <a:schemeClr val="tx1"/>
              </a:solidFill>
            </a:rPr>
            <a:t>ekstern</a:t>
          </a:r>
          <a:r>
            <a:rPr lang="en-US" sz="2400" b="1" kern="1200" dirty="0">
              <a:solidFill>
                <a:schemeClr val="tx1"/>
              </a:solidFill>
            </a:rPr>
            <a:t> </a:t>
          </a:r>
          <a:r>
            <a:rPr lang="en-US" sz="2400" b="1" kern="1200" dirty="0" err="1">
              <a:solidFill>
                <a:schemeClr val="tx1"/>
              </a:solidFill>
            </a:rPr>
            <a:t>gennemgang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41091" y="824128"/>
        <a:ext cx="9253630" cy="675382"/>
      </dsp:txXfrm>
    </dsp:sp>
    <dsp:sp modelId="{C5CA507D-7E7C-445A-B343-F204B1413738}">
      <dsp:nvSpPr>
        <dsp:cNvPr id="0" name=""/>
        <dsp:cNvSpPr/>
      </dsp:nvSpPr>
      <dsp:spPr>
        <a:xfrm>
          <a:off x="4554" y="1573470"/>
          <a:ext cx="9326704" cy="7484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Gap-</a:t>
          </a:r>
          <a:r>
            <a:rPr lang="en-US" sz="2400" b="1" kern="1200" dirty="0" err="1">
              <a:solidFill>
                <a:schemeClr val="tx1"/>
              </a:solidFill>
            </a:rPr>
            <a:t>analyse</a:t>
          </a:r>
          <a:r>
            <a:rPr lang="en-US" sz="2400" b="1" kern="1200" dirty="0">
              <a:solidFill>
                <a:schemeClr val="tx1"/>
              </a:solidFill>
            </a:rPr>
            <a:t> – </a:t>
          </a:r>
          <a:r>
            <a:rPr lang="en-US" sz="2400" b="1" kern="1200" dirty="0" err="1">
              <a:solidFill>
                <a:schemeClr val="tx1"/>
              </a:solidFill>
            </a:rPr>
            <a:t>sammenlign</a:t>
          </a:r>
          <a:r>
            <a:rPr lang="en-US" sz="2400" b="1" kern="1200" dirty="0">
              <a:solidFill>
                <a:schemeClr val="tx1"/>
              </a:solidFill>
            </a:rPr>
            <a:t> </a:t>
          </a:r>
          <a:r>
            <a:rPr lang="en-US" sz="2400" b="1" kern="1200" dirty="0" err="1">
              <a:solidFill>
                <a:schemeClr val="tx1"/>
              </a:solidFill>
            </a:rPr>
            <a:t>nuværende</a:t>
          </a:r>
          <a:r>
            <a:rPr lang="en-US" sz="2400" b="1" kern="1200" dirty="0">
              <a:solidFill>
                <a:schemeClr val="tx1"/>
              </a:solidFill>
            </a:rPr>
            <a:t> </a:t>
          </a:r>
          <a:r>
            <a:rPr lang="en-US" sz="2400" b="1" kern="1200" dirty="0" err="1">
              <a:solidFill>
                <a:schemeClr val="tx1"/>
              </a:solidFill>
            </a:rPr>
            <a:t>og</a:t>
          </a:r>
          <a:r>
            <a:rPr lang="en-US" sz="2400" b="1" kern="1200" dirty="0">
              <a:solidFill>
                <a:schemeClr val="tx1"/>
              </a:solidFill>
            </a:rPr>
            <a:t> </a:t>
          </a:r>
          <a:r>
            <a:rPr lang="en-US" sz="2400" b="1" kern="1200" dirty="0" err="1">
              <a:solidFill>
                <a:schemeClr val="tx1"/>
              </a:solidFill>
            </a:rPr>
            <a:t>ønsket</a:t>
          </a:r>
          <a:r>
            <a:rPr lang="en-US" sz="2400" b="1" kern="1200" dirty="0">
              <a:solidFill>
                <a:schemeClr val="tx1"/>
              </a:solidFill>
            </a:rPr>
            <a:t> </a:t>
          </a:r>
          <a:r>
            <a:rPr lang="en-US" sz="2400" b="1" kern="1200" dirty="0" err="1">
              <a:solidFill>
                <a:schemeClr val="tx1"/>
              </a:solidFill>
            </a:rPr>
            <a:t>niveau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41091" y="1610007"/>
        <a:ext cx="9253630" cy="675382"/>
      </dsp:txXfrm>
    </dsp:sp>
    <dsp:sp modelId="{B45D4BDC-5B9A-486F-A25A-4FAE31C14B28}">
      <dsp:nvSpPr>
        <dsp:cNvPr id="0" name=""/>
        <dsp:cNvSpPr/>
      </dsp:nvSpPr>
      <dsp:spPr>
        <a:xfrm>
          <a:off x="4554" y="2359349"/>
          <a:ext cx="9326704" cy="7484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Web tools</a:t>
          </a:r>
        </a:p>
      </dsp:txBody>
      <dsp:txXfrm>
        <a:off x="41091" y="2395886"/>
        <a:ext cx="9253630" cy="675382"/>
      </dsp:txXfrm>
    </dsp:sp>
    <dsp:sp modelId="{9D49EBD7-CEB6-423E-9C7E-8148AD242F83}">
      <dsp:nvSpPr>
        <dsp:cNvPr id="0" name=""/>
        <dsp:cNvSpPr/>
      </dsp:nvSpPr>
      <dsp:spPr>
        <a:xfrm>
          <a:off x="4554" y="3145228"/>
          <a:ext cx="9326704" cy="74845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b="1" kern="1200" dirty="0">
              <a:solidFill>
                <a:schemeClr val="tx1"/>
              </a:solidFill>
            </a:rPr>
            <a:t>Egne eller andre modeller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41091" y="3181765"/>
        <a:ext cx="9253630" cy="6753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501197-D6ED-4306-BFC9-0EA15A95F979}">
      <dsp:nvSpPr>
        <dsp:cNvPr id="0" name=""/>
        <dsp:cNvSpPr/>
      </dsp:nvSpPr>
      <dsp:spPr>
        <a:xfrm>
          <a:off x="0" y="63500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1" i="0" kern="1200" baseline="0" dirty="0" err="1">
              <a:solidFill>
                <a:schemeClr val="tx1"/>
              </a:solidFill>
            </a:rPr>
            <a:t>Governance</a:t>
          </a:r>
          <a:r>
            <a:rPr lang="da-DK" sz="1800" b="1" i="0" kern="1200" baseline="0" dirty="0">
              <a:solidFill>
                <a:schemeClr val="tx1"/>
              </a:solidFill>
            </a:rPr>
            <a:t> og ledelse</a:t>
          </a:r>
          <a:r>
            <a:rPr lang="da-DK" sz="1800" b="0" i="0" kern="1200" baseline="0" dirty="0">
              <a:solidFill>
                <a:schemeClr val="tx1"/>
              </a:solidFill>
            </a:rPr>
            <a:t>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 baseline="0" dirty="0">
              <a:solidFill>
                <a:schemeClr val="tx1"/>
              </a:solidFill>
            </a:rPr>
            <a:t> Hvordan sikkerhed er styret, og om der er en klar ledelsesforpligtelse. 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0" y="63500"/>
        <a:ext cx="3286125" cy="1971675"/>
      </dsp:txXfrm>
    </dsp:sp>
    <dsp:sp modelId="{91C95560-A487-48E5-A882-F21743029930}">
      <dsp:nvSpPr>
        <dsp:cNvPr id="0" name=""/>
        <dsp:cNvSpPr/>
      </dsp:nvSpPr>
      <dsp:spPr>
        <a:xfrm>
          <a:off x="3614737" y="63500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1" i="0" kern="1200" baseline="0" dirty="0">
              <a:solidFill>
                <a:schemeClr val="tx1"/>
              </a:solidFill>
            </a:rPr>
            <a:t>Risikovurdering og -styring</a:t>
          </a:r>
          <a:r>
            <a:rPr lang="da-DK" sz="1800" b="0" i="0" kern="1200" baseline="0" dirty="0">
              <a:solidFill>
                <a:schemeClr val="tx1"/>
              </a:solidFill>
            </a:rPr>
            <a:t>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 baseline="0" dirty="0">
              <a:solidFill>
                <a:schemeClr val="tx1"/>
              </a:solidFill>
            </a:rPr>
            <a:t>Hvor godt organisationen forstår og styrer sine risici. 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3614737" y="63500"/>
        <a:ext cx="3286125" cy="1971675"/>
      </dsp:txXfrm>
    </dsp:sp>
    <dsp:sp modelId="{C9A8305E-550D-4F03-A183-490A06EE95D0}">
      <dsp:nvSpPr>
        <dsp:cNvPr id="0" name=""/>
        <dsp:cNvSpPr/>
      </dsp:nvSpPr>
      <dsp:spPr>
        <a:xfrm>
          <a:off x="7229475" y="63500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1" i="0" kern="1200" baseline="0" dirty="0">
              <a:solidFill>
                <a:schemeClr val="tx1"/>
              </a:solidFill>
            </a:rPr>
            <a:t>Sikkerhedsarkitektur </a:t>
          </a:r>
          <a:r>
            <a:rPr lang="da-DK" sz="1800" b="1" i="0" kern="1200" baseline="0">
              <a:solidFill>
                <a:schemeClr val="tx1"/>
              </a:solidFill>
            </a:rPr>
            <a:t>og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1" i="0" kern="1200" baseline="0">
              <a:solidFill>
                <a:schemeClr val="tx1"/>
              </a:solidFill>
            </a:rPr>
            <a:t>-design</a:t>
          </a:r>
          <a:r>
            <a:rPr lang="da-DK" sz="1800" b="0" i="0" kern="1200" baseline="0" dirty="0">
              <a:solidFill>
                <a:schemeClr val="tx1"/>
              </a:solidFill>
            </a:rPr>
            <a:t>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 baseline="0" dirty="0">
              <a:solidFill>
                <a:schemeClr val="tx1"/>
              </a:solidFill>
            </a:rPr>
            <a:t>Hvordan systemerne er designet til at være sikre. 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7229475" y="63500"/>
        <a:ext cx="3286125" cy="1971675"/>
      </dsp:txXfrm>
    </dsp:sp>
    <dsp:sp modelId="{BEB665F2-89DC-40E2-A4E0-F1F3F1B4A7D4}">
      <dsp:nvSpPr>
        <dsp:cNvPr id="0" name=""/>
        <dsp:cNvSpPr/>
      </dsp:nvSpPr>
      <dsp:spPr>
        <a:xfrm>
          <a:off x="0" y="23637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1" i="0" kern="1200" baseline="0" dirty="0">
              <a:solidFill>
                <a:schemeClr val="tx1"/>
              </a:solidFill>
            </a:rPr>
            <a:t>Identitet og adgangskontrol</a:t>
          </a:r>
          <a:r>
            <a:rPr lang="da-DK" sz="1800" b="0" i="0" kern="1200" baseline="0" dirty="0">
              <a:solidFill>
                <a:schemeClr val="tx1"/>
              </a:solidFill>
            </a:rPr>
            <a:t>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 baseline="0" dirty="0">
              <a:solidFill>
                <a:schemeClr val="tx1"/>
              </a:solidFill>
            </a:rPr>
            <a:t>Hvor effektivt adgange og brugeridentiteter håndteres. 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0" y="2363787"/>
        <a:ext cx="3286125" cy="1971675"/>
      </dsp:txXfrm>
    </dsp:sp>
    <dsp:sp modelId="{CE4F2909-FEC2-497E-BDF0-3CC694B3EF1F}">
      <dsp:nvSpPr>
        <dsp:cNvPr id="0" name=""/>
        <dsp:cNvSpPr/>
      </dsp:nvSpPr>
      <dsp:spPr>
        <a:xfrm>
          <a:off x="3614737" y="23637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1" i="0" kern="1200" baseline="0" dirty="0">
              <a:solidFill>
                <a:schemeClr val="tx1"/>
              </a:solidFill>
            </a:rPr>
            <a:t>Incident Management</a:t>
          </a:r>
          <a:r>
            <a:rPr lang="da-DK" sz="1800" b="0" i="0" kern="1200" baseline="0" dirty="0">
              <a:solidFill>
                <a:schemeClr val="tx1"/>
              </a:solidFill>
            </a:rPr>
            <a:t>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 baseline="0" dirty="0">
              <a:solidFill>
                <a:schemeClr val="tx1"/>
              </a:solidFill>
            </a:rPr>
            <a:t> Hvor hurtigt og effektivt organisationen reagerer på sikkerhedshændelser. 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3614737" y="2363787"/>
        <a:ext cx="3286125" cy="1971675"/>
      </dsp:txXfrm>
    </dsp:sp>
    <dsp:sp modelId="{0E62B5C0-C5B3-4128-9D75-7B50903775ED}">
      <dsp:nvSpPr>
        <dsp:cNvPr id="0" name=""/>
        <dsp:cNvSpPr/>
      </dsp:nvSpPr>
      <dsp:spPr>
        <a:xfrm>
          <a:off x="7229475" y="2363787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1" i="0" kern="1200" baseline="0" dirty="0">
              <a:solidFill>
                <a:schemeClr val="tx1"/>
              </a:solidFill>
            </a:rPr>
            <a:t>Sikkerhedstræning og bevidsthed</a:t>
          </a:r>
          <a:r>
            <a:rPr lang="da-DK" sz="1800" b="0" i="0" kern="1200" baseline="0" dirty="0">
              <a:solidFill>
                <a:schemeClr val="tx1"/>
              </a:solidFill>
            </a:rPr>
            <a:t>: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800" b="0" i="0" kern="1200" baseline="0" dirty="0">
              <a:solidFill>
                <a:schemeClr val="tx1"/>
              </a:solidFill>
            </a:rPr>
            <a:t>Hvor godt medarbejdere er trænet i at forstå og reagere på sikkerhedstrusler. 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7229475" y="2363787"/>
        <a:ext cx="3286125" cy="19716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F6473F-FC96-48F9-9548-1849AA7A873B}">
      <dsp:nvSpPr>
        <dsp:cNvPr id="0" name=""/>
        <dsp:cNvSpPr/>
      </dsp:nvSpPr>
      <dsp:spPr>
        <a:xfrm rot="5400000">
          <a:off x="6805820" y="-2932035"/>
          <a:ext cx="68957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800" kern="1200" dirty="0">
              <a:solidFill>
                <a:schemeClr val="tx1"/>
              </a:solidFill>
            </a:rPr>
            <a:t>Ingen eller meget begrænset </a:t>
          </a:r>
          <a:r>
            <a:rPr lang="da-DK" sz="1800" kern="1200" dirty="0" err="1">
              <a:solidFill>
                <a:schemeClr val="tx1"/>
              </a:solidFill>
            </a:rPr>
            <a:t>cybersikkerhed</a:t>
          </a:r>
          <a:r>
            <a:rPr lang="da-DK" sz="1800" kern="1200" dirty="0">
              <a:solidFill>
                <a:schemeClr val="tx1"/>
              </a:solidFill>
            </a:rPr>
            <a:t>.</a:t>
          </a:r>
          <a:endParaRPr lang="en-US" sz="1800" kern="1200" dirty="0">
            <a:solidFill>
              <a:schemeClr val="tx1"/>
            </a:solidFill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800" kern="1200" dirty="0">
              <a:solidFill>
                <a:schemeClr val="tx1"/>
              </a:solidFill>
            </a:rPr>
            <a:t>Sikkerhedsforanstaltninger er ad hoc og reaktive</a:t>
          </a:r>
          <a:r>
            <a:rPr lang="da-DK" sz="1600" kern="1200" dirty="0">
              <a:solidFill>
                <a:schemeClr val="tx1"/>
              </a:solidFill>
            </a:rPr>
            <a:t>.</a:t>
          </a:r>
          <a:endParaRPr lang="en-US" sz="1600" kern="1200" dirty="0">
            <a:solidFill>
              <a:schemeClr val="tx1"/>
            </a:solidFill>
          </a:endParaRPr>
        </a:p>
      </dsp:txBody>
      <dsp:txXfrm rot="-5400000">
        <a:off x="3785616" y="121831"/>
        <a:ext cx="6696322" cy="622251"/>
      </dsp:txXfrm>
    </dsp:sp>
    <dsp:sp modelId="{97B8C6ED-671F-4CB7-9900-50C5DA3CD156}">
      <dsp:nvSpPr>
        <dsp:cNvPr id="0" name=""/>
        <dsp:cNvSpPr/>
      </dsp:nvSpPr>
      <dsp:spPr>
        <a:xfrm>
          <a:off x="0" y="1971"/>
          <a:ext cx="3785616" cy="86196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b="1" kern="1200" dirty="0">
              <a:solidFill>
                <a:schemeClr val="tx1"/>
              </a:solidFill>
            </a:rPr>
            <a:t>Begyndende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42078" y="44049"/>
        <a:ext cx="3701460" cy="777813"/>
      </dsp:txXfrm>
    </dsp:sp>
    <dsp:sp modelId="{95BE9AA5-53ED-4C56-A22B-54918F4D40B0}">
      <dsp:nvSpPr>
        <dsp:cNvPr id="0" name=""/>
        <dsp:cNvSpPr/>
      </dsp:nvSpPr>
      <dsp:spPr>
        <a:xfrm rot="5400000">
          <a:off x="6805820" y="-2026968"/>
          <a:ext cx="68957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800" kern="1200" dirty="0">
              <a:solidFill>
                <a:schemeClr val="tx1"/>
              </a:solidFill>
            </a:rPr>
            <a:t>Strukturerede sikkerhedsforanstaltninger, men stadig ikke systematisk integreret.</a:t>
          </a:r>
          <a:endParaRPr lang="en-US" sz="1800" kern="1200" dirty="0">
            <a:solidFill>
              <a:schemeClr val="tx1"/>
            </a:solidFill>
          </a:endParaRPr>
        </a:p>
      </dsp:txBody>
      <dsp:txXfrm rot="-5400000">
        <a:off x="3785616" y="1026898"/>
        <a:ext cx="6696322" cy="622251"/>
      </dsp:txXfrm>
    </dsp:sp>
    <dsp:sp modelId="{D055B98A-9057-4ACA-A3E5-D14B1F435658}">
      <dsp:nvSpPr>
        <dsp:cNvPr id="0" name=""/>
        <dsp:cNvSpPr/>
      </dsp:nvSpPr>
      <dsp:spPr>
        <a:xfrm>
          <a:off x="0" y="907039"/>
          <a:ext cx="3785616" cy="86196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</a:rPr>
            <a:t>Delvis</a:t>
          </a:r>
        </a:p>
      </dsp:txBody>
      <dsp:txXfrm>
        <a:off x="42078" y="949117"/>
        <a:ext cx="3701460" cy="777813"/>
      </dsp:txXfrm>
    </dsp:sp>
    <dsp:sp modelId="{2FD9110B-544B-450D-B80A-48E72C2280C8}">
      <dsp:nvSpPr>
        <dsp:cNvPr id="0" name=""/>
        <dsp:cNvSpPr/>
      </dsp:nvSpPr>
      <dsp:spPr>
        <a:xfrm rot="5400000">
          <a:off x="6805820" y="-1121900"/>
          <a:ext cx="68957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800" kern="1200" dirty="0">
              <a:solidFill>
                <a:schemeClr val="tx1"/>
              </a:solidFill>
            </a:rPr>
            <a:t>Sikkerhedspolitikker og -standarder er veldefinerede og implementeret.</a:t>
          </a:r>
          <a:endParaRPr lang="en-US" sz="1800" kern="1200" dirty="0">
            <a:solidFill>
              <a:schemeClr val="tx1"/>
            </a:solidFill>
          </a:endParaRPr>
        </a:p>
      </dsp:txBody>
      <dsp:txXfrm rot="-5400000">
        <a:off x="3785616" y="1931966"/>
        <a:ext cx="6696322" cy="622251"/>
      </dsp:txXfrm>
    </dsp:sp>
    <dsp:sp modelId="{A93E4C63-0485-4B32-B9CA-E20C03EA5B67}">
      <dsp:nvSpPr>
        <dsp:cNvPr id="0" name=""/>
        <dsp:cNvSpPr/>
      </dsp:nvSpPr>
      <dsp:spPr>
        <a:xfrm>
          <a:off x="0" y="1812106"/>
          <a:ext cx="3785616" cy="86196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b="1" kern="1200" dirty="0">
              <a:solidFill>
                <a:schemeClr val="tx1"/>
              </a:solidFill>
            </a:rPr>
            <a:t>Defineret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42078" y="1854184"/>
        <a:ext cx="3701460" cy="777813"/>
      </dsp:txXfrm>
    </dsp:sp>
    <dsp:sp modelId="{F767E0DE-2349-4A99-98ED-DE829C219189}">
      <dsp:nvSpPr>
        <dsp:cNvPr id="0" name=""/>
        <dsp:cNvSpPr/>
      </dsp:nvSpPr>
      <dsp:spPr>
        <a:xfrm rot="5400000">
          <a:off x="6805820" y="-216832"/>
          <a:ext cx="68957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700" kern="1200" dirty="0">
              <a:solidFill>
                <a:schemeClr val="tx1"/>
              </a:solidFill>
            </a:rPr>
            <a:t>B</a:t>
          </a:r>
          <a:r>
            <a:rPr lang="da-DK" sz="1800" kern="1200" dirty="0">
              <a:solidFill>
                <a:schemeClr val="tx1"/>
              </a:solidFill>
            </a:rPr>
            <a:t>rug af data og målinger til at overvåge og forbedre sikkerheden. </a:t>
          </a:r>
          <a:endParaRPr lang="en-US" sz="1800" kern="1200" dirty="0">
            <a:solidFill>
              <a:schemeClr val="tx1"/>
            </a:solidFill>
          </a:endParaRPr>
        </a:p>
      </dsp:txBody>
      <dsp:txXfrm rot="-5400000">
        <a:off x="3785616" y="2837034"/>
        <a:ext cx="6696322" cy="622251"/>
      </dsp:txXfrm>
    </dsp:sp>
    <dsp:sp modelId="{88F96FDA-F150-49CB-B45A-3E55429776B8}">
      <dsp:nvSpPr>
        <dsp:cNvPr id="0" name=""/>
        <dsp:cNvSpPr/>
      </dsp:nvSpPr>
      <dsp:spPr>
        <a:xfrm>
          <a:off x="0" y="2717174"/>
          <a:ext cx="3785616" cy="86196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b="1" kern="1200" dirty="0">
              <a:solidFill>
                <a:schemeClr val="tx1"/>
              </a:solidFill>
            </a:rPr>
            <a:t>Styret</a:t>
          </a:r>
          <a:endParaRPr lang="en-US" sz="2400" kern="1200" dirty="0">
            <a:solidFill>
              <a:schemeClr val="tx1"/>
            </a:solidFill>
          </a:endParaRPr>
        </a:p>
      </dsp:txBody>
      <dsp:txXfrm>
        <a:off x="42078" y="2759252"/>
        <a:ext cx="3701460" cy="777813"/>
      </dsp:txXfrm>
    </dsp:sp>
    <dsp:sp modelId="{EC7D9813-F95F-40B8-B1F3-A014032D9322}">
      <dsp:nvSpPr>
        <dsp:cNvPr id="0" name=""/>
        <dsp:cNvSpPr/>
      </dsp:nvSpPr>
      <dsp:spPr>
        <a:xfrm rot="5400000">
          <a:off x="6805820" y="688234"/>
          <a:ext cx="68957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a-DK" sz="1800" kern="1200" dirty="0">
              <a:solidFill>
                <a:schemeClr val="tx1"/>
              </a:solidFill>
            </a:rPr>
            <a:t>Konstant forbedring af </a:t>
          </a:r>
          <a:r>
            <a:rPr lang="da-DK" sz="1800" kern="1200" dirty="0" err="1">
              <a:solidFill>
                <a:schemeClr val="tx1"/>
              </a:solidFill>
            </a:rPr>
            <a:t>cybersikkerhed</a:t>
          </a:r>
          <a:r>
            <a:rPr lang="da-DK" sz="1800" kern="1200" dirty="0">
              <a:solidFill>
                <a:schemeClr val="tx1"/>
              </a:solidFill>
            </a:rPr>
            <a:t> gennem proaktive strategier.</a:t>
          </a:r>
          <a:endParaRPr lang="en-US" sz="1800" kern="1200" dirty="0">
            <a:solidFill>
              <a:schemeClr val="tx1"/>
            </a:solidFill>
          </a:endParaRPr>
        </a:p>
      </dsp:txBody>
      <dsp:txXfrm rot="-5400000">
        <a:off x="3785616" y="3742100"/>
        <a:ext cx="6696322" cy="622251"/>
      </dsp:txXfrm>
    </dsp:sp>
    <dsp:sp modelId="{98ABEAD2-186B-4518-9234-099C91A1AD06}">
      <dsp:nvSpPr>
        <dsp:cNvPr id="0" name=""/>
        <dsp:cNvSpPr/>
      </dsp:nvSpPr>
      <dsp:spPr>
        <a:xfrm>
          <a:off x="0" y="3624213"/>
          <a:ext cx="3785616" cy="86196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b="1" kern="1200" dirty="0">
              <a:solidFill>
                <a:schemeClr val="tx1"/>
              </a:solidFill>
            </a:rPr>
            <a:t>Optimeret</a:t>
          </a:r>
          <a:endParaRPr lang="en-US" sz="2400" b="1" kern="1200" dirty="0">
            <a:solidFill>
              <a:schemeClr val="tx1"/>
            </a:solidFill>
          </a:endParaRPr>
        </a:p>
      </dsp:txBody>
      <dsp:txXfrm>
        <a:off x="42078" y="3666291"/>
        <a:ext cx="3701460" cy="777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23T16:29:10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D245D-D0F9-48DD-952E-8D888A71CD39}" type="datetimeFigureOut">
              <a:rPr lang="da-DK" smtClean="0"/>
              <a:t>28-10-2025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604BC-6FEB-4B30-8C53-6E4F70DE161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8582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co.org.uk/for-organisations/advice-for-small-organisations/checklists/data-protection-self-assessment/information-security-checklist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F3AE74-7E62-4D13-A6C2-819418752411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546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604BC-6FEB-4B30-8C53-6E4F70DE161F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67917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F3AE74-7E62-4D13-A6C2-819418752411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532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604BC-6FEB-4B30-8C53-6E4F70DE161F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71399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 kan også selv lave sin egen skala fx anvende disse vurderingspunkter: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Processer omkring informationssikkerhed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Politik for informationssikkerhed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Ressourcer, kompetencer og bevidsthed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Leverandørstyring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Risikostyring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Måling, audit og evaluering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Beredskabsplaner</a:t>
            </a:r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604BC-6FEB-4B30-8C53-6E4F70DE161F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69245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Modenhed 1: Begyndende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Organisationen har ingen eller få risikohåndterings-processer og arbejder meget lidt med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cyber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og informationssikkerhed.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Modenhed 2: Delvis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Organisationens risikohåndterings-processer inden for informationssikkerhed er ikke formaliserede, og risiko håndteres ad hoc.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Modenhed 3: Defineret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er etableret en metode til risikohåndtering, som er udbredt i organisationen og godkendt af ledelsen, men ikke er forankret gennem dækkende politikker.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Modenhed 4: Styret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Organisationens risikohåndtering er ledelsesgodkendt og forankret gennem dækkende politikker. Praksis opdateres regelmæssigt på baggrund af ændringer i forretningskrav og -miljø.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Modenhed 5: Optimeret</a:t>
            </a:r>
            <a:b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Organisationen optimerer løbende implementerede processer eller godkendte politiker på baggrund af aktiviteter og erfaringer. Gennem en vedvarende forbedringsproces tilpasser organisationen sig aktivt til ændringer i trussels- og teknologilandskabet.</a:t>
            </a:r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F3AE74-7E62-4D13-A6C2-819418752411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92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 samlede modenhedsniveau for en organisation er med til at definere sårbarhedsniveauet. Det betyder konkret, at jo lavere en organisations modenhed inden for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Cybersikkerhed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er, jo højere er sandsynligheden for, at risici indtræffer.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Uanset hvilken model man anvender, så er det en god indgangsvinkel til at få bevidsthed sammen med ledelsen, om hvor moden virksomheden er indenfor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Cybersikkerhed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Det vil ofte være grobund for at komme op på et højere modenhedsniveau.</a:t>
            </a:r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604BC-6FEB-4B30-8C53-6E4F70DE161F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19070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604BC-6FEB-4B30-8C53-6E4F70DE161F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2508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 nævnt er der flere gode modeller der dels beskriver modenheden, men også kommer med forslag til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-step. Blandt disse er </a:t>
            </a:r>
            <a:r>
              <a:rPr lang="da-DK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denne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fra ICO, en uafhængig Engelsk organisation. Modellen kan </a:t>
            </a:r>
            <a:r>
              <a:rPr lang="da-DK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anbefales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 den udover at give en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assessment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også giver forslag til forbedringer. Det kan synes som en større opgave, men vigtigt er det så at udvælge de områder der er mest relevant for virksomheden. Som tidligere </a:t>
            </a:r>
            <a:r>
              <a:rPr lang="da-D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omtakt</a:t>
            </a:r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kan man bl.a. se på de vigtigste assets først.</a:t>
            </a:r>
          </a:p>
          <a:p>
            <a:r>
              <a:rPr lang="da-D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Uanset hvilket model man anvender, så kræver det et kendskab til virksomheden, alternativt at man opstiller nogle forudsætninger og er sig disse bevidst.</a:t>
            </a:r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604BC-6FEB-4B30-8C53-6E4F70DE161F}" type="slidenum">
              <a:rPr lang="da-DK" smtClean="0"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53532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2.svg"/><Relationship Id="rId18" Type="http://schemas.openxmlformats.org/officeDocument/2006/relationships/image" Target="../media/image2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11.png"/><Relationship Id="rId17" Type="http://schemas.openxmlformats.org/officeDocument/2006/relationships/image" Target="../media/image24.svg"/><Relationship Id="rId2" Type="http://schemas.openxmlformats.org/officeDocument/2006/relationships/image" Target="../media/image15.png"/><Relationship Id="rId16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10.svg"/><Relationship Id="rId5" Type="http://schemas.openxmlformats.org/officeDocument/2006/relationships/image" Target="../media/image18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uden bille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C2DE219-33C6-A7E3-FE38-E2888694B8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816CB9C1-1168-DC60-F83C-216ED81709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26204" y="-1701684"/>
            <a:ext cx="3960000" cy="39600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AA5BC8-B46B-F7D9-EDD5-81A153A984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994D425-07AD-E7D7-9D72-D1DA62500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1139334C-B5A2-ACD8-DA69-BE9378DC5F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02A9D9FC-5A48-9086-E672-9944971371E0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1CAB28EC-5252-8B2F-0968-259EE52B3EC2}"/>
              </a:ext>
            </a:extLst>
          </p:cNvPr>
          <p:cNvSpPr/>
          <p:nvPr userDrawn="1"/>
        </p:nvSpPr>
        <p:spPr>
          <a:xfrm>
            <a:off x="7626204" y="-1701684"/>
            <a:ext cx="3960000" cy="3960000"/>
          </a:xfrm>
          <a:prstGeom prst="ellipse">
            <a:avLst/>
          </a:prstGeom>
          <a:solidFill>
            <a:srgbClr val="FFFFFF">
              <a:alpha val="1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B168CE0-7676-D809-12B9-30911BF62EE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CEBE64D-10DD-04E9-D948-570908CF2D32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3" name="Billede 12">
            <a:extLst>
              <a:ext uri="{FF2B5EF4-FFF2-40B4-BE49-F238E27FC236}">
                <a16:creationId xmlns:a16="http://schemas.microsoft.com/office/drawing/2014/main" id="{FB896D1B-2BE4-E515-94F3-8C2E98DAEB3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68" y="368592"/>
            <a:ext cx="2228093" cy="841250"/>
          </a:xfrm>
          <a:prstGeom prst="rect">
            <a:avLst/>
          </a:prstGeom>
        </p:spPr>
      </p:pic>
      <p:cxnSp>
        <p:nvCxnSpPr>
          <p:cNvPr id="14" name="Lige forbindelse 13">
            <a:extLst>
              <a:ext uri="{FF2B5EF4-FFF2-40B4-BE49-F238E27FC236}">
                <a16:creationId xmlns:a16="http://schemas.microsoft.com/office/drawing/2014/main" id="{FB41A2C8-6C86-FB4A-AAB3-929835579E0D}"/>
              </a:ext>
            </a:extLst>
          </p:cNvPr>
          <p:cNvCxnSpPr>
            <a:cxnSpLocks/>
          </p:cNvCxnSpPr>
          <p:nvPr userDrawn="1"/>
        </p:nvCxnSpPr>
        <p:spPr>
          <a:xfrm>
            <a:off x="924269" y="6104054"/>
            <a:ext cx="375023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4E33EE05-8F95-4893-238B-F149EB10E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0241" y="5281159"/>
            <a:ext cx="9982200" cy="90839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49921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05943B48-CF60-12FF-560D-10C67186D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20619" y="914398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861457B-7A00-BE74-BFA9-F4B6924A8C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098877" y="436141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1">
                <a:lumMod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025EA5B-C75B-5425-97DE-01FEF651EEEE}"/>
              </a:ext>
            </a:extLst>
          </p:cNvPr>
          <p:cNvSpPr/>
          <p:nvPr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808F8-E191-7B2F-802B-A4244C832E1B}"/>
              </a:ext>
            </a:extLst>
          </p:cNvPr>
          <p:cNvSpPr/>
          <p:nvPr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-1098877" y="436140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5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31D232E-607E-0A0F-D3B8-23EA05328981}"/>
              </a:ext>
            </a:extLst>
          </p:cNvPr>
          <p:cNvSpPr/>
          <p:nvPr userDrawn="1"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D9A1C3-89E2-9C4E-08AB-ADE088E34223}"/>
              </a:ext>
            </a:extLst>
          </p:cNvPr>
          <p:cNvSpPr/>
          <p:nvPr userDrawn="1"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E74A03EC-E5FA-79D1-2E92-7E2B69B497F3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8016" y="194962"/>
            <a:ext cx="1931436" cy="726963"/>
          </a:xfrm>
          <a:prstGeom prst="rect">
            <a:avLst/>
          </a:prstGeom>
        </p:spPr>
      </p:pic>
      <p:sp>
        <p:nvSpPr>
          <p:cNvPr id="7" name="Pladsholder til tekst 15">
            <a:extLst>
              <a:ext uri="{FF2B5EF4-FFF2-40B4-BE49-F238E27FC236}">
                <a16:creationId xmlns:a16="http://schemas.microsoft.com/office/drawing/2014/main" id="{BEEA16E3-A5E2-0855-4482-279792F9CC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763320"/>
            <a:ext cx="5400000" cy="908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tekst 15">
            <a:extLst>
              <a:ext uri="{FF2B5EF4-FFF2-40B4-BE49-F238E27FC236}">
                <a16:creationId xmlns:a16="http://schemas.microsoft.com/office/drawing/2014/main" id="{6D44003B-7C03-F9A5-2DE0-1A2B7E8AF0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712606"/>
            <a:ext cx="5400000" cy="4563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i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2799853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05943B48-CF60-12FF-560D-10C67186DC2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620619" y="961290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025EA5B-C75B-5425-97DE-01FEF651EEEE}"/>
              </a:ext>
            </a:extLst>
          </p:cNvPr>
          <p:cNvSpPr/>
          <p:nvPr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4808F8-E191-7B2F-802B-A4244C832E1B}"/>
              </a:ext>
            </a:extLst>
          </p:cNvPr>
          <p:cNvSpPr/>
          <p:nvPr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-1098878" y="499137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6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31D232E-607E-0A0F-D3B8-23EA05328981}"/>
              </a:ext>
            </a:extLst>
          </p:cNvPr>
          <p:cNvSpPr/>
          <p:nvPr userDrawn="1"/>
        </p:nvSpPr>
        <p:spPr>
          <a:xfrm>
            <a:off x="8552300" y="-2200863"/>
            <a:ext cx="5400000" cy="540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FD9A1C3-89E2-9C4E-08AB-ADE088E34223}"/>
              </a:ext>
            </a:extLst>
          </p:cNvPr>
          <p:cNvSpPr/>
          <p:nvPr userDrawn="1"/>
        </p:nvSpPr>
        <p:spPr>
          <a:xfrm>
            <a:off x="7081226" y="727787"/>
            <a:ext cx="2520000" cy="252000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Pladsholder til tekst 15">
            <a:extLst>
              <a:ext uri="{FF2B5EF4-FFF2-40B4-BE49-F238E27FC236}">
                <a16:creationId xmlns:a16="http://schemas.microsoft.com/office/drawing/2014/main" id="{5E1AE425-F6EA-D79E-69C6-E4C4093738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757560"/>
            <a:ext cx="5400000" cy="90839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32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tekst 15">
            <a:extLst>
              <a:ext uri="{FF2B5EF4-FFF2-40B4-BE49-F238E27FC236}">
                <a16:creationId xmlns:a16="http://schemas.microsoft.com/office/drawing/2014/main" id="{977B62BB-5B11-B355-4A4B-5040B7376E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5734843"/>
            <a:ext cx="5400000" cy="4563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i="1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9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BE259AE5-57BD-A35A-2212-5B85B5B0F5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84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d baggrund tekstfe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35494"/>
            <a:ext cx="10515600" cy="448618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6322C49-B95F-04A8-524B-8BD871BECF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141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slide med bobl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/>
          <p:nvPr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232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791478"/>
            <a:ext cx="10515600" cy="4398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A7105EB-7427-7071-AD31-64EFAB69908E}"/>
              </a:ext>
            </a:extLst>
          </p:cNvPr>
          <p:cNvSpPr/>
          <p:nvPr userDrawn="1"/>
        </p:nvSpPr>
        <p:spPr>
          <a:xfrm>
            <a:off x="7152122" y="3559791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F1C85A-20F7-C79F-0633-B74EE8556810}"/>
              </a:ext>
            </a:extLst>
          </p:cNvPr>
          <p:cNvSpPr/>
          <p:nvPr userDrawn="1"/>
        </p:nvSpPr>
        <p:spPr>
          <a:xfrm>
            <a:off x="6864085" y="27809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 dirty="0"/>
          </a:p>
        </p:txBody>
      </p:sp>
      <p:pic>
        <p:nvPicPr>
          <p:cNvPr id="8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D68DDE10-B68E-3872-E02C-F6BFCDF373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45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3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3F68F84E-343A-0D24-928A-76EF485DA79C}"/>
              </a:ext>
            </a:extLst>
          </p:cNvPr>
          <p:cNvSpPr/>
          <p:nvPr userDrawn="1"/>
        </p:nvSpPr>
        <p:spPr>
          <a:xfrm>
            <a:off x="-30013" y="0"/>
            <a:ext cx="708855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CBC73A91-F422-56B4-8BF2-C115360EC45A}"/>
              </a:ext>
            </a:extLst>
          </p:cNvPr>
          <p:cNvSpPr/>
          <p:nvPr/>
        </p:nvSpPr>
        <p:spPr>
          <a:xfrm>
            <a:off x="5336465" y="3879060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D4686CAD-586C-0B47-28FE-939B5CA0458F}"/>
              </a:ext>
            </a:extLst>
          </p:cNvPr>
          <p:cNvSpPr/>
          <p:nvPr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5" name="Grafik 4" descr="Badge 1 med massiv udfyldning">
            <a:extLst>
              <a:ext uri="{FF2B5EF4-FFF2-40B4-BE49-F238E27FC236}">
                <a16:creationId xmlns:a16="http://schemas.microsoft.com/office/drawing/2014/main" id="{8B18C807-D2A6-7364-F01B-35F44492C5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04290" y="2639129"/>
            <a:ext cx="520839" cy="520839"/>
          </a:xfrm>
          <a:prstGeom prst="rect">
            <a:avLst/>
          </a:prstGeom>
        </p:spPr>
      </p:pic>
      <p:pic>
        <p:nvPicPr>
          <p:cNvPr id="10" name="Grafik 9" descr="Badge med massiv udfyldning">
            <a:extLst>
              <a:ext uri="{FF2B5EF4-FFF2-40B4-BE49-F238E27FC236}">
                <a16:creationId xmlns:a16="http://schemas.microsoft.com/office/drawing/2014/main" id="{034F8E1F-1FB0-41AB-FFDE-0A00A2A4A2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6418" y="3722704"/>
            <a:ext cx="478711" cy="478711"/>
          </a:xfrm>
          <a:prstGeom prst="rect">
            <a:avLst/>
          </a:prstGeom>
        </p:spPr>
      </p:pic>
      <p:pic>
        <p:nvPicPr>
          <p:cNvPr id="11" name="Grafik 10" descr="Badge 3 med massiv udfyldning">
            <a:extLst>
              <a:ext uri="{FF2B5EF4-FFF2-40B4-BE49-F238E27FC236}">
                <a16:creationId xmlns:a16="http://schemas.microsoft.com/office/drawing/2014/main" id="{B7D2B729-7602-78ED-2289-4FCD89D97A8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5353" y="4824842"/>
            <a:ext cx="478711" cy="478711"/>
          </a:xfrm>
          <a:prstGeom prst="rect">
            <a:avLst/>
          </a:prstGeom>
        </p:spPr>
      </p:pic>
      <p:sp>
        <p:nvSpPr>
          <p:cNvPr id="16" name="Ellipse 15">
            <a:extLst>
              <a:ext uri="{FF2B5EF4-FFF2-40B4-BE49-F238E27FC236}">
                <a16:creationId xmlns:a16="http://schemas.microsoft.com/office/drawing/2014/main" id="{07F417A0-0653-37F9-7AA3-2FFBBD8A2C1C}"/>
              </a:ext>
            </a:extLst>
          </p:cNvPr>
          <p:cNvSpPr/>
          <p:nvPr userDrawn="1"/>
        </p:nvSpPr>
        <p:spPr>
          <a:xfrm>
            <a:off x="5336465" y="3877977"/>
            <a:ext cx="4046764" cy="4046764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82156752-11BD-B98A-96A8-D5C234E6F9C6}"/>
              </a:ext>
            </a:extLst>
          </p:cNvPr>
          <p:cNvSpPr/>
          <p:nvPr userDrawn="1"/>
        </p:nvSpPr>
        <p:spPr>
          <a:xfrm>
            <a:off x="-1825056" y="172855"/>
            <a:ext cx="4932000" cy="4932548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2864" y="8024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20" name="Pladsholder til tekst 19">
            <a:extLst>
              <a:ext uri="{FF2B5EF4-FFF2-40B4-BE49-F238E27FC236}">
                <a16:creationId xmlns:a16="http://schemas.microsoft.com/office/drawing/2014/main" id="{8E8B5261-1EBE-29C9-1A7E-3A469D70D7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73422" y="2693786"/>
            <a:ext cx="2725737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2" name="Pladsholder til tekst 19">
            <a:extLst>
              <a:ext uri="{FF2B5EF4-FFF2-40B4-BE49-F238E27FC236}">
                <a16:creationId xmlns:a16="http://schemas.microsoft.com/office/drawing/2014/main" id="{DCDAA490-B6B2-EEFD-C949-B9DCAA1D40D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473422" y="3776321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19">
            <a:extLst>
              <a:ext uri="{FF2B5EF4-FFF2-40B4-BE49-F238E27FC236}">
                <a16:creationId xmlns:a16="http://schemas.microsoft.com/office/drawing/2014/main" id="{6B40C985-CC51-BCD9-4E13-500306D05EC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473423" y="4824842"/>
            <a:ext cx="2725737" cy="3714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657DA793-19BA-DE30-1DEE-8263D37E46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59847" y="1258303"/>
            <a:ext cx="4446954" cy="76941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CA0DC3F-623B-554F-BB96-24EA5435AD0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5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d billede højre">
    <p:bg>
      <p:bgPr>
        <a:solidFill>
          <a:schemeClr val="accent6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1A97AF12-67B3-F2F9-6E32-DA0AF88A36E0}"/>
              </a:ext>
            </a:extLst>
          </p:cNvPr>
          <p:cNvSpPr/>
          <p:nvPr userDrawn="1"/>
        </p:nvSpPr>
        <p:spPr>
          <a:xfrm>
            <a:off x="1150188" y="1026544"/>
            <a:ext cx="9891624" cy="48049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026543"/>
            <a:ext cx="4945812" cy="480491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E745A75A-C20F-A2B1-1E37-A7AEF37DC4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09623" y="1276686"/>
            <a:ext cx="4266487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Pladsholder til tekst 13">
            <a:extLst>
              <a:ext uri="{FF2B5EF4-FFF2-40B4-BE49-F238E27FC236}">
                <a16:creationId xmlns:a16="http://schemas.microsoft.com/office/drawing/2014/main" id="{D5C8A285-7944-082F-EF17-266C02B406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9623" y="2320506"/>
            <a:ext cx="4265702" cy="32608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da-DK" sz="1800" kern="1200" smtClean="0">
                <a:solidFill>
                  <a:schemeClr val="accent6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4" name="Billede 12">
            <a:extLst>
              <a:ext uri="{FF2B5EF4-FFF2-40B4-BE49-F238E27FC236}">
                <a16:creationId xmlns:a16="http://schemas.microsoft.com/office/drawing/2014/main" id="{ADF37EF3-7D3F-BEED-9E3D-F9CFE7BE59B9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85" y="185293"/>
            <a:ext cx="18036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70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d billede venstre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>
            <a:off x="0" y="0"/>
            <a:ext cx="350831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9553" y="1117831"/>
            <a:ext cx="5125421" cy="4622338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59EDE253-6EC0-93C7-A55D-015A8F6A56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52558" y="1117831"/>
            <a:ext cx="4929889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B940A7E6-444D-0C88-B493-63C4B7DE8A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52558" y="2090057"/>
            <a:ext cx="4929889" cy="3650112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7EE718E-9FFA-7D6E-17C3-E19E415AD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17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9" name="Pladsholder til billede 18">
            <a:extLst>
              <a:ext uri="{FF2B5EF4-FFF2-40B4-BE49-F238E27FC236}">
                <a16:creationId xmlns:a16="http://schemas.microsoft.com/office/drawing/2014/main" id="{FC2A6DCB-B944-BADD-4C2B-2AEE970144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6669" y="3432220"/>
            <a:ext cx="6183086" cy="345127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-2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Pladsholder til billede 18">
            <a:extLst>
              <a:ext uri="{FF2B5EF4-FFF2-40B4-BE49-F238E27FC236}">
                <a16:creationId xmlns:a16="http://schemas.microsoft.com/office/drawing/2014/main" id="{01B1B245-1870-6F63-E15B-5A42484D14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9525" y="3441746"/>
            <a:ext cx="6096001" cy="3429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8000BE1-CFA9-0B2C-3A46-EFDA07107F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3014038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bille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78ABFC04-A675-ADAA-ADFB-D700685BDAB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-2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F6ACCFA8-6CE0-E37B-E68E-C1BA6D4C79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5081" y="2918690"/>
            <a:ext cx="5241838" cy="1046109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30183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 stort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12192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20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7" name="Pladsholder til tekst 11">
            <a:extLst>
              <a:ext uri="{FF2B5EF4-FFF2-40B4-BE49-F238E27FC236}">
                <a16:creationId xmlns:a16="http://schemas.microsoft.com/office/drawing/2014/main" id="{7CA7DEF1-BA6C-75EA-6002-D05B8D7A6F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40882" y="5561045"/>
            <a:ext cx="4501978" cy="883297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1744633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vsidet bille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billede 18">
            <a:extLst>
              <a:ext uri="{FF2B5EF4-FFF2-40B4-BE49-F238E27FC236}">
                <a16:creationId xmlns:a16="http://schemas.microsoft.com/office/drawing/2014/main" id="{BE85473A-D9CD-EB2B-F2D2-A3485C38930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-1"/>
            <a:ext cx="6096001" cy="685800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da-DK" dirty="0"/>
              <a:t>Indsæt billede ved at trykke</a:t>
            </a:r>
          </a:p>
          <a:p>
            <a:r>
              <a:rPr lang="da-DK" dirty="0"/>
              <a:t>på ikonet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D2C1BF60-06FB-3B24-3D1A-CA1C190B4B3C}"/>
              </a:ext>
            </a:extLst>
          </p:cNvPr>
          <p:cNvSpPr txBox="1"/>
          <p:nvPr userDrawn="1"/>
        </p:nvSpPr>
        <p:spPr>
          <a:xfrm>
            <a:off x="7063273" y="7931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a-DK" dirty="0"/>
          </a:p>
        </p:txBody>
      </p:sp>
      <p:sp>
        <p:nvSpPr>
          <p:cNvPr id="2" name="Pladsholder til tekst 11">
            <a:extLst>
              <a:ext uri="{FF2B5EF4-FFF2-40B4-BE49-F238E27FC236}">
                <a16:creationId xmlns:a16="http://schemas.microsoft.com/office/drawing/2014/main" id="{5D8DD052-F369-4F26-95C3-50DB868619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91015" y="919789"/>
            <a:ext cx="5042785" cy="84135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da-DK" sz="2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Pladsholder til tekst 11">
            <a:extLst>
              <a:ext uri="{FF2B5EF4-FFF2-40B4-BE49-F238E27FC236}">
                <a16:creationId xmlns:a16="http://schemas.microsoft.com/office/drawing/2014/main" id="{2516B1A4-9943-D09D-4408-5F3C1AAB9C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91015" y="2038525"/>
            <a:ext cx="5042786" cy="4157001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da-DK" sz="1800" kern="1200" dirty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F60D2C-D6EF-28B6-82FF-F1E6C46258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40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ndt billede med 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3CC9FCDF-2FC8-45F8-FF96-6A4025D574F0}"/>
              </a:ext>
            </a:extLst>
          </p:cNvPr>
          <p:cNvCxnSpPr>
            <a:cxnSpLocks/>
          </p:cNvCxnSpPr>
          <p:nvPr/>
        </p:nvCxnSpPr>
        <p:spPr>
          <a:xfrm>
            <a:off x="905608" y="6309320"/>
            <a:ext cx="375023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Ellipse 99">
            <a:extLst>
              <a:ext uri="{FF2B5EF4-FFF2-40B4-BE49-F238E27FC236}">
                <a16:creationId xmlns:a16="http://schemas.microsoft.com/office/drawing/2014/main" id="{D40761E8-2A1B-AEF5-4D39-F2B754428112}"/>
              </a:ext>
            </a:extLst>
          </p:cNvPr>
          <p:cNvSpPr/>
          <p:nvPr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19" name="Pladsholder til billede 18">
            <a:extLst>
              <a:ext uri="{FF2B5EF4-FFF2-40B4-BE49-F238E27FC236}">
                <a16:creationId xmlns:a16="http://schemas.microsoft.com/office/drawing/2014/main" id="{7A56709C-3B84-6215-49FD-79802496D3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8784" y="832632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accent4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DF24B4-34FF-5E2A-7CCA-FBFDB87F69C5}"/>
              </a:ext>
            </a:extLst>
          </p:cNvPr>
          <p:cNvSpPr/>
          <p:nvPr userDrawn="1"/>
        </p:nvSpPr>
        <p:spPr>
          <a:xfrm>
            <a:off x="5080848" y="2964870"/>
            <a:ext cx="1888490" cy="1888490"/>
          </a:xfrm>
          <a:prstGeom prst="ellipse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21" name="Grafik 20" descr="Badge 1 med massiv udfyldning">
            <a:extLst>
              <a:ext uri="{FF2B5EF4-FFF2-40B4-BE49-F238E27FC236}">
                <a16:creationId xmlns:a16="http://schemas.microsoft.com/office/drawing/2014/main" id="{414CB1FD-2F7F-568D-87A3-AA5F2E43A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6037" y="1724082"/>
            <a:ext cx="718913" cy="718913"/>
          </a:xfrm>
          <a:prstGeom prst="rect">
            <a:avLst/>
          </a:prstGeom>
        </p:spPr>
      </p:pic>
      <p:pic>
        <p:nvPicPr>
          <p:cNvPr id="22" name="Grafik 21" descr="Badge med massiv udfyldning">
            <a:extLst>
              <a:ext uri="{FF2B5EF4-FFF2-40B4-BE49-F238E27FC236}">
                <a16:creationId xmlns:a16="http://schemas.microsoft.com/office/drawing/2014/main" id="{256D1EF6-5D08-9A88-3344-6BFE564851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6037" y="3099743"/>
            <a:ext cx="718913" cy="718913"/>
          </a:xfrm>
          <a:prstGeom prst="rect">
            <a:avLst/>
          </a:prstGeom>
        </p:spPr>
      </p:pic>
      <p:pic>
        <p:nvPicPr>
          <p:cNvPr id="23" name="Grafik 22" descr="Badge 3 med massiv udfyldning">
            <a:extLst>
              <a:ext uri="{FF2B5EF4-FFF2-40B4-BE49-F238E27FC236}">
                <a16:creationId xmlns:a16="http://schemas.microsoft.com/office/drawing/2014/main" id="{17E4907E-C0D4-6E55-FB1C-714ED9C17C7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6037" y="4508922"/>
            <a:ext cx="718913" cy="718913"/>
          </a:xfrm>
          <a:prstGeom prst="rect">
            <a:avLst/>
          </a:prstGeom>
        </p:spPr>
      </p:pic>
      <p:sp>
        <p:nvSpPr>
          <p:cNvPr id="28" name="Pladsholder til tekst 19">
            <a:extLst>
              <a:ext uri="{FF2B5EF4-FFF2-40B4-BE49-F238E27FC236}">
                <a16:creationId xmlns:a16="http://schemas.microsoft.com/office/drawing/2014/main" id="{D9D10D8D-2441-FA2C-C1B8-1D95FC55F6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078822" y="1881737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ladsholder til tekst 19">
            <a:extLst>
              <a:ext uri="{FF2B5EF4-FFF2-40B4-BE49-F238E27FC236}">
                <a16:creationId xmlns:a16="http://schemas.microsoft.com/office/drawing/2014/main" id="{E42AE478-112D-AB0E-133D-472906C1B7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078822" y="3273463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2" name="Pladsholder til tekst 19">
            <a:extLst>
              <a:ext uri="{FF2B5EF4-FFF2-40B4-BE49-F238E27FC236}">
                <a16:creationId xmlns:a16="http://schemas.microsoft.com/office/drawing/2014/main" id="{46B1035F-A721-8566-C570-5BF6CD54FD7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078822" y="4682642"/>
            <a:ext cx="3008424" cy="3714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a-DK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94E97CA4-2FEB-E952-701A-94AC3A176EF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14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to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5F463F55-49D6-8CAE-8DD2-F7A1198E5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484227">
            <a:off x="-702565" y="2962277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946C45-58BE-DCD7-C886-6F5840F56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484227">
            <a:off x="3771900" y="37683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3" name="Pladsholder til indhold 3">
            <a:extLst>
              <a:ext uri="{FF2B5EF4-FFF2-40B4-BE49-F238E27FC236}">
                <a16:creationId xmlns:a16="http://schemas.microsoft.com/office/drawing/2014/main" id="{063FB2A0-E2A8-7639-5821-EA30510BAD7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00775" y="1772817"/>
            <a:ext cx="5153025" cy="4391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3538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727D0E4-589A-2244-CD10-0515D759662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199" y="1772817"/>
            <a:ext cx="5153025" cy="43916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6DA7DDE-63A6-5E98-0EC4-738E3F603C9A}"/>
              </a:ext>
            </a:extLst>
          </p:cNvPr>
          <p:cNvSpPr/>
          <p:nvPr userDrawn="1"/>
        </p:nvSpPr>
        <p:spPr>
          <a:xfrm rot="3484227">
            <a:off x="-702565" y="2962277"/>
            <a:ext cx="5400000" cy="540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54ABB45-9D02-C95E-4427-18F343D6D612}"/>
              </a:ext>
            </a:extLst>
          </p:cNvPr>
          <p:cNvSpPr/>
          <p:nvPr userDrawn="1"/>
        </p:nvSpPr>
        <p:spPr>
          <a:xfrm rot="3484227">
            <a:off x="3771900" y="3768328"/>
            <a:ext cx="2520000" cy="252000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1800"/>
          </a:p>
        </p:txBody>
      </p:sp>
      <p:pic>
        <p:nvPicPr>
          <p:cNvPr id="9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A7871B6C-23E6-0643-2DDB-7CE708093E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9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rundt billede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2991173" y="324173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6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5F11E582-9DE1-AB67-B688-C7EDF44A5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69431" y="802431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2442907-9607-FBD5-41BE-6F012CFF8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279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t rundt billede blå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F79CD613-CCEE-1FC4-643F-1B1FF482494F}"/>
              </a:ext>
            </a:extLst>
          </p:cNvPr>
          <p:cNvSpPr/>
          <p:nvPr userDrawn="1"/>
        </p:nvSpPr>
        <p:spPr>
          <a:xfrm>
            <a:off x="2991173" y="324173"/>
            <a:ext cx="6209653" cy="6209653"/>
          </a:xfrm>
          <a:prstGeom prst="ellipse">
            <a:avLst/>
          </a:prstGeom>
          <a:noFill/>
          <a:ln w="31750" cap="rnd" cmpd="sng">
            <a:solidFill>
              <a:schemeClr val="accent5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Pladsholder til billede 18">
            <a:extLst>
              <a:ext uri="{FF2B5EF4-FFF2-40B4-BE49-F238E27FC236}">
                <a16:creationId xmlns:a16="http://schemas.microsoft.com/office/drawing/2014/main" id="{5F11E582-9DE1-AB67-B688-C7EDF44A56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69431" y="802431"/>
            <a:ext cx="5253136" cy="5253135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accent5"/>
                </a:solidFill>
              </a:defRPr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pic>
        <p:nvPicPr>
          <p:cNvPr id="2" name="Billede 12">
            <a:extLst>
              <a:ext uri="{FF2B5EF4-FFF2-40B4-BE49-F238E27FC236}">
                <a16:creationId xmlns:a16="http://schemas.microsoft.com/office/drawing/2014/main" id="{921CC2E2-C216-1654-6436-4F23FF6174D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85" y="185293"/>
            <a:ext cx="18036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47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èn overskrift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A88C9-3BCA-D421-EEE6-489BE2B7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6885"/>
            <a:ext cx="10515600" cy="92074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titeltypografien i masteren</a:t>
            </a:r>
            <a:endParaRPr lang="da-DK" dirty="0"/>
          </a:p>
        </p:txBody>
      </p:sp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10056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38200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81912" y="1707502"/>
            <a:ext cx="3371888" cy="4503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3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077517C1-57BE-3C06-76C5-125A76A57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19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overskrifter, tre objek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indhold 3">
            <a:extLst>
              <a:ext uri="{FF2B5EF4-FFF2-40B4-BE49-F238E27FC236}">
                <a16:creationId xmlns:a16="http://schemas.microsoft.com/office/drawing/2014/main" id="{663D696B-DF8A-D6E8-94E3-58B7D2B6E9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22713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9" name="Pladsholder til indhold 3">
            <a:extLst>
              <a:ext uri="{FF2B5EF4-FFF2-40B4-BE49-F238E27FC236}">
                <a16:creationId xmlns:a16="http://schemas.microsoft.com/office/drawing/2014/main" id="{68E0CE25-08C5-13AB-258F-DEC1B7F479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39878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Pladsholder til indhold 3">
            <a:extLst>
              <a:ext uri="{FF2B5EF4-FFF2-40B4-BE49-F238E27FC236}">
                <a16:creationId xmlns:a16="http://schemas.microsoft.com/office/drawing/2014/main" id="{90BE76E4-AC3F-C0FD-21A5-8EC4F9F4FA6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76317" y="1838131"/>
            <a:ext cx="3375805" cy="42815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15F7AD4-F672-5698-2F38-608B2E0C66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22713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F85ABD62-253C-7D26-2060-90103E5CA1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5567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4662DEC7-4912-95D4-725F-9DBD13CDE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39878" y="738350"/>
            <a:ext cx="3375805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134E7724-DF42-9222-9ADB-53B0C0E36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602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tekst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dsholder til tekst 21">
            <a:extLst>
              <a:ext uri="{FF2B5EF4-FFF2-40B4-BE49-F238E27FC236}">
                <a16:creationId xmlns:a16="http://schemas.microsoft.com/office/drawing/2014/main" id="{6AF7C5D9-4A61-9AFB-55B2-59864D54C6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0" y="1857765"/>
            <a:ext cx="5220347" cy="430044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1F23421-9BB5-B66E-2915-7AC5D1C649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811763" y="3248025"/>
            <a:ext cx="4477721" cy="4477721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D6ED4BE-01AC-F3C9-BEAE-18399B71C5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43189" y="3090461"/>
            <a:ext cx="2237790" cy="223779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28427B0-6F2A-9A36-BA01-8150978C21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0254" y="837025"/>
            <a:ext cx="5655776" cy="53211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C1117402-4D1F-2B99-74B2-57532C00E0E0}"/>
              </a:ext>
            </a:extLst>
          </p:cNvPr>
          <p:cNvSpPr/>
          <p:nvPr userDrawn="1"/>
        </p:nvSpPr>
        <p:spPr>
          <a:xfrm>
            <a:off x="-811763" y="3248025"/>
            <a:ext cx="4477721" cy="4477721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D89150D-33F7-C7EA-4565-830E42B119EF}"/>
              </a:ext>
            </a:extLst>
          </p:cNvPr>
          <p:cNvSpPr/>
          <p:nvPr userDrawn="1"/>
        </p:nvSpPr>
        <p:spPr>
          <a:xfrm>
            <a:off x="2643189" y="3090461"/>
            <a:ext cx="2237790" cy="223779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Pladsholder til tekst 3">
            <a:extLst>
              <a:ext uri="{FF2B5EF4-FFF2-40B4-BE49-F238E27FC236}">
                <a16:creationId xmlns:a16="http://schemas.microsoft.com/office/drawing/2014/main" id="{956E59B5-69E2-3426-86B0-660FF5B7C7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837025"/>
            <a:ext cx="5220346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5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340D9666-406B-DB5B-73C6-16F9D8892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54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runde billeder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BCD6D3C6-2CAC-6C9A-A3DF-9BFDD74C8BE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522030" y="785132"/>
            <a:ext cx="4357398" cy="4357397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Indsæt billede ved at trykke på ikonet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billede 3">
            <a:extLst>
              <a:ext uri="{FF2B5EF4-FFF2-40B4-BE49-F238E27FC236}">
                <a16:creationId xmlns:a16="http://schemas.microsoft.com/office/drawing/2014/main" id="{2EBF9CBC-4B0B-0256-FC20-008C5A7ADF1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20543" y="3547382"/>
            <a:ext cx="2525486" cy="2525486"/>
          </a:xfrm>
          <a:custGeom>
            <a:avLst/>
            <a:gdLst>
              <a:gd name="connsiteX0" fmla="*/ 2626568 w 5253136"/>
              <a:gd name="connsiteY0" fmla="*/ 0 h 5253135"/>
              <a:gd name="connsiteX1" fmla="*/ 5253136 w 5253136"/>
              <a:gd name="connsiteY1" fmla="*/ 2626568 h 5253135"/>
              <a:gd name="connsiteX2" fmla="*/ 2895119 w 5253136"/>
              <a:gd name="connsiteY2" fmla="*/ 5239576 h 5253135"/>
              <a:gd name="connsiteX3" fmla="*/ 2626588 w 5253136"/>
              <a:gd name="connsiteY3" fmla="*/ 5253135 h 5253135"/>
              <a:gd name="connsiteX4" fmla="*/ 2626548 w 5253136"/>
              <a:gd name="connsiteY4" fmla="*/ 5253135 h 5253135"/>
              <a:gd name="connsiteX5" fmla="*/ 2358017 w 5253136"/>
              <a:gd name="connsiteY5" fmla="*/ 5239576 h 5253135"/>
              <a:gd name="connsiteX6" fmla="*/ 0 w 5253136"/>
              <a:gd name="connsiteY6" fmla="*/ 2626568 h 5253135"/>
              <a:gd name="connsiteX7" fmla="*/ 2626568 w 5253136"/>
              <a:gd name="connsiteY7" fmla="*/ 0 h 525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53136" h="5253135">
                <a:moveTo>
                  <a:pt x="2626568" y="0"/>
                </a:moveTo>
                <a:cubicBezTo>
                  <a:pt x="4077181" y="0"/>
                  <a:pt x="5253136" y="1175955"/>
                  <a:pt x="5253136" y="2626568"/>
                </a:cubicBezTo>
                <a:cubicBezTo>
                  <a:pt x="5253136" y="3986518"/>
                  <a:pt x="4219582" y="5105069"/>
                  <a:pt x="2895119" y="5239576"/>
                </a:cubicBezTo>
                <a:lnTo>
                  <a:pt x="2626588" y="5253135"/>
                </a:lnTo>
                <a:lnTo>
                  <a:pt x="2626548" y="5253135"/>
                </a:lnTo>
                <a:lnTo>
                  <a:pt x="2358017" y="5239576"/>
                </a:lnTo>
                <a:cubicBezTo>
                  <a:pt x="1033554" y="5105069"/>
                  <a:pt x="0" y="3986518"/>
                  <a:pt x="0" y="2626568"/>
                </a:cubicBezTo>
                <a:cubicBezTo>
                  <a:pt x="0" y="1175955"/>
                  <a:pt x="1175955" y="0"/>
                  <a:pt x="2626568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da-DK"/>
              <a:t>Klik på ikonet for at tilføje et billede</a:t>
            </a:r>
            <a:endParaRPr lang="da-DK" dirty="0"/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852246"/>
            <a:ext cx="4949760" cy="422062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9FB30B0-C3B1-8663-0D9A-EC5CF4927F14}"/>
              </a:ext>
            </a:extLst>
          </p:cNvPr>
          <p:cNvSpPr/>
          <p:nvPr/>
        </p:nvSpPr>
        <p:spPr>
          <a:xfrm>
            <a:off x="6225849" y="486229"/>
            <a:ext cx="4949760" cy="4949760"/>
          </a:xfrm>
          <a:prstGeom prst="ellipse">
            <a:avLst/>
          </a:prstGeom>
          <a:noFill/>
          <a:ln w="31750" cap="rnd" cmpd="sng">
            <a:solidFill>
              <a:schemeClr val="accent1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097722E6-54DB-46BE-D13E-34D050586DE2}"/>
              </a:ext>
            </a:extLst>
          </p:cNvPr>
          <p:cNvSpPr/>
          <p:nvPr userDrawn="1"/>
        </p:nvSpPr>
        <p:spPr>
          <a:xfrm>
            <a:off x="6225849" y="486229"/>
            <a:ext cx="4949760" cy="4949760"/>
          </a:xfrm>
          <a:prstGeom prst="ellipse">
            <a:avLst/>
          </a:prstGeom>
          <a:noFill/>
          <a:ln w="31750" cap="rnd" cmpd="sng">
            <a:solidFill>
              <a:schemeClr val="accent1"/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881456"/>
                      <a:gd name="connsiteY0" fmla="*/ 3440728 h 6881456"/>
                      <a:gd name="connsiteX1" fmla="*/ 3440728 w 6881456"/>
                      <a:gd name="connsiteY1" fmla="*/ 0 h 6881456"/>
                      <a:gd name="connsiteX2" fmla="*/ 6881456 w 6881456"/>
                      <a:gd name="connsiteY2" fmla="*/ 3440728 h 6881456"/>
                      <a:gd name="connsiteX3" fmla="*/ 3440728 w 6881456"/>
                      <a:gd name="connsiteY3" fmla="*/ 6881456 h 6881456"/>
                      <a:gd name="connsiteX4" fmla="*/ 0 w 6881456"/>
                      <a:gd name="connsiteY4" fmla="*/ 3440728 h 68814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6881456" h="6881456" extrusionOk="0">
                        <a:moveTo>
                          <a:pt x="0" y="3440728"/>
                        </a:moveTo>
                        <a:cubicBezTo>
                          <a:pt x="-311743" y="1348176"/>
                          <a:pt x="1321922" y="82023"/>
                          <a:pt x="3440728" y="0"/>
                        </a:cubicBezTo>
                        <a:cubicBezTo>
                          <a:pt x="5364081" y="4861"/>
                          <a:pt x="6599758" y="1549423"/>
                          <a:pt x="6881456" y="3440728"/>
                        </a:cubicBezTo>
                        <a:cubicBezTo>
                          <a:pt x="6662966" y="5554358"/>
                          <a:pt x="5334828" y="6915515"/>
                          <a:pt x="3440728" y="6881456"/>
                        </a:cubicBezTo>
                        <a:cubicBezTo>
                          <a:pt x="1299638" y="6749694"/>
                          <a:pt x="47898" y="5363876"/>
                          <a:pt x="0" y="344072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3C32BFDE-1C03-812C-A5E3-30680D7D0E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5971" y="782152"/>
            <a:ext cx="4949760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6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44DACAA-D3A2-06DC-1F35-F2B4216E51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58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boks med farvet bund">
    <p:bg>
      <p:bgPr>
        <a:solidFill>
          <a:schemeClr val="bg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0B50358C-25AA-1006-A7D7-C0EB1679BC4F}"/>
              </a:ext>
            </a:extLst>
          </p:cNvPr>
          <p:cNvSpPr/>
          <p:nvPr userDrawn="1"/>
        </p:nvSpPr>
        <p:spPr>
          <a:xfrm rot="5400000">
            <a:off x="5050971" y="-283028"/>
            <a:ext cx="2090057" cy="1219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CB5A48A-2E4C-AD56-8DE6-E60836641FA2}"/>
              </a:ext>
            </a:extLst>
          </p:cNvPr>
          <p:cNvSpPr txBox="1">
            <a:spLocks/>
          </p:cNvSpPr>
          <p:nvPr userDrawn="1"/>
        </p:nvSpPr>
        <p:spPr>
          <a:xfrm>
            <a:off x="1500554" y="2166972"/>
            <a:ext cx="9206523" cy="3589674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anchor="t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da-DK" sz="1800" dirty="0">
              <a:ln w="76200">
                <a:solidFill>
                  <a:schemeClr val="tx1"/>
                </a:solidFill>
              </a:ln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Pladsholder til tekst 3">
            <a:extLst>
              <a:ext uri="{FF2B5EF4-FFF2-40B4-BE49-F238E27FC236}">
                <a16:creationId xmlns:a16="http://schemas.microsoft.com/office/drawing/2014/main" id="{E788242D-E2F8-8F7B-3491-A61E1FA5EC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0553" y="1057680"/>
            <a:ext cx="9206523" cy="9207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0" name="Pladsholder til tekst 8">
            <a:extLst>
              <a:ext uri="{FF2B5EF4-FFF2-40B4-BE49-F238E27FC236}">
                <a16:creationId xmlns:a16="http://schemas.microsoft.com/office/drawing/2014/main" id="{851A094B-990F-8F94-975B-7B7DD748BD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10090" y="2176510"/>
            <a:ext cx="9206523" cy="3589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8BA79972-1283-3664-EEBF-DEE63E4043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695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tekstbok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ktangel 28">
            <a:extLst>
              <a:ext uri="{FF2B5EF4-FFF2-40B4-BE49-F238E27FC236}">
                <a16:creationId xmlns:a16="http://schemas.microsoft.com/office/drawing/2014/main" id="{472C92E0-91EE-E45C-70DA-61B42DD33B61}"/>
              </a:ext>
            </a:extLst>
          </p:cNvPr>
          <p:cNvSpPr/>
          <p:nvPr/>
        </p:nvSpPr>
        <p:spPr>
          <a:xfrm>
            <a:off x="0" y="0"/>
            <a:ext cx="47301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Pladsholder til tekst 21">
            <a:extLst>
              <a:ext uri="{FF2B5EF4-FFF2-40B4-BE49-F238E27FC236}">
                <a16:creationId xmlns:a16="http://schemas.microsoft.com/office/drawing/2014/main" id="{F897E297-5976-19F9-D84E-BB274E6A37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971" y="522515"/>
            <a:ext cx="3801742" cy="10072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 dirty="0"/>
              <a:t>Klik for at tilføje en titel</a:t>
            </a:r>
          </a:p>
        </p:txBody>
      </p:sp>
      <p:sp>
        <p:nvSpPr>
          <p:cNvPr id="11" name="Pladsholder til tekst 21">
            <a:extLst>
              <a:ext uri="{FF2B5EF4-FFF2-40B4-BE49-F238E27FC236}">
                <a16:creationId xmlns:a16="http://schemas.microsoft.com/office/drawing/2014/main" id="{DCEF3242-672B-6631-1926-D8C0FD3B3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1" y="1687314"/>
            <a:ext cx="3801742" cy="464817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FontTx/>
              <a:buNone/>
              <a:defRPr sz="1800" b="0">
                <a:solidFill>
                  <a:schemeClr val="bg1"/>
                </a:solidFill>
                <a:latin typeface="Lucida Sans" panose="020B0602030504020204" pitchFamily="34" charset="0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6945550-0D7D-5522-9B2D-2D5A0193F894}"/>
              </a:ext>
            </a:extLst>
          </p:cNvPr>
          <p:cNvSpPr/>
          <p:nvPr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9" name="Pladsholder til tekst 18">
            <a:extLst>
              <a:ext uri="{FF2B5EF4-FFF2-40B4-BE49-F238E27FC236}">
                <a16:creationId xmlns:a16="http://schemas.microsoft.com/office/drawing/2014/main" id="{D99D8A3C-5CA7-A723-C3E7-A5307D49B4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9253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Pladsholder til tekst 18">
            <a:extLst>
              <a:ext uri="{FF2B5EF4-FFF2-40B4-BE49-F238E27FC236}">
                <a16:creationId xmlns:a16="http://schemas.microsoft.com/office/drawing/2014/main" id="{5729EC31-1F8B-12C8-FE4F-0673D0B2FC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9371" y="1703691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22" name="Grafik 21" descr="Badge 1 med massiv udfyldning">
            <a:extLst>
              <a:ext uri="{FF2B5EF4-FFF2-40B4-BE49-F238E27FC236}">
                <a16:creationId xmlns:a16="http://schemas.microsoft.com/office/drawing/2014/main" id="{067809C9-7D6D-59FB-4EA7-7DF783D26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24" name="Grafik 23" descr="Badge med massiv udfyldning">
            <a:extLst>
              <a:ext uri="{FF2B5EF4-FFF2-40B4-BE49-F238E27FC236}">
                <a16:creationId xmlns:a16="http://schemas.microsoft.com/office/drawing/2014/main" id="{7950BEEE-DC43-48EE-1F84-DF17B5CA30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26" name="Grafik 25" descr="Badge 3 med massiv udfyldning">
            <a:extLst>
              <a:ext uri="{FF2B5EF4-FFF2-40B4-BE49-F238E27FC236}">
                <a16:creationId xmlns:a16="http://schemas.microsoft.com/office/drawing/2014/main" id="{15E142B3-F1CC-B292-5B23-E7DCC6A736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28" name="Grafik 27" descr="Badge 4 med massiv udfyldning">
            <a:extLst>
              <a:ext uri="{FF2B5EF4-FFF2-40B4-BE49-F238E27FC236}">
                <a16:creationId xmlns:a16="http://schemas.microsoft.com/office/drawing/2014/main" id="{958C1D6D-1D06-04B1-BC27-64577E7096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30" name="Rektangel 29">
            <a:extLst>
              <a:ext uri="{FF2B5EF4-FFF2-40B4-BE49-F238E27FC236}">
                <a16:creationId xmlns:a16="http://schemas.microsoft.com/office/drawing/2014/main" id="{8415F059-5524-D9B4-D9CE-F5C98ACE4440}"/>
              </a:ext>
            </a:extLst>
          </p:cNvPr>
          <p:cNvSpPr/>
          <p:nvPr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1" name="Pladsholder til tekst 18">
            <a:extLst>
              <a:ext uri="{FF2B5EF4-FFF2-40B4-BE49-F238E27FC236}">
                <a16:creationId xmlns:a16="http://schemas.microsoft.com/office/drawing/2014/main" id="{72CBC415-531C-287A-06ED-478D6D3D72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38768" y="2201001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4" name="Rektangel 33">
            <a:extLst>
              <a:ext uri="{FF2B5EF4-FFF2-40B4-BE49-F238E27FC236}">
                <a16:creationId xmlns:a16="http://schemas.microsoft.com/office/drawing/2014/main" id="{1D637F53-0961-D753-9CCA-826C05F25348}"/>
              </a:ext>
            </a:extLst>
          </p:cNvPr>
          <p:cNvSpPr/>
          <p:nvPr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Pladsholder til tekst 18">
            <a:extLst>
              <a:ext uri="{FF2B5EF4-FFF2-40B4-BE49-F238E27FC236}">
                <a16:creationId xmlns:a16="http://schemas.microsoft.com/office/drawing/2014/main" id="{38A62022-F2CA-406B-233C-54B43978AE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79371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8" name="Rektangel 37">
            <a:extLst>
              <a:ext uri="{FF2B5EF4-FFF2-40B4-BE49-F238E27FC236}">
                <a16:creationId xmlns:a16="http://schemas.microsoft.com/office/drawing/2014/main" id="{A04C7AC0-B565-151A-9F3A-FF359335AF24}"/>
              </a:ext>
            </a:extLst>
          </p:cNvPr>
          <p:cNvSpPr/>
          <p:nvPr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Pladsholder til tekst 18">
            <a:extLst>
              <a:ext uri="{FF2B5EF4-FFF2-40B4-BE49-F238E27FC236}">
                <a16:creationId xmlns:a16="http://schemas.microsoft.com/office/drawing/2014/main" id="{987A51DE-FE2B-C476-509E-7E9DBBAE71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38768" y="4905586"/>
            <a:ext cx="2725738" cy="12252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8CB54D9B-DC92-DA1A-226B-CD2C8BA86DA7}"/>
              </a:ext>
            </a:extLst>
          </p:cNvPr>
          <p:cNvSpPr/>
          <p:nvPr userDrawn="1"/>
        </p:nvSpPr>
        <p:spPr>
          <a:xfrm>
            <a:off x="0" y="0"/>
            <a:ext cx="47301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9B506AB1-D825-4EB6-CF40-C3480ED520B7}"/>
              </a:ext>
            </a:extLst>
          </p:cNvPr>
          <p:cNvSpPr/>
          <p:nvPr userDrawn="1"/>
        </p:nvSpPr>
        <p:spPr>
          <a:xfrm>
            <a:off x="5287994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4" name="Grafik 3" descr="Badge 1 med massiv udfyldning">
            <a:extLst>
              <a:ext uri="{FF2B5EF4-FFF2-40B4-BE49-F238E27FC236}">
                <a16:creationId xmlns:a16="http://schemas.microsoft.com/office/drawing/2014/main" id="{4ED77CCF-5526-0410-E4FD-E7E859138F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56075" y="1101136"/>
            <a:ext cx="552091" cy="552091"/>
          </a:xfrm>
          <a:prstGeom prst="rect">
            <a:avLst/>
          </a:prstGeom>
        </p:spPr>
      </p:pic>
      <p:pic>
        <p:nvPicPr>
          <p:cNvPr id="5" name="Grafik 4" descr="Badge med massiv udfyldning">
            <a:extLst>
              <a:ext uri="{FF2B5EF4-FFF2-40B4-BE49-F238E27FC236}">
                <a16:creationId xmlns:a16="http://schemas.microsoft.com/office/drawing/2014/main" id="{FFACF88F-F1AB-4C4D-2E13-D9B9F1A3845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25590" y="1104833"/>
            <a:ext cx="552091" cy="552091"/>
          </a:xfrm>
          <a:prstGeom prst="rect">
            <a:avLst/>
          </a:prstGeom>
        </p:spPr>
      </p:pic>
      <p:pic>
        <p:nvPicPr>
          <p:cNvPr id="6" name="Grafik 5" descr="Badge 3 med massiv udfyldning">
            <a:extLst>
              <a:ext uri="{FF2B5EF4-FFF2-40B4-BE49-F238E27FC236}">
                <a16:creationId xmlns:a16="http://schemas.microsoft.com/office/drawing/2014/main" id="{8B358B7B-5E14-AE3F-D8AA-B729C070C4F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56074" y="3805721"/>
            <a:ext cx="552091" cy="552091"/>
          </a:xfrm>
          <a:prstGeom prst="rect">
            <a:avLst/>
          </a:prstGeom>
        </p:spPr>
      </p:pic>
      <p:pic>
        <p:nvPicPr>
          <p:cNvPr id="7" name="Grafik 6" descr="Badge 4 med massiv udfyldning">
            <a:extLst>
              <a:ext uri="{FF2B5EF4-FFF2-40B4-BE49-F238E27FC236}">
                <a16:creationId xmlns:a16="http://schemas.microsoft.com/office/drawing/2014/main" id="{5D24D015-CF3E-99BD-A501-5E223E43BDAC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825590" y="3805721"/>
            <a:ext cx="552091" cy="552091"/>
          </a:xfrm>
          <a:prstGeom prst="rect">
            <a:avLst/>
          </a:prstGeom>
        </p:spPr>
      </p:pic>
      <p:sp>
        <p:nvSpPr>
          <p:cNvPr id="8" name="Rektangel 7">
            <a:extLst>
              <a:ext uri="{FF2B5EF4-FFF2-40B4-BE49-F238E27FC236}">
                <a16:creationId xmlns:a16="http://schemas.microsoft.com/office/drawing/2014/main" id="{89DB1CD2-83C8-EE75-BD73-D47E423A7480}"/>
              </a:ext>
            </a:extLst>
          </p:cNvPr>
          <p:cNvSpPr/>
          <p:nvPr userDrawn="1"/>
        </p:nvSpPr>
        <p:spPr>
          <a:xfrm>
            <a:off x="8557509" y="1062317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33ED9F8-307B-A01C-39DB-A29F79F7C8DD}"/>
              </a:ext>
            </a:extLst>
          </p:cNvPr>
          <p:cNvSpPr/>
          <p:nvPr userDrawn="1"/>
        </p:nvSpPr>
        <p:spPr>
          <a:xfrm>
            <a:off x="5298112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618AACC1-26AA-FDA8-973D-5F3AAB621549}"/>
              </a:ext>
            </a:extLst>
          </p:cNvPr>
          <p:cNvSpPr/>
          <p:nvPr userDrawn="1"/>
        </p:nvSpPr>
        <p:spPr>
          <a:xfrm>
            <a:off x="8557509" y="3766902"/>
            <a:ext cx="3088256" cy="25100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Pladsholder til tekst 18">
            <a:extLst>
              <a:ext uri="{FF2B5EF4-FFF2-40B4-BE49-F238E27FC236}">
                <a16:creationId xmlns:a16="http://schemas.microsoft.com/office/drawing/2014/main" id="{A2387C31-BB0B-7872-3143-59931D0571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38768" y="1703690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5" name="Pladsholder til tekst 18">
            <a:extLst>
              <a:ext uri="{FF2B5EF4-FFF2-40B4-BE49-F238E27FC236}">
                <a16:creationId xmlns:a16="http://schemas.microsoft.com/office/drawing/2014/main" id="{B5B4272F-2918-6F2A-E7A6-8F2B35213F5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7064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Pladsholder til tekst 18">
            <a:extLst>
              <a:ext uri="{FF2B5EF4-FFF2-40B4-BE49-F238E27FC236}">
                <a16:creationId xmlns:a16="http://schemas.microsoft.com/office/drawing/2014/main" id="{68813193-889D-153B-1F8B-F898A14E6A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738768" y="4408275"/>
            <a:ext cx="2715620" cy="3511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pic>
        <p:nvPicPr>
          <p:cNvPr id="17" name="Billede 10" descr="Et billede, der indeholder sort, mørke&#10;&#10;Automatisk genereret beskrivelse">
            <a:extLst>
              <a:ext uri="{FF2B5EF4-FFF2-40B4-BE49-F238E27FC236}">
                <a16:creationId xmlns:a16="http://schemas.microsoft.com/office/drawing/2014/main" id="{4994E521-DAAE-1BD3-9CA1-C6634778FE5F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2" y="233037"/>
            <a:ext cx="1818896" cy="68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086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bobler med tekst blå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83CE87A5-ECA9-CD2B-A171-836580D096BB}"/>
              </a:ext>
            </a:extLst>
          </p:cNvPr>
          <p:cNvSpPr/>
          <p:nvPr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141B8E-46A2-CB74-8EA1-5BE2A7F15701}"/>
              </a:ext>
            </a:extLst>
          </p:cNvPr>
          <p:cNvSpPr/>
          <p:nvPr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2A7E27C-915E-59A0-86E3-1A9945540C1B}"/>
              </a:ext>
            </a:extLst>
          </p:cNvPr>
          <p:cNvSpPr/>
          <p:nvPr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C725DE-84C6-C88B-AFFF-A919380FF621}"/>
              </a:ext>
            </a:extLst>
          </p:cNvPr>
          <p:cNvSpPr/>
          <p:nvPr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3AA8B3-2C05-C4B0-4E6D-48FBCE56521B}"/>
              </a:ext>
            </a:extLst>
          </p:cNvPr>
          <p:cNvSpPr/>
          <p:nvPr userDrawn="1"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8B31E1-3328-84E4-8987-5C462AC11539}"/>
              </a:ext>
            </a:extLst>
          </p:cNvPr>
          <p:cNvSpPr/>
          <p:nvPr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234BE-83D1-240D-4D58-72754CAEE0C1}"/>
              </a:ext>
            </a:extLst>
          </p:cNvPr>
          <p:cNvSpPr/>
          <p:nvPr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FB2691-1176-452F-0A9D-761F697D3882}"/>
              </a:ext>
            </a:extLst>
          </p:cNvPr>
          <p:cNvSpPr/>
          <p:nvPr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7E970B3-526D-36C0-6FEC-E52D6E47CF5A}"/>
              </a:ext>
            </a:extLst>
          </p:cNvPr>
          <p:cNvSpPr/>
          <p:nvPr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BB4071-3150-A599-8E25-7815CF382353}"/>
              </a:ext>
            </a:extLst>
          </p:cNvPr>
          <p:cNvSpPr/>
          <p:nvPr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117ABEB-F554-90F4-14E7-F55EE5C5F93E}"/>
              </a:ext>
            </a:extLst>
          </p:cNvPr>
          <p:cNvSpPr/>
          <p:nvPr userDrawn="1"/>
        </p:nvSpPr>
        <p:spPr>
          <a:xfrm>
            <a:off x="4068636" y="525544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3A1C5A1-CBFF-C01B-25C4-671C8913BC15}"/>
              </a:ext>
            </a:extLst>
          </p:cNvPr>
          <p:cNvSpPr/>
          <p:nvPr userDrawn="1"/>
        </p:nvSpPr>
        <p:spPr>
          <a:xfrm>
            <a:off x="7323317" y="1625499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116660-E934-3A72-FD4F-EA8374349EE7}"/>
              </a:ext>
            </a:extLst>
          </p:cNvPr>
          <p:cNvSpPr/>
          <p:nvPr userDrawn="1"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6644AE-291D-EBF5-F944-6B80EF6A6CC8}"/>
              </a:ext>
            </a:extLst>
          </p:cNvPr>
          <p:cNvSpPr/>
          <p:nvPr userDrawn="1"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B193AD5-977E-33AA-201F-ED30ADA9BE8B}"/>
              </a:ext>
            </a:extLst>
          </p:cNvPr>
          <p:cNvSpPr/>
          <p:nvPr userDrawn="1"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76A853-7D73-F331-0265-375AC6A9CC53}"/>
              </a:ext>
            </a:extLst>
          </p:cNvPr>
          <p:cNvSpPr/>
          <p:nvPr userDrawn="1"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2CE9343-857D-98C7-B7AC-38BF08846795}"/>
              </a:ext>
            </a:extLst>
          </p:cNvPr>
          <p:cNvSpPr/>
          <p:nvPr userDrawn="1"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B451847-A9D2-EB28-EEF7-CE27EF5AF4FA}"/>
              </a:ext>
            </a:extLst>
          </p:cNvPr>
          <p:cNvSpPr/>
          <p:nvPr userDrawn="1"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8D3A1E7F-5B84-F8A8-41C7-89307A7B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94319" y="3354628"/>
            <a:ext cx="2508405" cy="22038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3" name="Pladsholder til tekst 6">
            <a:extLst>
              <a:ext uri="{FF2B5EF4-FFF2-40B4-BE49-F238E27FC236}">
                <a16:creationId xmlns:a16="http://schemas.microsoft.com/office/drawing/2014/main" id="{2882F17C-00F2-A813-2186-4FE5B2FBF7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6787" y="2267340"/>
            <a:ext cx="2813375" cy="28985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4" name="Pladsholder til tekst 6">
            <a:extLst>
              <a:ext uri="{FF2B5EF4-FFF2-40B4-BE49-F238E27FC236}">
                <a16:creationId xmlns:a16="http://schemas.microsoft.com/office/drawing/2014/main" id="{0EA4F555-26FA-340F-7755-423F83BD09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67240" y="1063426"/>
            <a:ext cx="1948713" cy="1821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24296188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bokse med tekst gu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e 4">
            <a:extLst>
              <a:ext uri="{FF2B5EF4-FFF2-40B4-BE49-F238E27FC236}">
                <a16:creationId xmlns:a16="http://schemas.microsoft.com/office/drawing/2014/main" id="{D3A1C5A1-CBFF-C01B-25C4-671C8913BC15}"/>
              </a:ext>
            </a:extLst>
          </p:cNvPr>
          <p:cNvSpPr/>
          <p:nvPr userDrawn="1"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2A7E27C-915E-59A0-86E3-1A9945540C1B}"/>
              </a:ext>
            </a:extLst>
          </p:cNvPr>
          <p:cNvSpPr/>
          <p:nvPr/>
        </p:nvSpPr>
        <p:spPr>
          <a:xfrm>
            <a:off x="7330684" y="1620328"/>
            <a:ext cx="4251978" cy="4251978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141B8E-46A2-CB74-8EA1-5BE2A7F15701}"/>
              </a:ext>
            </a:extLst>
          </p:cNvPr>
          <p:cNvSpPr/>
          <p:nvPr/>
        </p:nvSpPr>
        <p:spPr>
          <a:xfrm>
            <a:off x="609338" y="2631057"/>
            <a:ext cx="3707920" cy="370792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117ABEB-F554-90F4-14E7-F55EE5C5F93E}"/>
              </a:ext>
            </a:extLst>
          </p:cNvPr>
          <p:cNvSpPr/>
          <p:nvPr userDrawn="1"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F3AA8B3-2C05-C4B0-4E6D-48FBCE56521B}"/>
              </a:ext>
            </a:extLst>
          </p:cNvPr>
          <p:cNvSpPr/>
          <p:nvPr userDrawn="1"/>
        </p:nvSpPr>
        <p:spPr>
          <a:xfrm>
            <a:off x="624644" y="2631672"/>
            <a:ext cx="3707920" cy="3707920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3CE87A5-ECA9-CD2B-A171-836580D096BB}"/>
              </a:ext>
            </a:extLst>
          </p:cNvPr>
          <p:cNvSpPr/>
          <p:nvPr/>
        </p:nvSpPr>
        <p:spPr>
          <a:xfrm>
            <a:off x="4068792" y="519023"/>
            <a:ext cx="2909977" cy="2909977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3C725DE-84C6-C88B-AFFF-A919380FF621}"/>
              </a:ext>
            </a:extLst>
          </p:cNvPr>
          <p:cNvSpPr/>
          <p:nvPr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58B31E1-3328-84E4-8987-5C462AC11539}"/>
              </a:ext>
            </a:extLst>
          </p:cNvPr>
          <p:cNvSpPr/>
          <p:nvPr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3F6234BE-83D1-240D-4D58-72754CAEE0C1}"/>
              </a:ext>
            </a:extLst>
          </p:cNvPr>
          <p:cNvSpPr/>
          <p:nvPr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7FB2691-1176-452F-0A9D-761F697D3882}"/>
              </a:ext>
            </a:extLst>
          </p:cNvPr>
          <p:cNvSpPr/>
          <p:nvPr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7E970B3-526D-36C0-6FEC-E52D6E47CF5A}"/>
              </a:ext>
            </a:extLst>
          </p:cNvPr>
          <p:cNvSpPr/>
          <p:nvPr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BB4071-3150-A599-8E25-7815CF382353}"/>
              </a:ext>
            </a:extLst>
          </p:cNvPr>
          <p:cNvSpPr/>
          <p:nvPr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116660-E934-3A72-FD4F-EA8374349EE7}"/>
              </a:ext>
            </a:extLst>
          </p:cNvPr>
          <p:cNvSpPr/>
          <p:nvPr userDrawn="1"/>
        </p:nvSpPr>
        <p:spPr>
          <a:xfrm>
            <a:off x="6827187" y="408346"/>
            <a:ext cx="655079" cy="655079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C6644AE-291D-EBF5-F944-6B80EF6A6CC8}"/>
              </a:ext>
            </a:extLst>
          </p:cNvPr>
          <p:cNvSpPr/>
          <p:nvPr userDrawn="1"/>
        </p:nvSpPr>
        <p:spPr>
          <a:xfrm>
            <a:off x="7644752" y="202328"/>
            <a:ext cx="412036" cy="412036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B193AD5-977E-33AA-201F-ED30ADA9BE8B}"/>
              </a:ext>
            </a:extLst>
          </p:cNvPr>
          <p:cNvSpPr/>
          <p:nvPr userDrawn="1"/>
        </p:nvSpPr>
        <p:spPr>
          <a:xfrm>
            <a:off x="6827187" y="5165925"/>
            <a:ext cx="960956" cy="960956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B76A853-7D73-F331-0265-375AC6A9CC53}"/>
              </a:ext>
            </a:extLst>
          </p:cNvPr>
          <p:cNvSpPr/>
          <p:nvPr userDrawn="1"/>
        </p:nvSpPr>
        <p:spPr>
          <a:xfrm>
            <a:off x="6222758" y="6126881"/>
            <a:ext cx="604429" cy="604429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E2CE9343-857D-98C7-B7AC-38BF08846795}"/>
              </a:ext>
            </a:extLst>
          </p:cNvPr>
          <p:cNvSpPr/>
          <p:nvPr userDrawn="1"/>
        </p:nvSpPr>
        <p:spPr>
          <a:xfrm>
            <a:off x="634025" y="2062593"/>
            <a:ext cx="822170" cy="822170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B451847-A9D2-EB28-EEF7-CE27EF5AF4FA}"/>
              </a:ext>
            </a:extLst>
          </p:cNvPr>
          <p:cNvSpPr/>
          <p:nvPr userDrawn="1"/>
        </p:nvSpPr>
        <p:spPr>
          <a:xfrm>
            <a:off x="166833" y="1592729"/>
            <a:ext cx="517134" cy="517134"/>
          </a:xfrm>
          <a:prstGeom prst="ellipse">
            <a:avLst/>
          </a:prstGeom>
          <a:solidFill>
            <a:schemeClr val="bg1"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Pladsholder til tekst 6">
            <a:extLst>
              <a:ext uri="{FF2B5EF4-FFF2-40B4-BE49-F238E27FC236}">
                <a16:creationId xmlns:a16="http://schemas.microsoft.com/office/drawing/2014/main" id="{8D3A1E7F-5B84-F8A8-41C7-89307A7B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42534" y="3450566"/>
            <a:ext cx="2441528" cy="21079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16FD77BF-BF2C-21DC-4882-43FB0B4F49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65724" y="1146853"/>
            <a:ext cx="1916112" cy="16543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2" name="Pladsholder til tekst 6">
            <a:extLst>
              <a:ext uri="{FF2B5EF4-FFF2-40B4-BE49-F238E27FC236}">
                <a16:creationId xmlns:a16="http://schemas.microsoft.com/office/drawing/2014/main" id="{963992AD-36AD-AA14-246B-14784DE663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6788" y="2537696"/>
            <a:ext cx="2799770" cy="241724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</p:spTree>
    <p:extLst>
      <p:ext uri="{BB962C8B-B14F-4D97-AF65-F5344CB8AC3E}">
        <p14:creationId xmlns:p14="http://schemas.microsoft.com/office/powerpoint/2010/main" val="569423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element stor bl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2934ED-80B3-C39D-96B3-55A412521BF4}"/>
              </a:ext>
            </a:extLst>
          </p:cNvPr>
          <p:cNvSpPr/>
          <p:nvPr userDrawn="1"/>
        </p:nvSpPr>
        <p:spPr>
          <a:xfrm>
            <a:off x="3067106" y="400106"/>
            <a:ext cx="6057788" cy="6057788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256F9EA-ADE3-C741-A761-4DE15FC20E07}"/>
              </a:ext>
            </a:extLst>
          </p:cNvPr>
          <p:cNvSpPr/>
          <p:nvPr/>
        </p:nvSpPr>
        <p:spPr>
          <a:xfrm>
            <a:off x="1740342" y="1867301"/>
            <a:ext cx="1216948" cy="121785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DA5C508-D5C0-6226-2BB7-24969F765FCA}"/>
              </a:ext>
            </a:extLst>
          </p:cNvPr>
          <p:cNvSpPr/>
          <p:nvPr/>
        </p:nvSpPr>
        <p:spPr>
          <a:xfrm>
            <a:off x="1017996" y="1272001"/>
            <a:ext cx="822888" cy="823499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900198F-C982-1CD4-D669-2779E10EC012}"/>
              </a:ext>
            </a:extLst>
          </p:cNvPr>
          <p:cNvSpPr/>
          <p:nvPr/>
        </p:nvSpPr>
        <p:spPr>
          <a:xfrm>
            <a:off x="672696" y="791402"/>
            <a:ext cx="480242" cy="480599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Kombinationstegning: figur 25">
            <a:extLst>
              <a:ext uri="{FF2B5EF4-FFF2-40B4-BE49-F238E27FC236}">
                <a16:creationId xmlns:a16="http://schemas.microsoft.com/office/drawing/2014/main" id="{880DA3A5-1D66-5995-C430-B98A24316513}"/>
              </a:ext>
            </a:extLst>
          </p:cNvPr>
          <p:cNvSpPr/>
          <p:nvPr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6">
            <a:extLst>
              <a:ext uri="{FF2B5EF4-FFF2-40B4-BE49-F238E27FC236}">
                <a16:creationId xmlns:a16="http://schemas.microsoft.com/office/drawing/2014/main" id="{965D88F5-7C33-BC52-AA09-64FD07CD6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6114" y="1117474"/>
            <a:ext cx="2799770" cy="835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ladsholder til tekst 6">
            <a:extLst>
              <a:ext uri="{FF2B5EF4-FFF2-40B4-BE49-F238E27FC236}">
                <a16:creationId xmlns:a16="http://schemas.microsoft.com/office/drawing/2014/main" id="{EA27D560-FFEF-BF84-9C57-940E4F483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383" y="2205348"/>
            <a:ext cx="4199233" cy="316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Kombinationstegning: figur 5">
            <a:extLst>
              <a:ext uri="{FF2B5EF4-FFF2-40B4-BE49-F238E27FC236}">
                <a16:creationId xmlns:a16="http://schemas.microsoft.com/office/drawing/2014/main" id="{DB872DCC-EF22-B14A-2826-E658749BC0B0}"/>
              </a:ext>
            </a:extLst>
          </p:cNvPr>
          <p:cNvSpPr/>
          <p:nvPr userDrawn="1"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91178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. element stor g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4B2934ED-80B3-C39D-96B3-55A412521BF4}"/>
              </a:ext>
            </a:extLst>
          </p:cNvPr>
          <p:cNvSpPr/>
          <p:nvPr userDrawn="1"/>
        </p:nvSpPr>
        <p:spPr>
          <a:xfrm>
            <a:off x="3067106" y="400106"/>
            <a:ext cx="6057788" cy="6057788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F256F9EA-ADE3-C741-A761-4DE15FC20E07}"/>
              </a:ext>
            </a:extLst>
          </p:cNvPr>
          <p:cNvSpPr/>
          <p:nvPr/>
        </p:nvSpPr>
        <p:spPr>
          <a:xfrm>
            <a:off x="1740342" y="1867301"/>
            <a:ext cx="1216948" cy="1217850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DA5C508-D5C0-6226-2BB7-24969F765FCA}"/>
              </a:ext>
            </a:extLst>
          </p:cNvPr>
          <p:cNvSpPr/>
          <p:nvPr/>
        </p:nvSpPr>
        <p:spPr>
          <a:xfrm>
            <a:off x="1017996" y="1272001"/>
            <a:ext cx="822888" cy="823499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900198F-C982-1CD4-D669-2779E10EC012}"/>
              </a:ext>
            </a:extLst>
          </p:cNvPr>
          <p:cNvSpPr/>
          <p:nvPr/>
        </p:nvSpPr>
        <p:spPr>
          <a:xfrm>
            <a:off x="672696" y="791402"/>
            <a:ext cx="480242" cy="480599"/>
          </a:xfrm>
          <a:prstGeom prst="ellipse">
            <a:avLst/>
          </a:prstGeom>
          <a:solidFill>
            <a:schemeClr val="accent3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Kombinationstegning: figur 25">
            <a:extLst>
              <a:ext uri="{FF2B5EF4-FFF2-40B4-BE49-F238E27FC236}">
                <a16:creationId xmlns:a16="http://schemas.microsoft.com/office/drawing/2014/main" id="{880DA3A5-1D66-5995-C430-B98A24316513}"/>
              </a:ext>
            </a:extLst>
          </p:cNvPr>
          <p:cNvSpPr/>
          <p:nvPr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8" name="Pladsholder til tekst 6">
            <a:extLst>
              <a:ext uri="{FF2B5EF4-FFF2-40B4-BE49-F238E27FC236}">
                <a16:creationId xmlns:a16="http://schemas.microsoft.com/office/drawing/2014/main" id="{965D88F5-7C33-BC52-AA09-64FD07CD6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6114" y="1117474"/>
            <a:ext cx="2799770" cy="835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ladsholder til tekst 6">
            <a:extLst>
              <a:ext uri="{FF2B5EF4-FFF2-40B4-BE49-F238E27FC236}">
                <a16:creationId xmlns:a16="http://schemas.microsoft.com/office/drawing/2014/main" id="{EA27D560-FFEF-BF84-9C57-940E4F4838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383" y="2205348"/>
            <a:ext cx="4199233" cy="31646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Kombinationstegning: figur 5">
            <a:extLst>
              <a:ext uri="{FF2B5EF4-FFF2-40B4-BE49-F238E27FC236}">
                <a16:creationId xmlns:a16="http://schemas.microsoft.com/office/drawing/2014/main" id="{DB872DCC-EF22-B14A-2826-E658749BC0B0}"/>
              </a:ext>
            </a:extLst>
          </p:cNvPr>
          <p:cNvSpPr/>
          <p:nvPr userDrawn="1"/>
        </p:nvSpPr>
        <p:spPr>
          <a:xfrm rot="434490">
            <a:off x="-19742" y="-52160"/>
            <a:ext cx="750498" cy="810883"/>
          </a:xfrm>
          <a:custGeom>
            <a:avLst/>
            <a:gdLst>
              <a:gd name="connsiteX0" fmla="*/ 750498 w 750498"/>
              <a:gd name="connsiteY0" fmla="*/ 810883 h 810883"/>
              <a:gd name="connsiteX1" fmla="*/ 0 w 750498"/>
              <a:gd name="connsiteY1" fmla="*/ 0 h 810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0498" h="810883">
                <a:moveTo>
                  <a:pt x="750498" y="810883"/>
                </a:moveTo>
                <a:cubicBezTo>
                  <a:pt x="465107" y="580845"/>
                  <a:pt x="179717" y="350808"/>
                  <a:pt x="0" y="0"/>
                </a:cubicBezTo>
              </a:path>
            </a:pathLst>
          </a:custGeom>
          <a:noFill/>
          <a:ln w="31750" cap="rnd">
            <a:solidFill>
              <a:schemeClr val="accent3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9142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657831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182929762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pic>
        <p:nvPicPr>
          <p:cNvPr id="16" name="Logo, EAA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717" y="5865183"/>
            <a:ext cx="3096499" cy="876847"/>
          </a:xfrm>
          <a:prstGeom prst="rect">
            <a:avLst/>
          </a:prstGeom>
          <a:noFill/>
        </p:spPr>
      </p:pic>
      <p:sp>
        <p:nvSpPr>
          <p:cNvPr id="8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333374"/>
            <a:ext cx="10274300" cy="5111752"/>
          </a:xfrm>
          <a:prstGeom prst="rect">
            <a:avLst/>
          </a:prstGeom>
        </p:spPr>
        <p:txBody>
          <a:bodyPr/>
          <a:lstStyle>
            <a:lvl1pPr marL="0" indent="0" defTabSz="447675">
              <a:lnSpc>
                <a:spcPct val="100000"/>
              </a:lnSpc>
              <a:buNone/>
              <a:defRPr sz="2000" b="0">
                <a:latin typeface="+mn-lt"/>
              </a:defRPr>
            </a:lvl1pPr>
            <a:lvl2pPr marL="457200" indent="0" defTabSz="447675">
              <a:lnSpc>
                <a:spcPct val="100000"/>
              </a:lnSpc>
              <a:buNone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defTabSz="449263">
              <a:lnSpc>
                <a:spcPct val="100000"/>
              </a:lnSpc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Billede eller andet indhold</a:t>
            </a:r>
          </a:p>
        </p:txBody>
      </p:sp>
      <p:sp>
        <p:nvSpPr>
          <p:cNvPr id="6" name="Titel"/>
          <p:cNvSpPr>
            <a:spLocks noGrp="1"/>
          </p:cNvSpPr>
          <p:nvPr>
            <p:ph type="title" hasCustomPrompt="1"/>
          </p:nvPr>
        </p:nvSpPr>
        <p:spPr>
          <a:xfrm>
            <a:off x="958852" y="5963382"/>
            <a:ext cx="7835283" cy="894621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2400" b="0" u="none" cap="all" spc="12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</p:spTree>
    <p:extLst>
      <p:ext uri="{BB962C8B-B14F-4D97-AF65-F5344CB8AC3E}">
        <p14:creationId xmlns:p14="http://schemas.microsoft.com/office/powerpoint/2010/main" val="370814439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453">
          <p15:clr>
            <a:srgbClr val="A4A3A4"/>
          </p15:clr>
        </p15:guide>
        <p15:guide id="2" pos="5307">
          <p15:clr>
            <a:srgbClr val="A4A3A4"/>
          </p15:clr>
        </p15:guide>
        <p15:guide id="3" orient="horz" pos="210">
          <p15:clr>
            <a:srgbClr val="A4A3A4"/>
          </p15:clr>
        </p15:guide>
        <p15:guide id="4" orient="horz" pos="3430">
          <p15:clr>
            <a:srgbClr val="A4A3A4"/>
          </p15:clr>
        </p15:guide>
        <p15:guide id="5" orient="horz" pos="1820">
          <p15:clr>
            <a:srgbClr val="A4A3A4"/>
          </p15:clr>
        </p15:guide>
        <p15:guide id="6" orient="horz" pos="3657">
          <p15:clr>
            <a:srgbClr val="A4A3A4"/>
          </p15:clr>
        </p15:guide>
        <p15:guide id="7" pos="2880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/>
          <p:cNvSpPr/>
          <p:nvPr userDrawn="1"/>
        </p:nvSpPr>
        <p:spPr>
          <a:xfrm>
            <a:off x="-6443" y="5805264"/>
            <a:ext cx="12192000" cy="1080120"/>
          </a:xfrm>
          <a:prstGeom prst="rect">
            <a:avLst/>
          </a:prstGeom>
          <a:solidFill>
            <a:srgbClr val="FF700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1800" dirty="0"/>
              <a:t>               </a:t>
            </a:r>
          </a:p>
        </p:txBody>
      </p:sp>
      <p:cxnSp>
        <p:nvCxnSpPr>
          <p:cNvPr id="17" name="Lige forbindelse 16"/>
          <p:cNvCxnSpPr/>
          <p:nvPr userDrawn="1"/>
        </p:nvCxnSpPr>
        <p:spPr>
          <a:xfrm>
            <a:off x="1295360" y="1448736"/>
            <a:ext cx="960128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1295360" y="548616"/>
            <a:ext cx="9601280" cy="90012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200"/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14" name="Pladsholder til indhold 2"/>
          <p:cNvSpPr>
            <a:spLocks noGrp="1"/>
          </p:cNvSpPr>
          <p:nvPr>
            <p:ph sz="half" idx="1" hasCustomPrompt="1"/>
          </p:nvPr>
        </p:nvSpPr>
        <p:spPr>
          <a:xfrm>
            <a:off x="1295360" y="1718773"/>
            <a:ext cx="9601280" cy="39605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800"/>
            </a:lvl1pPr>
            <a:lvl2pPr marL="457200" indent="0">
              <a:lnSpc>
                <a:spcPct val="100000"/>
              </a:lnSpc>
              <a:buNone/>
              <a:defRPr sz="18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redigere i master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E6072851-7882-4178-8020-B91172F2D5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06468" y="5907978"/>
            <a:ext cx="2228093" cy="80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9692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bejdsområde"/>
          <p:cNvSpPr/>
          <p:nvPr userDrawn="1"/>
        </p:nvSpPr>
        <p:spPr>
          <a:xfrm>
            <a:off x="3717" y="0"/>
            <a:ext cx="12192000" cy="580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800"/>
          </a:p>
        </p:txBody>
      </p:sp>
      <p:sp>
        <p:nvSpPr>
          <p:cNvPr id="13" name="Pladsholder til indhold"/>
          <p:cNvSpPr>
            <a:spLocks noGrp="1"/>
          </p:cNvSpPr>
          <p:nvPr>
            <p:ph sz="half" idx="1" hasCustomPrompt="1"/>
          </p:nvPr>
        </p:nvSpPr>
        <p:spPr>
          <a:xfrm>
            <a:off x="952407" y="1412876"/>
            <a:ext cx="10274300" cy="4032250"/>
          </a:xfrm>
          <a:prstGeom prst="rect">
            <a:avLst/>
          </a:prstGeom>
        </p:spPr>
        <p:txBody>
          <a:bodyPr/>
          <a:lstStyle>
            <a:lvl1pPr marL="342900" indent="-342900" defTabSz="447675">
              <a:lnSpc>
                <a:spcPct val="100000"/>
              </a:lnSpc>
              <a:buFont typeface="Arial" panose="020B0604020202020204" pitchFamily="34" charset="0"/>
              <a:buChar char="•"/>
              <a:defRPr sz="2000" b="0">
                <a:latin typeface="+mn-lt"/>
              </a:defRPr>
            </a:lvl1pPr>
            <a:lvl2pPr marL="800100" indent="-342900" defTabSz="447675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defTabSz="449263">
              <a:lnSpc>
                <a:spcPct val="100000"/>
              </a:lnSpc>
              <a:buFont typeface="Arial" panose="020B0604020202020204" pitchFamily="34" charset="0"/>
              <a:buChar char="•"/>
              <a:defRPr lang="da-DK" sz="20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Skriv tekst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2" name="Titel"/>
          <p:cNvSpPr>
            <a:spLocks noGrp="1"/>
          </p:cNvSpPr>
          <p:nvPr>
            <p:ph type="title" hasCustomPrompt="1"/>
          </p:nvPr>
        </p:nvSpPr>
        <p:spPr>
          <a:xfrm>
            <a:off x="958853" y="333376"/>
            <a:ext cx="10274299" cy="827088"/>
          </a:xfrm>
          <a:prstGeom prst="rect">
            <a:avLst/>
          </a:prstGeom>
        </p:spPr>
        <p:txBody>
          <a:bodyPr anchor="b"/>
          <a:lstStyle>
            <a:lvl1pPr>
              <a:lnSpc>
                <a:spcPct val="150000"/>
              </a:lnSpc>
              <a:defRPr sz="2400" b="0" cap="all" spc="120" baseline="0">
                <a:latin typeface="+mn-lt"/>
              </a:defRPr>
            </a:lvl1pPr>
          </a:lstStyle>
          <a:p>
            <a:r>
              <a:rPr lang="da-DK" noProof="0" dirty="0"/>
              <a:t>Skriv titel på slide</a:t>
            </a:r>
          </a:p>
        </p:txBody>
      </p:sp>
      <p:pic>
        <p:nvPicPr>
          <p:cNvPr id="8" name="Logo, EAAA">
            <a:extLst>
              <a:ext uri="{FF2B5EF4-FFF2-40B4-BE49-F238E27FC236}">
                <a16:creationId xmlns:a16="http://schemas.microsoft.com/office/drawing/2014/main" id="{1A6A771D-5E91-46B6-86A5-D8470EF2AE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0038" y="5865182"/>
            <a:ext cx="2322374" cy="8768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4843834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604">
          <p15:clr>
            <a:srgbClr val="A4A3A4"/>
          </p15:clr>
        </p15:guide>
        <p15:guide id="2" pos="7076">
          <p15:clr>
            <a:srgbClr val="A4A3A4"/>
          </p15:clr>
        </p15:guide>
        <p15:guide id="3" orient="horz" pos="890">
          <p15:clr>
            <a:srgbClr val="A4A3A4"/>
          </p15:clr>
        </p15:guide>
        <p15:guide id="5" orient="horz" pos="3430">
          <p15:clr>
            <a:srgbClr val="A4A3A4"/>
          </p15:clr>
        </p15:guide>
        <p15:guide id="6" orient="horz" pos="731">
          <p15:clr>
            <a:srgbClr val="A4A3A4"/>
          </p15:clr>
        </p15:guide>
        <p15:guide id="7" orient="horz" pos="2160">
          <p15:clr>
            <a:srgbClr val="A4A3A4"/>
          </p15:clr>
        </p15:guide>
        <p15:guide id="8" pos="3840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4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dapsecurity.com/self-sca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ico.org.uk/for-organisations/advice-for-small-organisations/checklists/data-protection-self-assessment/information-security-checklist/" TargetMode="External"/><Relationship Id="rId5" Type="http://schemas.openxmlformats.org/officeDocument/2006/relationships/hyperlink" Target="https://virksomhedsguiden.dk/content/ydelser/sikkerhedstjekket/fffe471f-dbad-49a6-ab69-e4d9a01691ab/" TargetMode="External"/><Relationship Id="rId4" Type="http://schemas.openxmlformats.org/officeDocument/2006/relationships/hyperlink" Target="https://tools.enisa.europa.eu/cybersecurity-maturity-assessment-for-small-and-medium-enterprises#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29F0F-8DDE-E6BC-3D53-9CC27CD3A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D9A878-1EF9-8D1E-BD38-E490F6B736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0241" y="5281159"/>
            <a:ext cx="9982200" cy="908391"/>
          </a:xfrm>
        </p:spPr>
        <p:txBody>
          <a:bodyPr anchor="ctr">
            <a:normAutofit/>
          </a:bodyPr>
          <a:lstStyle/>
          <a:p>
            <a:r>
              <a:rPr lang="da-DK" dirty="0"/>
              <a:t>Forretningsforståelse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3245ED94-B248-EA20-A24D-88D445BFAD9F}"/>
              </a:ext>
            </a:extLst>
          </p:cNvPr>
          <p:cNvSpPr txBox="1"/>
          <p:nvPr/>
        </p:nvSpPr>
        <p:spPr>
          <a:xfrm>
            <a:off x="1628140" y="2951946"/>
            <a:ext cx="58400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Modul 9 Sikkerheds modenhed</a:t>
            </a:r>
          </a:p>
        </p:txBody>
      </p:sp>
    </p:spTree>
    <p:extLst>
      <p:ext uri="{BB962C8B-B14F-4D97-AF65-F5344CB8AC3E}">
        <p14:creationId xmlns:p14="http://schemas.microsoft.com/office/powerpoint/2010/main" val="2830361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E892B-ABE4-52A9-2B3E-FE9FD2E8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D071064-EBD8-C445-1D89-4E95524271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4565309"/>
            <a:ext cx="5400000" cy="908391"/>
          </a:xfrm>
        </p:spPr>
        <p:txBody>
          <a:bodyPr/>
          <a:lstStyle/>
          <a:p>
            <a:endParaRPr lang="da-DK" dirty="0"/>
          </a:p>
          <a:p>
            <a:r>
              <a:rPr lang="da-DK" dirty="0"/>
              <a:t>Agenda for i dag.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 dirty="0"/>
              <a:t>MC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 dirty="0"/>
              <a:t>Hjemmeopgave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 dirty="0"/>
              <a:t>Modenhedsanalyse</a:t>
            </a:r>
          </a:p>
          <a:p>
            <a:pPr marL="342900" indent="-342900">
              <a:buFont typeface="+mj-lt"/>
              <a:buAutoNum type="arabicPeriod"/>
            </a:pPr>
            <a:r>
              <a:rPr lang="da-DK" sz="1800" dirty="0"/>
              <a:t>Øvelse</a:t>
            </a:r>
          </a:p>
          <a:p>
            <a:endParaRPr lang="da-DK" sz="1800" dirty="0"/>
          </a:p>
          <a:p>
            <a:endParaRPr lang="da-DK" sz="1800" dirty="0"/>
          </a:p>
          <a:p>
            <a:pPr marL="514350" indent="-514350">
              <a:buFont typeface="+mj-lt"/>
              <a:buAutoNum type="arabicPeriod"/>
            </a:pPr>
            <a:endParaRPr lang="da-DK" sz="1800" dirty="0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9B2D11C-8345-344B-5483-EE370EBCB2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5" name="Pladsholder til indhold 7">
            <a:extLst>
              <a:ext uri="{FF2B5EF4-FFF2-40B4-BE49-F238E27FC236}">
                <a16:creationId xmlns:a16="http://schemas.microsoft.com/office/drawing/2014/main" id="{0FE69E33-346E-7635-2F2B-1DEAFEA298A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9533" r="19533"/>
          <a:stretch>
            <a:fillRect/>
          </a:stretch>
        </p:blipFill>
        <p:spPr>
          <a:xfrm>
            <a:off x="-863599" y="750119"/>
            <a:ext cx="5675296" cy="5549081"/>
          </a:xfrm>
        </p:spPr>
      </p:pic>
    </p:spTree>
    <p:extLst>
      <p:ext uri="{BB962C8B-B14F-4D97-AF65-F5344CB8AC3E}">
        <p14:creationId xmlns:p14="http://schemas.microsoft.com/office/powerpoint/2010/main" val="366131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388CEB-531B-9809-F3D0-57FE185D8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Hjemmeopgave- løsning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C2FA9E1-E6DE-1B61-81F2-506D361F02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a-DK" dirty="0"/>
              <a:t>Hvor bør Hvedebro sætte ind i forhold til CIS18 (Prioriter hovedområder og argumenter hvorfor) ?</a:t>
            </a:r>
          </a:p>
          <a:p>
            <a:endParaRPr lang="da-DK" dirty="0"/>
          </a:p>
          <a:p>
            <a:r>
              <a:rPr lang="da-DK" dirty="0"/>
              <a:t>Hvilke konkrete kontroller (kontrolområder/</a:t>
            </a:r>
            <a:r>
              <a:rPr lang="da-DK" dirty="0" err="1"/>
              <a:t>safeguards</a:t>
            </a:r>
            <a:r>
              <a:rPr lang="da-DK" dirty="0"/>
              <a:t>) er relevante for Hvedebro og hvorfor?</a:t>
            </a:r>
          </a:p>
          <a:p>
            <a:endParaRPr lang="da-DK" dirty="0"/>
          </a:p>
          <a:p>
            <a:r>
              <a:rPr lang="da-DK" dirty="0"/>
              <a:t>Vi ser 2 grupper løsninger.</a:t>
            </a:r>
          </a:p>
        </p:txBody>
      </p:sp>
    </p:spTree>
    <p:extLst>
      <p:ext uri="{BB962C8B-B14F-4D97-AF65-F5344CB8AC3E}">
        <p14:creationId xmlns:p14="http://schemas.microsoft.com/office/powerpoint/2010/main" val="1572551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B7974C-2FE3-A25A-3474-EE96E1DE3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</p:spPr>
        <p:txBody>
          <a:bodyPr anchor="ctr">
            <a:normAutofit/>
          </a:bodyPr>
          <a:lstStyle/>
          <a:p>
            <a:r>
              <a:rPr lang="da-DK" dirty="0"/>
              <a:t>Hvad er </a:t>
            </a:r>
            <a:r>
              <a:rPr lang="da-DK" dirty="0" err="1"/>
              <a:t>cybersecurity</a:t>
            </a:r>
            <a:r>
              <a:rPr lang="da-DK" dirty="0"/>
              <a:t> modenhed ?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9BAC960D-0F7F-CBFF-1203-CC379450FB23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491674714"/>
              </p:ext>
            </p:extLst>
          </p:nvPr>
        </p:nvGraphicFramePr>
        <p:xfrm>
          <a:off x="838200" y="1735494"/>
          <a:ext cx="10515600" cy="4486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346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488C921F-7352-F748-414E-C8EA0EC0C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04" y="1857765"/>
            <a:ext cx="5205313" cy="4300440"/>
          </a:xfrm>
          <a:prstGeom prst="rect">
            <a:avLst/>
          </a:prstGeom>
        </p:spPr>
      </p:pic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8CD7E4A6-B9FA-5E6C-7A45-A7BE475847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5970" y="1857765"/>
            <a:ext cx="5220347" cy="43004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body" sz="quarter" idx="15"/>
          </p:nvPr>
        </p:nvSpPr>
        <p:spPr>
          <a:xfrm>
            <a:off x="377805" y="937015"/>
            <a:ext cx="5970444" cy="920750"/>
          </a:xfrm>
        </p:spPr>
        <p:txBody>
          <a:bodyPr anchor="ctr">
            <a:noAutofit/>
          </a:bodyPr>
          <a:lstStyle/>
          <a:p>
            <a:r>
              <a:rPr sz="3200" dirty="0"/>
              <a:t>Fordele </a:t>
            </a:r>
            <a:r>
              <a:rPr sz="3200" dirty="0" err="1"/>
              <a:t>ved</a:t>
            </a:r>
            <a:r>
              <a:rPr sz="3200" dirty="0"/>
              <a:t> </a:t>
            </a:r>
            <a:r>
              <a:rPr sz="3200" dirty="0" err="1"/>
              <a:t>høj</a:t>
            </a:r>
            <a:r>
              <a:rPr sz="3200" dirty="0"/>
              <a:t> </a:t>
            </a:r>
            <a:r>
              <a:rPr sz="3200" dirty="0" err="1"/>
              <a:t>modenhed</a:t>
            </a:r>
            <a:endParaRPr sz="3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94416E-29D0-CB77-6DF7-61E19701803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413564293"/>
              </p:ext>
            </p:extLst>
          </p:nvPr>
        </p:nvGraphicFramePr>
        <p:xfrm>
          <a:off x="5990254" y="1857765"/>
          <a:ext cx="5655776" cy="2813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lede 2">
            <a:extLst>
              <a:ext uri="{FF2B5EF4-FFF2-40B4-BE49-F238E27FC236}">
                <a16:creationId xmlns:a16="http://schemas.microsoft.com/office/drawing/2014/main" id="{71D9C81C-BD79-4F0F-2C41-1CABF47AF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69" y="1857765"/>
            <a:ext cx="5220347" cy="43004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body" sz="quarter" idx="15"/>
          </p:nvPr>
        </p:nvSpPr>
        <p:spPr>
          <a:xfrm>
            <a:off x="545970" y="837025"/>
            <a:ext cx="10464930" cy="920750"/>
          </a:xfrm>
        </p:spPr>
        <p:txBody>
          <a:bodyPr anchor="ctr">
            <a:noAutofit/>
          </a:bodyPr>
          <a:lstStyle/>
          <a:p>
            <a:r>
              <a:rPr sz="3200" dirty="0"/>
              <a:t>Barrierer </a:t>
            </a:r>
            <a:r>
              <a:rPr sz="3200" dirty="0" err="1"/>
              <a:t>og</a:t>
            </a:r>
            <a:r>
              <a:rPr sz="3200" dirty="0"/>
              <a:t> </a:t>
            </a:r>
            <a:r>
              <a:rPr sz="3200" dirty="0" err="1"/>
              <a:t>udfordringer</a:t>
            </a:r>
            <a:r>
              <a:rPr lang="da-DK" sz="3200" dirty="0"/>
              <a:t> ved modenhedsanalyse</a:t>
            </a:r>
            <a:endParaRPr sz="3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CE4E35-AAB6-6CEF-46B4-ECB7C6D2FEC5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5990254" y="1857765"/>
          <a:ext cx="5655776" cy="26844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74A25C1-C812-1C79-BBD2-DBC8897C2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da-DK" dirty="0"/>
              <a:t>Hvordan vurderer man sikkerhedsmodenhed 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2E4EB7-1DEF-9706-4191-D13443A57FC1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801015529"/>
              </p:ext>
            </p:extLst>
          </p:nvPr>
        </p:nvGraphicFramePr>
        <p:xfrm>
          <a:off x="965638" y="2011417"/>
          <a:ext cx="9335814" cy="38953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B7752A-F18E-5532-0E4E-354285DCC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</p:spPr>
        <p:txBody>
          <a:bodyPr anchor="ctr">
            <a:normAutofit/>
          </a:bodyPr>
          <a:lstStyle/>
          <a:p>
            <a:r>
              <a:rPr lang="da-DK" dirty="0"/>
              <a:t>Hvorfor arbejde med modenhed 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4E2394-0078-D771-C1EA-34E2E6392ACA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838200" y="1735494"/>
            <a:ext cx="10515600" cy="448618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Hvor er vi?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Prioritere ressourcer: Hvor er hullerne/hvad er vigtigst?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Øge robusthed mod </a:t>
            </a:r>
            <a:r>
              <a:rPr kumimoji="0" lang="da-DK" altLang="da-DK" b="0" i="0" u="none" strike="noStrike" cap="none" normalizeH="0" baseline="0" dirty="0" err="1">
                <a:ln>
                  <a:noFill/>
                </a:ln>
                <a:effectLst/>
              </a:rPr>
              <a:t>cybertrusler</a:t>
            </a:r>
            <a:endParaRPr kumimoji="0" lang="da-DK" altLang="da-DK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Styrke compliance (GDPR, ISO 27001, CIS 18)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Skabe tillid hos kunder og samarbejdspartnere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da-DK" altLang="da-DK" dirty="0"/>
              <a:t>Hvad er vores ambitionsniveau (mål) – hvor vil vi være sikkerhedsmæssigt (hvornår)?</a:t>
            </a:r>
            <a:endParaRPr kumimoji="0" lang="da-DK" altLang="da-DK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da-DK" altLang="da-DK" dirty="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Andre fordele/anvendelser?</a:t>
            </a:r>
          </a:p>
        </p:txBody>
      </p:sp>
    </p:spTree>
    <p:extLst>
      <p:ext uri="{BB962C8B-B14F-4D97-AF65-F5344CB8AC3E}">
        <p14:creationId xmlns:p14="http://schemas.microsoft.com/office/powerpoint/2010/main" val="2123414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726CC2-A6D2-8999-7B7D-A3F20C07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Hvad vurderer man typisk i modenhedsanalyse?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78C7B9A-533E-553C-E2B0-2A39605CB63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556957465"/>
              </p:ext>
            </p:extLst>
          </p:nvPr>
        </p:nvGraphicFramePr>
        <p:xfrm>
          <a:off x="838200" y="1790700"/>
          <a:ext cx="10515600" cy="4398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3473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AF103D-F51D-7DEB-A7B8-533D1C235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</p:spPr>
        <p:txBody>
          <a:bodyPr anchor="ctr">
            <a:normAutofit/>
          </a:bodyPr>
          <a:lstStyle/>
          <a:p>
            <a:r>
              <a:rPr lang="da-DK" dirty="0"/>
              <a:t>Hvilket rammeværktøj vil man anvende?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C1F35D-037A-AC14-3D1B-1EC0C98AD008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838200" y="1735494"/>
            <a:ext cx="10515600" cy="448618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NIST </a:t>
            </a:r>
            <a:r>
              <a:rPr kumimoji="0" lang="da-DK" altLang="da-DK" b="0" i="0" u="none" strike="noStrike" cap="none" normalizeH="0" baseline="0" dirty="0" err="1">
                <a:ln>
                  <a:noFill/>
                </a:ln>
                <a:effectLst/>
              </a:rPr>
              <a:t>Cybersecurity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 Framework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ISO 27001 </a:t>
            </a:r>
            <a:r>
              <a:rPr kumimoji="0" lang="da-DK" altLang="da-DK" b="0" i="0" u="none" strike="noStrike" cap="none" normalizeH="0" baseline="0" dirty="0" err="1">
                <a:ln>
                  <a:noFill/>
                </a:ln>
                <a:effectLst/>
              </a:rPr>
              <a:t>maturity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a-DK" altLang="da-DK" b="0" i="0" u="none" strike="noStrike" cap="none" normalizeH="0" baseline="0" dirty="0" err="1">
                <a:ln>
                  <a:noFill/>
                </a:ln>
                <a:effectLst/>
              </a:rPr>
              <a:t>levels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 (kræver licens)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CIS 18 kontroller (</a:t>
            </a:r>
            <a:r>
              <a:rPr kumimoji="0" lang="da-DK" altLang="da-DK" b="0" i="0" u="none" strike="noStrike" cap="none" normalizeH="0" baseline="0" dirty="0" err="1">
                <a:ln>
                  <a:noFill/>
                </a:ln>
                <a:effectLst/>
              </a:rPr>
              <a:t>safeguards</a:t>
            </a:r>
            <a:r>
              <a:rPr kumimoji="0" lang="da-DK" altLang="da-DK" b="0" i="0" u="none" strike="noStrike" cap="none" normalizeH="0" baseline="0" dirty="0">
                <a:ln>
                  <a:noFill/>
                </a:ln>
                <a:effectLst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da-DK" altLang="da-DK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da-DK" altLang="da-DK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00170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5D5CAE-B7C8-2140-70F1-9CA7BCDFB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323"/>
            <a:ext cx="10515600" cy="920749"/>
          </a:xfrm>
        </p:spPr>
        <p:txBody>
          <a:bodyPr anchor="ctr">
            <a:normAutofit/>
          </a:bodyPr>
          <a:lstStyle/>
          <a:p>
            <a:r>
              <a:rPr lang="da-DK" dirty="0"/>
              <a:t>Modenhedsniveauer - eksempel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188D9509-71D8-ED50-3D98-13BF6980F897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054044763"/>
              </p:ext>
            </p:extLst>
          </p:nvPr>
        </p:nvGraphicFramePr>
        <p:xfrm>
          <a:off x="838200" y="1735494"/>
          <a:ext cx="10515600" cy="4486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403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05250C-EE21-6405-5BC4-29994AB1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Sammenligning NIST </a:t>
            </a:r>
            <a:r>
              <a:rPr lang="da-DK" dirty="0" err="1"/>
              <a:t>vs</a:t>
            </a:r>
            <a:r>
              <a:rPr lang="da-DK" dirty="0"/>
              <a:t> ISO 27005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15A353F1-AD10-F12B-4D4E-264EFEF0738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1555234" y="1557072"/>
            <a:ext cx="8622881" cy="4811929"/>
          </a:xfrm>
        </p:spPr>
      </p:pic>
    </p:spTree>
    <p:extLst>
      <p:ext uri="{BB962C8B-B14F-4D97-AF65-F5344CB8AC3E}">
        <p14:creationId xmlns:p14="http://schemas.microsoft.com/office/powerpoint/2010/main" val="2996819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ADADD7-4455-1E38-868A-8819830C4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 1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205D3DD-5BCE-0196-4325-8E29224F99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55158" y="1717049"/>
            <a:ext cx="10515600" cy="4398291"/>
          </a:xfrm>
        </p:spPr>
        <p:txBody>
          <a:bodyPr/>
          <a:lstStyle/>
          <a:p>
            <a:r>
              <a:rPr lang="da-DK" dirty="0"/>
              <a:t>Hvilke områder ville I vurdere modenhed på i Hvedebro - simpel top 10 vurdering. </a:t>
            </a:r>
          </a:p>
          <a:p>
            <a:endParaRPr lang="da-DK" dirty="0"/>
          </a:p>
          <a:p>
            <a:r>
              <a:rPr lang="da-DK" dirty="0"/>
              <a:t>Giv bud på, hvordan I kunne måle nuværende niveauer, på de områder i vælger?</a:t>
            </a:r>
          </a:p>
          <a:p>
            <a:r>
              <a:rPr lang="da-DK" dirty="0"/>
              <a:t>(Hvad/hvordan)</a:t>
            </a:r>
          </a:p>
          <a:p>
            <a:endParaRPr lang="da-DK" dirty="0"/>
          </a:p>
          <a:p>
            <a:r>
              <a:rPr lang="da-DK" dirty="0"/>
              <a:t>Lav posters med område, måle hvad og hvordan, og placerer dem på tavlen. </a:t>
            </a:r>
          </a:p>
          <a:p>
            <a:endParaRPr lang="da-DK" dirty="0"/>
          </a:p>
          <a:p>
            <a:r>
              <a:rPr lang="da-DK" dirty="0"/>
              <a:t>Diskussion omkring bordet i 20 min.</a:t>
            </a:r>
          </a:p>
          <a:p>
            <a:endParaRPr lang="da-DK" dirty="0"/>
          </a:p>
          <a:p>
            <a:r>
              <a:rPr lang="da-DK" dirty="0"/>
              <a:t>Efterfølgende klasse drøftelse.</a:t>
            </a:r>
          </a:p>
        </p:txBody>
      </p:sp>
    </p:spTree>
    <p:extLst>
      <p:ext uri="{BB962C8B-B14F-4D97-AF65-F5344CB8AC3E}">
        <p14:creationId xmlns:p14="http://schemas.microsoft.com/office/powerpoint/2010/main" val="4155918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7A29AF-C3E3-4AAF-F2E7-8EF6B2A6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Hvordan gennemfører man modenhedsanalyse?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EBFAD5-9F6D-20B9-D792-D85FEE2325B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da-DK" dirty="0"/>
              <a:t>Vælg et rammeværktøj for analysen </a:t>
            </a:r>
          </a:p>
          <a:p>
            <a:pPr marL="342900" indent="-342900">
              <a:buAutoNum type="arabicPeriod"/>
            </a:pPr>
            <a:r>
              <a:rPr lang="da-DK" dirty="0"/>
              <a:t>Definer modenhedsniveauer (skala)</a:t>
            </a:r>
          </a:p>
          <a:p>
            <a:pPr marL="342900" indent="-342900">
              <a:buAutoNum type="arabicPeriod"/>
            </a:pPr>
            <a:r>
              <a:rPr lang="da-DK" dirty="0"/>
              <a:t>Kortlæg vurderingsområder/metode (hvad/hvordan)</a:t>
            </a:r>
          </a:p>
          <a:p>
            <a:pPr marL="342900" indent="-342900">
              <a:buAutoNum type="arabicPeriod"/>
            </a:pPr>
            <a:r>
              <a:rPr lang="da-DK" dirty="0"/>
              <a:t>Definer </a:t>
            </a:r>
            <a:r>
              <a:rPr lang="da-DK" dirty="0" err="1"/>
              <a:t>target</a:t>
            </a:r>
            <a:r>
              <a:rPr lang="da-DK" dirty="0"/>
              <a:t> værdier (risikoappetit) </a:t>
            </a:r>
          </a:p>
          <a:p>
            <a:pPr marL="342900" indent="-342900">
              <a:buAutoNum type="arabicPeriod"/>
            </a:pPr>
            <a:r>
              <a:rPr lang="da-DK" dirty="0"/>
              <a:t> Gennemfør vurdering af nuværende niveau  </a:t>
            </a:r>
          </a:p>
          <a:p>
            <a:pPr lvl="1" indent="0">
              <a:buNone/>
            </a:pPr>
            <a:r>
              <a:rPr lang="da-DK" dirty="0"/>
              <a:t>Indsaml beviser (politikker, logs, audits, interviews)</a:t>
            </a:r>
          </a:p>
          <a:p>
            <a:pPr lvl="1" indent="0">
              <a:buNone/>
            </a:pPr>
            <a:r>
              <a:rPr lang="da-DK" dirty="0"/>
              <a:t>Score modenhedsniveau i relation til pkt. 2</a:t>
            </a:r>
          </a:p>
          <a:p>
            <a:pPr lvl="1" indent="0">
              <a:buNone/>
            </a:pPr>
            <a:r>
              <a:rPr lang="da-DK" dirty="0"/>
              <a:t>Identificér </a:t>
            </a:r>
            <a:r>
              <a:rPr lang="da-DK" dirty="0" err="1"/>
              <a:t>gaps</a:t>
            </a:r>
            <a:r>
              <a:rPr lang="da-DK" dirty="0"/>
              <a:t> mellem nuværende og ønsket niveau</a:t>
            </a:r>
          </a:p>
          <a:p>
            <a:r>
              <a:rPr lang="da-DK" dirty="0"/>
              <a:t>5. Udarbejd oversigt/rapport (Visualiser)</a:t>
            </a:r>
          </a:p>
          <a:p>
            <a:r>
              <a:rPr lang="da-DK" dirty="0"/>
              <a:t>6. Brug PDCA til at løfte til ønsket niveau. </a:t>
            </a:r>
          </a:p>
          <a:p>
            <a:endParaRPr lang="da-DK" dirty="0"/>
          </a:p>
          <a:p>
            <a:pPr lvl="1" indent="0">
              <a:buNone/>
            </a:pPr>
            <a:endParaRPr lang="da-DK" dirty="0"/>
          </a:p>
          <a:p>
            <a:endParaRPr lang="da-DK" dirty="0"/>
          </a:p>
          <a:p>
            <a:pPr lvl="1" indent="0">
              <a:buNone/>
            </a:pPr>
            <a:endParaRPr lang="da-DK" dirty="0"/>
          </a:p>
          <a:p>
            <a:pPr lvl="1" indent="0">
              <a:buNone/>
            </a:pPr>
            <a:endParaRPr lang="da-DK" dirty="0"/>
          </a:p>
          <a:p>
            <a:endParaRPr lang="da-DK" dirty="0"/>
          </a:p>
          <a:p>
            <a:pPr marL="342900" indent="-342900">
              <a:buAutoNum type="arabicPeriod"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0268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NIST Framework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8F4D6A2E-C79C-D859-C55B-6FD63096C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235" y="1431529"/>
            <a:ext cx="4488648" cy="531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060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NIST modenhedsmodel – eksempel 1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318EB8CF-98BA-4C50-37F2-1E8083161D2E}"/>
              </a:ext>
            </a:extLst>
          </p:cNvPr>
          <p:cNvSpPr txBox="1"/>
          <p:nvPr/>
        </p:nvSpPr>
        <p:spPr>
          <a:xfrm>
            <a:off x="7716216" y="1538748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3" name="Picture 2" descr="NIST CSF Maturity Levels">
            <a:extLst>
              <a:ext uri="{FF2B5EF4-FFF2-40B4-BE49-F238E27FC236}">
                <a16:creationId xmlns:a16="http://schemas.microsoft.com/office/drawing/2014/main" id="{B8E74E16-A298-A4D8-DFCF-A544C9A99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639" y="1371350"/>
            <a:ext cx="9352722" cy="540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406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7F1F1D-AA0A-F266-7713-54933370A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Modenhed og </a:t>
            </a:r>
            <a:r>
              <a:rPr lang="da-DK" dirty="0" err="1"/>
              <a:t>target</a:t>
            </a:r>
            <a:r>
              <a:rPr lang="da-DK" dirty="0"/>
              <a:t> – eksempel 2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20B1E54A-9454-1A9D-576F-73DD7871846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743200" y="1468522"/>
            <a:ext cx="7206492" cy="4998934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A14FBB7A-885F-0678-A961-F3FF804932A3}"/>
              </a:ext>
            </a:extLst>
          </p:cNvPr>
          <p:cNvSpPr txBox="1"/>
          <p:nvPr/>
        </p:nvSpPr>
        <p:spPr>
          <a:xfrm>
            <a:off x="9766300" y="6361734"/>
            <a:ext cx="17908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Kilde: Github.com</a:t>
            </a:r>
          </a:p>
        </p:txBody>
      </p:sp>
    </p:spTree>
    <p:extLst>
      <p:ext uri="{BB962C8B-B14F-4D97-AF65-F5344CB8AC3E}">
        <p14:creationId xmlns:p14="http://schemas.microsoft.com/office/powerpoint/2010/main" val="772192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4B4FD5-05DF-D988-AACB-302A6D7FC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Politik modenhed og praksismodenhed – eks. 3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54B1E700-6A24-1EBF-5664-3A9961B6680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rcRect t="1" b="42079"/>
          <a:stretch>
            <a:fillRect/>
          </a:stretch>
        </p:blipFill>
        <p:spPr>
          <a:xfrm>
            <a:off x="2743307" y="1628457"/>
            <a:ext cx="5517243" cy="3601086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1F23C4DF-EFD7-9A76-2331-DF493565062B}"/>
              </a:ext>
            </a:extLst>
          </p:cNvPr>
          <p:cNvSpPr txBox="1"/>
          <p:nvPr/>
        </p:nvSpPr>
        <p:spPr>
          <a:xfrm>
            <a:off x="486835" y="5543437"/>
            <a:ext cx="111590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Politikmodenhed: Hvor godt opfylder jeres virksomhedspolitikker, procedurer, standarder og retningslinjer NIST CSF-kravene?</a:t>
            </a:r>
          </a:p>
          <a:p>
            <a:r>
              <a:rPr lang="da-DK" dirty="0"/>
              <a:t>Praksismodenhed: Hvor godt opfylder jeres faktiske operationelle praksis NIST CSF-kravene, uanset hvad jeres politikker og standarder siger?</a:t>
            </a:r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165B546D-A60A-D411-ECB0-57746946681C}"/>
              </a:ext>
            </a:extLst>
          </p:cNvPr>
          <p:cNvSpPr txBox="1"/>
          <p:nvPr/>
        </p:nvSpPr>
        <p:spPr>
          <a:xfrm>
            <a:off x="9766300" y="6374434"/>
            <a:ext cx="17908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/>
              <a:t>Kilde: Github.com</a:t>
            </a:r>
          </a:p>
        </p:txBody>
      </p:sp>
    </p:spTree>
    <p:extLst>
      <p:ext uri="{BB962C8B-B14F-4D97-AF65-F5344CB8AC3E}">
        <p14:creationId xmlns:p14="http://schemas.microsoft.com/office/powerpoint/2010/main" val="1956314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6D061-CAB7-B9E6-3C7E-010DD870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Gratis simple modenhedsværktøjer på nettet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6CB1F54-7B65-9433-4A57-48CE77E666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Security Maturity Scan - Nedap Security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4"/>
              </a:rPr>
              <a:t>Cybersecurity Maturity Assessment for Small and Medium Enterprises — ENISA</a:t>
            </a:r>
            <a:endParaRPr lang="en-US" dirty="0"/>
          </a:p>
          <a:p>
            <a:endParaRPr lang="en-US" dirty="0"/>
          </a:p>
          <a:p>
            <a:r>
              <a:rPr lang="da-DK" dirty="0">
                <a:hlinkClick r:id="rId5"/>
              </a:rPr>
              <a:t>Sikkerhedstjekket | Virksomhedsguiden</a:t>
            </a:r>
            <a:endParaRPr lang="da-DK" dirty="0"/>
          </a:p>
          <a:p>
            <a:endParaRPr lang="da-DK" dirty="0"/>
          </a:p>
          <a:p>
            <a:r>
              <a:rPr lang="da-DK" sz="18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hlinkClick r:id="rId6"/>
              </a:rPr>
              <a:t>https://ico.org.uk/for-organisations/advice-for-small-organisations/checklists/data-protection-self-assessment/information-security-checklist/</a:t>
            </a:r>
            <a:endParaRPr lang="da-DK" dirty="0"/>
          </a:p>
          <a:p>
            <a:endParaRPr lang="da-DK" dirty="0"/>
          </a:p>
          <a:p>
            <a:r>
              <a:rPr lang="da-DK" dirty="0">
                <a:solidFill>
                  <a:srgbClr val="FF0000"/>
                </a:solidFill>
              </a:rPr>
              <a:t>Øvelser: Åben værktøjerne og afprøv med Hvedebro (der </a:t>
            </a:r>
            <a:r>
              <a:rPr lang="da-DK">
                <a:solidFill>
                  <a:srgbClr val="FF0000"/>
                </a:solidFill>
              </a:rPr>
              <a:t>skal logges på ENISA).</a:t>
            </a:r>
            <a:endParaRPr lang="da-D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982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25393F-6BF3-141B-AC7E-C08FE464A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Modenheds </a:t>
            </a:r>
            <a:r>
              <a:rPr lang="da-DK" dirty="0" err="1"/>
              <a:t>dashboard</a:t>
            </a:r>
            <a:endParaRPr lang="da-DK" dirty="0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50A1CD81-FAB8-6A09-A519-8CBC22E7CD52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2527017" y="1396476"/>
            <a:ext cx="6395601" cy="467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882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45E98-ED51-D1C4-6385-8A0E8FE87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06E474-6B06-A580-D4E0-722A85F56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 (gruppeopgave)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7FC6E00-AF9B-1271-D33D-037A623C771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229854"/>
            <a:ext cx="10515600" cy="4398291"/>
          </a:xfrm>
        </p:spPr>
        <p:txBody>
          <a:bodyPr/>
          <a:lstStyle/>
          <a:p>
            <a:endParaRPr lang="da-DK" dirty="0"/>
          </a:p>
          <a:p>
            <a:r>
              <a:rPr lang="da-DK" dirty="0"/>
              <a:t>Brug det vi har på tavlen (vurderingsområder), internettet, skabelon mm.</a:t>
            </a:r>
          </a:p>
          <a:p>
            <a:endParaRPr lang="da-DK" dirty="0"/>
          </a:p>
          <a:p>
            <a:r>
              <a:rPr lang="da-DK" dirty="0"/>
              <a:t>1 . Gurli skulle i casen til at gennemgå modenheden i Hvedebro – hvad skal hun gøre nu?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Baggrund/plan (gennemførelse) for opgaven ?</a:t>
            </a:r>
          </a:p>
          <a:p>
            <a:pPr marL="971550" lvl="1" indent="-285750"/>
            <a:r>
              <a:rPr lang="da-DK" dirty="0"/>
              <a:t>Hvorfor foretage modenhedsvurdering?</a:t>
            </a:r>
          </a:p>
          <a:p>
            <a:pPr marL="971550" lvl="1" indent="-285750"/>
            <a:r>
              <a:rPr lang="da-DK" dirty="0"/>
              <a:t>Metode/plan – beskriv kort?</a:t>
            </a:r>
          </a:p>
          <a:p>
            <a:pPr marL="971550" lvl="1" indent="-285750"/>
            <a:r>
              <a:rPr lang="da-DK" dirty="0"/>
              <a:t>Hvem skal involveres i opgaven (projektdeltagere/interview respondenter mm.)?</a:t>
            </a:r>
          </a:p>
          <a:p>
            <a:pPr marL="971550" lvl="1" indent="-285750"/>
            <a:r>
              <a:rPr lang="da-DK" dirty="0">
                <a:sym typeface="Wingdings" panose="05000000000000000000" pitchFamily="2" charset="2"/>
              </a:rPr>
              <a:t>Hvilke områder skal der vurderes på?</a:t>
            </a:r>
          </a:p>
          <a:p>
            <a:pPr marL="971550" lvl="1" indent="-285750"/>
            <a:r>
              <a:rPr lang="da-DK" dirty="0">
                <a:sym typeface="Wingdings" panose="05000000000000000000" pitchFamily="2" charset="2"/>
              </a:rPr>
              <a:t>Hvor er Hvedebro modenhedsmæssigt nu (1-5) efter jeres vurdering og hvorfor?</a:t>
            </a:r>
          </a:p>
          <a:p>
            <a:r>
              <a:rPr lang="da-DK" dirty="0">
                <a:solidFill>
                  <a:srgbClr val="FF0000"/>
                </a:solidFill>
                <a:sym typeface="Wingdings" panose="05000000000000000000" pitchFamily="2" charset="2"/>
              </a:rPr>
              <a:t>Lav  Gurlis præsentation med ovenstående indhold klar til mødet i Hvedebro.</a:t>
            </a:r>
          </a:p>
          <a:p>
            <a:endParaRPr lang="da-DK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da-DK" dirty="0">
                <a:sym typeface="Wingdings" panose="05000000000000000000" pitchFamily="2" charset="2"/>
              </a:rPr>
              <a:t>2. Analysen er nu gennemført- visualiser </a:t>
            </a:r>
            <a:r>
              <a:rPr lang="da-DK" dirty="0"/>
              <a:t>modenhedsvurdering (</a:t>
            </a:r>
            <a:r>
              <a:rPr lang="da-DK" dirty="0" err="1"/>
              <a:t>incl</a:t>
            </a:r>
            <a:r>
              <a:rPr lang="da-DK" dirty="0"/>
              <a:t>. anbefalet målniveau) af Hvedebro maskinfabrik. Begrund målniveau.</a:t>
            </a:r>
          </a:p>
          <a:p>
            <a:r>
              <a:rPr lang="da-DK" dirty="0">
                <a:solidFill>
                  <a:srgbClr val="FF0000"/>
                </a:solidFill>
                <a:sym typeface="Wingdings" panose="05000000000000000000" pitchFamily="2" charset="2"/>
              </a:rPr>
              <a:t>Lav </a:t>
            </a:r>
            <a:r>
              <a:rPr lang="da-DK" dirty="0" err="1">
                <a:solidFill>
                  <a:srgbClr val="FF0000"/>
                </a:solidFill>
                <a:sym typeface="Wingdings" panose="05000000000000000000" pitchFamily="2" charset="2"/>
              </a:rPr>
              <a:t>Gulis</a:t>
            </a:r>
            <a:r>
              <a:rPr lang="da-DK" dirty="0">
                <a:solidFill>
                  <a:srgbClr val="FF0000"/>
                </a:solidFill>
                <a:sym typeface="Wingdings" panose="05000000000000000000" pitchFamily="2" charset="2"/>
              </a:rPr>
              <a:t> præsentation til </a:t>
            </a:r>
            <a:r>
              <a:rPr lang="da-DK">
                <a:solidFill>
                  <a:srgbClr val="FF0000"/>
                </a:solidFill>
                <a:sym typeface="Wingdings" panose="05000000000000000000" pitchFamily="2" charset="2"/>
              </a:rPr>
              <a:t>et møde efter </a:t>
            </a:r>
            <a:r>
              <a:rPr lang="da-DK" dirty="0">
                <a:solidFill>
                  <a:srgbClr val="FF0000"/>
                </a:solidFill>
                <a:sym typeface="Wingdings" panose="05000000000000000000" pitchFamily="2" charset="2"/>
              </a:rPr>
              <a:t>gennemførelse af analysen. </a:t>
            </a:r>
          </a:p>
          <a:p>
            <a:endParaRPr lang="da-DK" dirty="0">
              <a:sym typeface="Wingdings" panose="05000000000000000000" pitchFamily="2" charset="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Håndskrift 3">
                <a:extLst>
                  <a:ext uri="{FF2B5EF4-FFF2-40B4-BE49-F238E27FC236}">
                    <a16:creationId xmlns:a16="http://schemas.microsoft.com/office/drawing/2014/main" id="{070CCCBE-2C1C-159D-8E63-F4F9A3881440}"/>
                  </a:ext>
                </a:extLst>
              </p14:cNvPr>
              <p14:cNvContentPartPr/>
              <p14:nvPr/>
            </p14:nvContentPartPr>
            <p14:xfrm>
              <a:off x="2725611" y="-1698206"/>
              <a:ext cx="360" cy="360"/>
            </p14:xfrm>
          </p:contentPart>
        </mc:Choice>
        <mc:Fallback xmlns="">
          <p:pic>
            <p:nvPicPr>
              <p:cNvPr id="4" name="Håndskrift 3">
                <a:extLst>
                  <a:ext uri="{FF2B5EF4-FFF2-40B4-BE49-F238E27FC236}">
                    <a16:creationId xmlns:a16="http://schemas.microsoft.com/office/drawing/2014/main" id="{4365476F-62AB-DF48-96E2-598F16E1F3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16611" y="-1706846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8803121"/>
      </p:ext>
    </p:extLst>
  </p:cSld>
  <p:clrMapOvr>
    <a:masterClrMapping/>
  </p:clrMapOvr>
</p:sld>
</file>

<file path=ppt/theme/theme1.xml><?xml version="1.0" encoding="utf-8"?>
<a:theme xmlns:a="http://schemas.openxmlformats.org/drawingml/2006/main" name="Erhvervsakademi Aarhus">
  <a:themeElements>
    <a:clrScheme name="Brugerdefineret 1">
      <a:dk1>
        <a:sysClr val="windowText" lastClr="000000"/>
      </a:dk1>
      <a:lt1>
        <a:sysClr val="window" lastClr="FFFFFF"/>
      </a:lt1>
      <a:dk2>
        <a:srgbClr val="818A8F"/>
      </a:dk2>
      <a:lt2>
        <a:srgbClr val="E0E6E6"/>
      </a:lt2>
      <a:accent1>
        <a:srgbClr val="BED4DB"/>
      </a:accent1>
      <a:accent2>
        <a:srgbClr val="F4EBC0"/>
      </a:accent2>
      <a:accent3>
        <a:srgbClr val="F0E87D"/>
      </a:accent3>
      <a:accent4>
        <a:srgbClr val="80B4BF"/>
      </a:accent4>
      <a:accent5>
        <a:srgbClr val="F3F4F7"/>
      </a:accent5>
      <a:accent6>
        <a:srgbClr val="3A646D"/>
      </a:accent6>
      <a:hlink>
        <a:srgbClr val="0070C0"/>
      </a:hlink>
      <a:folHlink>
        <a:srgbClr val="532E60"/>
      </a:folHlink>
    </a:clrScheme>
    <a:fontScheme name="Erhvervsakademi Aarhus">
      <a:majorFont>
        <a:latin typeface="Montserrat Medium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skabelon uden indhold, dansk  -  Skrivebeskyttet" id="{363E73E2-7A7B-4952-AE8C-D447D376FA21}" vid="{CC501A65-03DF-4975-ACA4-2D32FFB89635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b29427a-4ed3-4f0e-a3ff-ced1342f64ac}" enabled="0" method="" siteId="{1b29427a-4ed3-4f0e-a3ff-ced1342f64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2995</TotalTime>
  <Words>1197</Words>
  <Application>Microsoft Office PowerPoint</Application>
  <PresentationFormat>Widescreen</PresentationFormat>
  <Paragraphs>161</Paragraphs>
  <Slides>21</Slides>
  <Notes>9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21</vt:i4>
      </vt:variant>
    </vt:vector>
  </HeadingPairs>
  <TitlesOfParts>
    <vt:vector size="27" baseType="lpstr">
      <vt:lpstr>Aptos</vt:lpstr>
      <vt:lpstr>Arial</vt:lpstr>
      <vt:lpstr>Lucida Sans</vt:lpstr>
      <vt:lpstr>Montserrat</vt:lpstr>
      <vt:lpstr>Wingdings</vt:lpstr>
      <vt:lpstr>Erhvervsakademi Aarhus</vt:lpstr>
      <vt:lpstr>PowerPoint-præsentation</vt:lpstr>
      <vt:lpstr>PowerPoint-præsentation</vt:lpstr>
      <vt:lpstr>Hjemmeopgave- løsning</vt:lpstr>
      <vt:lpstr>Hvad er cybersecurity modenhed ?</vt:lpstr>
      <vt:lpstr>PowerPoint-præsentation</vt:lpstr>
      <vt:lpstr>PowerPoint-præsentation</vt:lpstr>
      <vt:lpstr>Hvordan vurderer man sikkerhedsmodenhed ?</vt:lpstr>
      <vt:lpstr>Hvorfor arbejde med modenhed ?</vt:lpstr>
      <vt:lpstr>Hvad vurderer man typisk i modenhedsanalyse?</vt:lpstr>
      <vt:lpstr>Hvilket rammeværktøj vil man anvende?</vt:lpstr>
      <vt:lpstr>Modenhedsniveauer - eksempel</vt:lpstr>
      <vt:lpstr>Sammenligning NIST vs ISO 27005</vt:lpstr>
      <vt:lpstr>Opgave 1</vt:lpstr>
      <vt:lpstr>Hvordan gennemfører man modenhedsanalyse?</vt:lpstr>
      <vt:lpstr>NIST Framework</vt:lpstr>
      <vt:lpstr>NIST modenhedsmodel – eksempel 1</vt:lpstr>
      <vt:lpstr>Modenhed og target – eksempel 2</vt:lpstr>
      <vt:lpstr>Politik modenhed og praksismodenhed – eks. 3</vt:lpstr>
      <vt:lpstr>Gratis simple modenhedsværktøjer på nettet</vt:lpstr>
      <vt:lpstr>Modenheds dashboard</vt:lpstr>
      <vt:lpstr>Opgave (gruppeopgave)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Elkær (adjunkt – frae@eaaa.dk)</dc:creator>
  <cp:lastModifiedBy>Frank Elkær (adjunkt – frae@eaaa.dk)</cp:lastModifiedBy>
  <cp:revision>3</cp:revision>
  <dcterms:created xsi:type="dcterms:W3CDTF">2025-05-28T07:01:45Z</dcterms:created>
  <dcterms:modified xsi:type="dcterms:W3CDTF">2025-10-28T06:40:11Z</dcterms:modified>
</cp:coreProperties>
</file>