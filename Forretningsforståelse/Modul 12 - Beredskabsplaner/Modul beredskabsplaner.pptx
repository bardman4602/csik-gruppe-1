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441" r:id="rId2"/>
    <p:sldId id="452" r:id="rId3"/>
    <p:sldId id="456" r:id="rId4"/>
    <p:sldId id="442" r:id="rId5"/>
    <p:sldId id="455" r:id="rId6"/>
    <p:sldId id="451" r:id="rId7"/>
    <p:sldId id="454" r:id="rId8"/>
    <p:sldId id="443" r:id="rId9"/>
    <p:sldId id="444" r:id="rId10"/>
    <p:sldId id="453" r:id="rId11"/>
    <p:sldId id="445" r:id="rId12"/>
    <p:sldId id="448" r:id="rId13"/>
    <p:sldId id="449" r:id="rId14"/>
    <p:sldId id="450" r:id="rId15"/>
    <p:sldId id="446" r:id="rId16"/>
    <p:sldId id="447" r:id="rId1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3848A8-953E-404D-A1B2-11BB95D42F1D}" v="4" dt="2025-11-25T12:33:14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60" y="-1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Elkær (adjunkt – frae@eaaa.dk)" userId="1b06cd64-16c4-48f5-b285-7568c937f1a0" providerId="ADAL" clId="{E9811E54-1FA8-43F7-AC43-A1164A70C0D5}"/>
    <pc:docChg chg="custSel addSld modSld sldOrd">
      <pc:chgData name="Frank Elkær (adjunkt – frae@eaaa.dk)" userId="1b06cd64-16c4-48f5-b285-7568c937f1a0" providerId="ADAL" clId="{E9811E54-1FA8-43F7-AC43-A1164A70C0D5}" dt="2025-11-25T12:43:52.626" v="1463" actId="20577"/>
      <pc:docMkLst>
        <pc:docMk/>
      </pc:docMkLst>
      <pc:sldChg chg="modSp mod">
        <pc:chgData name="Frank Elkær (adjunkt – frae@eaaa.dk)" userId="1b06cd64-16c4-48f5-b285-7568c937f1a0" providerId="ADAL" clId="{E9811E54-1FA8-43F7-AC43-A1164A70C0D5}" dt="2025-11-23T11:05:37.665" v="979" actId="20577"/>
        <pc:sldMkLst>
          <pc:docMk/>
          <pc:sldMk cId="3059574049" sldId="442"/>
        </pc:sldMkLst>
        <pc:spChg chg="mod">
          <ac:chgData name="Frank Elkær (adjunkt – frae@eaaa.dk)" userId="1b06cd64-16c4-48f5-b285-7568c937f1a0" providerId="ADAL" clId="{E9811E54-1FA8-43F7-AC43-A1164A70C0D5}" dt="2025-11-23T11:05:37.665" v="979" actId="20577"/>
          <ac:spMkLst>
            <pc:docMk/>
            <pc:sldMk cId="3059574049" sldId="442"/>
            <ac:spMk id="6" creationId="{2795F05A-744A-A6B6-4CD6-29E9283A5501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1-19T19:58:22.290" v="906" actId="20577"/>
        <pc:sldMkLst>
          <pc:docMk/>
          <pc:sldMk cId="2444264546" sldId="443"/>
        </pc:sldMkLst>
        <pc:spChg chg="mod">
          <ac:chgData name="Frank Elkær (adjunkt – frae@eaaa.dk)" userId="1b06cd64-16c4-48f5-b285-7568c937f1a0" providerId="ADAL" clId="{E9811E54-1FA8-43F7-AC43-A1164A70C0D5}" dt="2025-11-19T19:58:22.290" v="906" actId="20577"/>
          <ac:spMkLst>
            <pc:docMk/>
            <pc:sldMk cId="2444264546" sldId="443"/>
            <ac:spMk id="4" creationId="{37767A38-D520-BB4E-12C0-AA41FFA84532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1-11T10:51:18.828" v="706" actId="27636"/>
        <pc:sldMkLst>
          <pc:docMk/>
          <pc:sldMk cId="73445479" sldId="445"/>
        </pc:sldMkLst>
        <pc:spChg chg="mod">
          <ac:chgData name="Frank Elkær (adjunkt – frae@eaaa.dk)" userId="1b06cd64-16c4-48f5-b285-7568c937f1a0" providerId="ADAL" clId="{E9811E54-1FA8-43F7-AC43-A1164A70C0D5}" dt="2025-11-11T10:51:18.828" v="706" actId="27636"/>
          <ac:spMkLst>
            <pc:docMk/>
            <pc:sldMk cId="73445479" sldId="445"/>
            <ac:spMk id="4" creationId="{52B10DB0-4F52-13AF-970F-59ED3DFB308C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1-25T12:38:57.802" v="1362" actId="20577"/>
        <pc:sldMkLst>
          <pc:docMk/>
          <pc:sldMk cId="1230679854" sldId="446"/>
        </pc:sldMkLst>
        <pc:spChg chg="mod">
          <ac:chgData name="Frank Elkær (adjunkt – frae@eaaa.dk)" userId="1b06cd64-16c4-48f5-b285-7568c937f1a0" providerId="ADAL" clId="{E9811E54-1FA8-43F7-AC43-A1164A70C0D5}" dt="2025-11-25T12:38:57.802" v="1362" actId="20577"/>
          <ac:spMkLst>
            <pc:docMk/>
            <pc:sldMk cId="1230679854" sldId="446"/>
            <ac:spMk id="3" creationId="{D32BFCB9-4B9C-E531-FE1C-8FFF1C01B517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1-25T12:43:52.626" v="1463" actId="20577"/>
        <pc:sldMkLst>
          <pc:docMk/>
          <pc:sldMk cId="278363112" sldId="447"/>
        </pc:sldMkLst>
        <pc:spChg chg="mod">
          <ac:chgData name="Frank Elkær (adjunkt – frae@eaaa.dk)" userId="1b06cd64-16c4-48f5-b285-7568c937f1a0" providerId="ADAL" clId="{E9811E54-1FA8-43F7-AC43-A1164A70C0D5}" dt="2025-11-25T12:39:30.914" v="1396" actId="20577"/>
          <ac:spMkLst>
            <pc:docMk/>
            <pc:sldMk cId="278363112" sldId="447"/>
            <ac:spMk id="2" creationId="{F6B36000-DBDB-2AD0-A23D-638EBF24F233}"/>
          </ac:spMkLst>
        </pc:spChg>
        <pc:spChg chg="mod">
          <ac:chgData name="Frank Elkær (adjunkt – frae@eaaa.dk)" userId="1b06cd64-16c4-48f5-b285-7568c937f1a0" providerId="ADAL" clId="{E9811E54-1FA8-43F7-AC43-A1164A70C0D5}" dt="2025-11-25T12:43:52.626" v="1463" actId="20577"/>
          <ac:spMkLst>
            <pc:docMk/>
            <pc:sldMk cId="278363112" sldId="447"/>
            <ac:spMk id="3" creationId="{7A05C934-94EB-4534-4D87-36A0C90D595A}"/>
          </ac:spMkLst>
        </pc:spChg>
      </pc:sldChg>
      <pc:sldChg chg="modSp new mod ord">
        <pc:chgData name="Frank Elkær (adjunkt – frae@eaaa.dk)" userId="1b06cd64-16c4-48f5-b285-7568c937f1a0" providerId="ADAL" clId="{E9811E54-1FA8-43F7-AC43-A1164A70C0D5}" dt="2025-11-11T10:51:55.956" v="707" actId="20577"/>
        <pc:sldMkLst>
          <pc:docMk/>
          <pc:sldMk cId="386549111" sldId="450"/>
        </pc:sldMkLst>
        <pc:spChg chg="mod">
          <ac:chgData name="Frank Elkær (adjunkt – frae@eaaa.dk)" userId="1b06cd64-16c4-48f5-b285-7568c937f1a0" providerId="ADAL" clId="{E9811E54-1FA8-43F7-AC43-A1164A70C0D5}" dt="2025-11-11T10:51:55.956" v="707" actId="20577"/>
          <ac:spMkLst>
            <pc:docMk/>
            <pc:sldMk cId="386549111" sldId="450"/>
            <ac:spMk id="3" creationId="{F8F432A0-4590-7049-ED98-3FAE337FAE59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1-25T09:03:56.069" v="980" actId="1036"/>
        <pc:sldMkLst>
          <pc:docMk/>
          <pc:sldMk cId="2946682555" sldId="451"/>
        </pc:sldMkLst>
        <pc:picChg chg="mod">
          <ac:chgData name="Frank Elkær (adjunkt – frae@eaaa.dk)" userId="1b06cd64-16c4-48f5-b285-7568c937f1a0" providerId="ADAL" clId="{E9811E54-1FA8-43F7-AC43-A1164A70C0D5}" dt="2025-11-25T09:03:56.069" v="980" actId="1036"/>
          <ac:picMkLst>
            <pc:docMk/>
            <pc:sldMk cId="2946682555" sldId="451"/>
            <ac:picMk id="5" creationId="{A21D4BC5-6DCE-F686-12D1-57002AA61A3B}"/>
          </ac:picMkLst>
        </pc:picChg>
      </pc:sldChg>
      <pc:sldChg chg="modSp add mod">
        <pc:chgData name="Frank Elkær (adjunkt – frae@eaaa.dk)" userId="1b06cd64-16c4-48f5-b285-7568c937f1a0" providerId="ADAL" clId="{E9811E54-1FA8-43F7-AC43-A1164A70C0D5}" dt="2025-11-12T15:34:25.612" v="902" actId="114"/>
        <pc:sldMkLst>
          <pc:docMk/>
          <pc:sldMk cId="2945826266" sldId="452"/>
        </pc:sldMkLst>
        <pc:spChg chg="mod">
          <ac:chgData name="Frank Elkær (adjunkt – frae@eaaa.dk)" userId="1b06cd64-16c4-48f5-b285-7568c937f1a0" providerId="ADAL" clId="{E9811E54-1FA8-43F7-AC43-A1164A70C0D5}" dt="2025-11-12T15:11:00.322" v="727" actId="20577"/>
          <ac:spMkLst>
            <pc:docMk/>
            <pc:sldMk cId="2945826266" sldId="452"/>
            <ac:spMk id="5" creationId="{8AC25D5E-1F03-1AE2-D6CE-D825B09D653F}"/>
          </ac:spMkLst>
        </pc:spChg>
        <pc:spChg chg="mod">
          <ac:chgData name="Frank Elkær (adjunkt – frae@eaaa.dk)" userId="1b06cd64-16c4-48f5-b285-7568c937f1a0" providerId="ADAL" clId="{E9811E54-1FA8-43F7-AC43-A1164A70C0D5}" dt="2025-11-12T15:34:25.612" v="902" actId="114"/>
          <ac:spMkLst>
            <pc:docMk/>
            <pc:sldMk cId="2945826266" sldId="452"/>
            <ac:spMk id="6" creationId="{6F63B77F-171A-8B4C-4CCF-51191722BE8D}"/>
          </ac:spMkLst>
        </pc:spChg>
      </pc:sldChg>
      <pc:sldChg chg="addSp delSp modSp new mod">
        <pc:chgData name="Frank Elkær (adjunkt – frae@eaaa.dk)" userId="1b06cd64-16c4-48f5-b285-7568c937f1a0" providerId="ADAL" clId="{E9811E54-1FA8-43F7-AC43-A1164A70C0D5}" dt="2025-11-25T11:29:32.790" v="1162" actId="1076"/>
        <pc:sldMkLst>
          <pc:docMk/>
          <pc:sldMk cId="1426230533" sldId="453"/>
        </pc:sldMkLst>
        <pc:spChg chg="del">
          <ac:chgData name="Frank Elkær (adjunkt – frae@eaaa.dk)" userId="1b06cd64-16c4-48f5-b285-7568c937f1a0" providerId="ADAL" clId="{E9811E54-1FA8-43F7-AC43-A1164A70C0D5}" dt="2025-11-25T11:27:22.005" v="1052" actId="26606"/>
          <ac:spMkLst>
            <pc:docMk/>
            <pc:sldMk cId="1426230533" sldId="453"/>
            <ac:spMk id="2" creationId="{CF6AE569-2C09-F05C-35B3-8C46AB5D4B4B}"/>
          </ac:spMkLst>
        </pc:spChg>
        <pc:spChg chg="del">
          <ac:chgData name="Frank Elkær (adjunkt – frae@eaaa.dk)" userId="1b06cd64-16c4-48f5-b285-7568c937f1a0" providerId="ADAL" clId="{E9811E54-1FA8-43F7-AC43-A1164A70C0D5}" dt="2025-11-25T11:27:14.749" v="1050" actId="22"/>
          <ac:spMkLst>
            <pc:docMk/>
            <pc:sldMk cId="1426230533" sldId="453"/>
            <ac:spMk id="3" creationId="{BC24C560-A934-F07E-57E8-6591FC024380}"/>
          </ac:spMkLst>
        </pc:spChg>
        <pc:spChg chg="add mod">
          <ac:chgData name="Frank Elkær (adjunkt – frae@eaaa.dk)" userId="1b06cd64-16c4-48f5-b285-7568c937f1a0" providerId="ADAL" clId="{E9811E54-1FA8-43F7-AC43-A1164A70C0D5}" dt="2025-11-25T11:29:32.790" v="1162" actId="1076"/>
          <ac:spMkLst>
            <pc:docMk/>
            <pc:sldMk cId="1426230533" sldId="453"/>
            <ac:spMk id="6" creationId="{75160A43-4ED7-3D12-DBCB-05A284C4E299}"/>
          </ac:spMkLst>
        </pc:spChg>
        <pc:spChg chg="add mod">
          <ac:chgData name="Frank Elkær (adjunkt – frae@eaaa.dk)" userId="1b06cd64-16c4-48f5-b285-7568c937f1a0" providerId="ADAL" clId="{E9811E54-1FA8-43F7-AC43-A1164A70C0D5}" dt="2025-11-25T11:27:37.940" v="1073" actId="20577"/>
          <ac:spMkLst>
            <pc:docMk/>
            <pc:sldMk cId="1426230533" sldId="453"/>
            <ac:spMk id="10" creationId="{9BAE8DAD-33D3-F09B-235F-835BBD4A7F52}"/>
          </ac:spMkLst>
        </pc:spChg>
        <pc:picChg chg="add mod ord">
          <ac:chgData name="Frank Elkær (adjunkt – frae@eaaa.dk)" userId="1b06cd64-16c4-48f5-b285-7568c937f1a0" providerId="ADAL" clId="{E9811E54-1FA8-43F7-AC43-A1164A70C0D5}" dt="2025-11-25T11:27:22.005" v="1052" actId="26606"/>
          <ac:picMkLst>
            <pc:docMk/>
            <pc:sldMk cId="1426230533" sldId="453"/>
            <ac:picMk id="5" creationId="{43906E46-F8DF-3DD1-29AF-0AA72BCFA458}"/>
          </ac:picMkLst>
        </pc:picChg>
      </pc:sldChg>
      <pc:sldChg chg="addSp delSp modSp new mod">
        <pc:chgData name="Frank Elkær (adjunkt – frae@eaaa.dk)" userId="1b06cd64-16c4-48f5-b285-7568c937f1a0" providerId="ADAL" clId="{E9811E54-1FA8-43F7-AC43-A1164A70C0D5}" dt="2025-11-25T11:32:25.589" v="1210"/>
        <pc:sldMkLst>
          <pc:docMk/>
          <pc:sldMk cId="2735994936" sldId="454"/>
        </pc:sldMkLst>
        <pc:spChg chg="mod">
          <ac:chgData name="Frank Elkær (adjunkt – frae@eaaa.dk)" userId="1b06cd64-16c4-48f5-b285-7568c937f1a0" providerId="ADAL" clId="{E9811E54-1FA8-43F7-AC43-A1164A70C0D5}" dt="2025-11-25T11:31:44.227" v="1207" actId="20577"/>
          <ac:spMkLst>
            <pc:docMk/>
            <pc:sldMk cId="2735994936" sldId="454"/>
            <ac:spMk id="2" creationId="{F92AD258-25DD-FDCA-C227-A389AD6CDB08}"/>
          </ac:spMkLst>
        </pc:spChg>
        <pc:spChg chg="del">
          <ac:chgData name="Frank Elkær (adjunkt – frae@eaaa.dk)" userId="1b06cd64-16c4-48f5-b285-7568c937f1a0" providerId="ADAL" clId="{E9811E54-1FA8-43F7-AC43-A1164A70C0D5}" dt="2025-11-25T11:30:22.571" v="1164" actId="22"/>
          <ac:spMkLst>
            <pc:docMk/>
            <pc:sldMk cId="2735994936" sldId="454"/>
            <ac:spMk id="3" creationId="{806AB098-AE51-BA69-58B5-6E79B84B8333}"/>
          </ac:spMkLst>
        </pc:spChg>
        <pc:spChg chg="add mod">
          <ac:chgData name="Frank Elkær (adjunkt – frae@eaaa.dk)" userId="1b06cd64-16c4-48f5-b285-7568c937f1a0" providerId="ADAL" clId="{E9811E54-1FA8-43F7-AC43-A1164A70C0D5}" dt="2025-11-25T11:32:25.589" v="1210"/>
          <ac:spMkLst>
            <pc:docMk/>
            <pc:sldMk cId="2735994936" sldId="454"/>
            <ac:spMk id="8" creationId="{B25481A1-E62F-A563-4ED9-1D3E5ECA0AB9}"/>
          </ac:spMkLst>
        </pc:spChg>
        <pc:picChg chg="add mod ord">
          <ac:chgData name="Frank Elkær (adjunkt – frae@eaaa.dk)" userId="1b06cd64-16c4-48f5-b285-7568c937f1a0" providerId="ADAL" clId="{E9811E54-1FA8-43F7-AC43-A1164A70C0D5}" dt="2025-11-25T11:30:34.088" v="1168" actId="14100"/>
          <ac:picMkLst>
            <pc:docMk/>
            <pc:sldMk cId="2735994936" sldId="454"/>
            <ac:picMk id="5" creationId="{C38CD7CF-8A45-5C10-FD5A-AC71C6C325B6}"/>
          </ac:picMkLst>
        </pc:picChg>
        <pc:picChg chg="add del">
          <ac:chgData name="Frank Elkær (adjunkt – frae@eaaa.dk)" userId="1b06cd64-16c4-48f5-b285-7568c937f1a0" providerId="ADAL" clId="{E9811E54-1FA8-43F7-AC43-A1164A70C0D5}" dt="2025-11-25T11:31:51.703" v="1209" actId="478"/>
          <ac:picMkLst>
            <pc:docMk/>
            <pc:sldMk cId="2735994936" sldId="454"/>
            <ac:picMk id="7" creationId="{835D8108-CCF2-8121-8EC9-580919D74741}"/>
          </ac:picMkLst>
        </pc:picChg>
      </pc:sldChg>
      <pc:sldChg chg="addSp delSp modSp new mod">
        <pc:chgData name="Frank Elkær (adjunkt – frae@eaaa.dk)" userId="1b06cd64-16c4-48f5-b285-7568c937f1a0" providerId="ADAL" clId="{E9811E54-1FA8-43F7-AC43-A1164A70C0D5}" dt="2025-11-25T12:33:00.623" v="1313"/>
        <pc:sldMkLst>
          <pc:docMk/>
          <pc:sldMk cId="460095125" sldId="455"/>
        </pc:sldMkLst>
        <pc:spChg chg="mod">
          <ac:chgData name="Frank Elkær (adjunkt – frae@eaaa.dk)" userId="1b06cd64-16c4-48f5-b285-7568c937f1a0" providerId="ADAL" clId="{E9811E54-1FA8-43F7-AC43-A1164A70C0D5}" dt="2025-11-25T12:30:31.743" v="1270" actId="20577"/>
          <ac:spMkLst>
            <pc:docMk/>
            <pc:sldMk cId="460095125" sldId="455"/>
            <ac:spMk id="2" creationId="{E7A52AA7-5115-D3CE-2232-16195A30221E}"/>
          </ac:spMkLst>
        </pc:spChg>
        <pc:spChg chg="del">
          <ac:chgData name="Frank Elkær (adjunkt – frae@eaaa.dk)" userId="1b06cd64-16c4-48f5-b285-7568c937f1a0" providerId="ADAL" clId="{E9811E54-1FA8-43F7-AC43-A1164A70C0D5}" dt="2025-11-25T12:29:26.197" v="1212" actId="22"/>
          <ac:spMkLst>
            <pc:docMk/>
            <pc:sldMk cId="460095125" sldId="455"/>
            <ac:spMk id="3" creationId="{80FA2E35-4A14-BF26-E073-AC42BA9AA01C}"/>
          </ac:spMkLst>
        </pc:spChg>
        <pc:spChg chg="add mod">
          <ac:chgData name="Frank Elkær (adjunkt – frae@eaaa.dk)" userId="1b06cd64-16c4-48f5-b285-7568c937f1a0" providerId="ADAL" clId="{E9811E54-1FA8-43F7-AC43-A1164A70C0D5}" dt="2025-11-25T12:33:00.623" v="1313"/>
          <ac:spMkLst>
            <pc:docMk/>
            <pc:sldMk cId="460095125" sldId="455"/>
            <ac:spMk id="6" creationId="{5C93D64D-9939-79D4-8A6C-F5B6BACFB68B}"/>
          </ac:spMkLst>
        </pc:spChg>
        <pc:picChg chg="add mod ord">
          <ac:chgData name="Frank Elkær (adjunkt – frae@eaaa.dk)" userId="1b06cd64-16c4-48f5-b285-7568c937f1a0" providerId="ADAL" clId="{E9811E54-1FA8-43F7-AC43-A1164A70C0D5}" dt="2025-11-25T12:29:53.562" v="1233" actId="1076"/>
          <ac:picMkLst>
            <pc:docMk/>
            <pc:sldMk cId="460095125" sldId="455"/>
            <ac:picMk id="5" creationId="{4D81AB43-5A29-DAA7-93B5-F9B8FC721EC4}"/>
          </ac:picMkLst>
        </pc:picChg>
      </pc:sldChg>
      <pc:sldChg chg="addSp delSp modSp new mod">
        <pc:chgData name="Frank Elkær (adjunkt – frae@eaaa.dk)" userId="1b06cd64-16c4-48f5-b285-7568c937f1a0" providerId="ADAL" clId="{E9811E54-1FA8-43F7-AC43-A1164A70C0D5}" dt="2025-11-25T12:33:14.979" v="1314"/>
        <pc:sldMkLst>
          <pc:docMk/>
          <pc:sldMk cId="3922765128" sldId="456"/>
        </pc:sldMkLst>
        <pc:spChg chg="mod">
          <ac:chgData name="Frank Elkær (adjunkt – frae@eaaa.dk)" userId="1b06cd64-16c4-48f5-b285-7568c937f1a0" providerId="ADAL" clId="{E9811E54-1FA8-43F7-AC43-A1164A70C0D5}" dt="2025-11-25T12:32:33.594" v="1312" actId="20577"/>
          <ac:spMkLst>
            <pc:docMk/>
            <pc:sldMk cId="3922765128" sldId="456"/>
            <ac:spMk id="2" creationId="{B329C351-ACCF-689E-6275-945CB46D7375}"/>
          </ac:spMkLst>
        </pc:spChg>
        <pc:spChg chg="del">
          <ac:chgData name="Frank Elkær (adjunkt – frae@eaaa.dk)" userId="1b06cd64-16c4-48f5-b285-7568c937f1a0" providerId="ADAL" clId="{E9811E54-1FA8-43F7-AC43-A1164A70C0D5}" dt="2025-11-25T12:31:33.672" v="1272" actId="22"/>
          <ac:spMkLst>
            <pc:docMk/>
            <pc:sldMk cId="3922765128" sldId="456"/>
            <ac:spMk id="3" creationId="{EA842720-C846-1A37-2EE0-052C28E04F1D}"/>
          </ac:spMkLst>
        </pc:spChg>
        <pc:spChg chg="add mod">
          <ac:chgData name="Frank Elkær (adjunkt – frae@eaaa.dk)" userId="1b06cd64-16c4-48f5-b285-7568c937f1a0" providerId="ADAL" clId="{E9811E54-1FA8-43F7-AC43-A1164A70C0D5}" dt="2025-11-25T12:33:14.979" v="1314"/>
          <ac:spMkLst>
            <pc:docMk/>
            <pc:sldMk cId="3922765128" sldId="456"/>
            <ac:spMk id="6" creationId="{3DA9BF0A-3114-B153-4119-C0809C8D5538}"/>
          </ac:spMkLst>
        </pc:spChg>
        <pc:picChg chg="add mod ord">
          <ac:chgData name="Frank Elkær (adjunkt – frae@eaaa.dk)" userId="1b06cd64-16c4-48f5-b285-7568c937f1a0" providerId="ADAL" clId="{E9811E54-1FA8-43F7-AC43-A1164A70C0D5}" dt="2025-11-25T12:31:45.366" v="1277" actId="1076"/>
          <ac:picMkLst>
            <pc:docMk/>
            <pc:sldMk cId="3922765128" sldId="456"/>
            <ac:picMk id="5" creationId="{1A208481-7BC0-CED3-52BF-6F73932A68A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A42B2-AFB7-493A-8038-7C5772662864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CF1C7-1E88-43A4-A302-F6D2B43E149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228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CF1C7-1E88-43A4-A302-F6D2B43E149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4247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2.svg"/><Relationship Id="rId18" Type="http://schemas.openxmlformats.org/officeDocument/2006/relationships/image" Target="../media/image2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11.png"/><Relationship Id="rId17" Type="http://schemas.openxmlformats.org/officeDocument/2006/relationships/image" Target="../media/image24.svg"/><Relationship Id="rId2" Type="http://schemas.openxmlformats.org/officeDocument/2006/relationships/image" Target="../media/image15.png"/><Relationship Id="rId16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10.svg"/><Relationship Id="rId5" Type="http://schemas.openxmlformats.org/officeDocument/2006/relationships/image" Target="../media/image18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uden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C2DE219-33C6-A7E3-FE38-E2888694B8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16CB9C1-1168-DC60-F83C-216ED81709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AA5BC8-B46B-F7D9-EDD5-81A153A984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994D425-07AD-E7D7-9D72-D1DA62500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1139334C-B5A2-ACD8-DA69-BE9378DC5F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02A9D9FC-5A48-9086-E672-9944971371E0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CAB28EC-5252-8B2F-0968-259EE52B3EC2}"/>
              </a:ext>
            </a:extLst>
          </p:cNvPr>
          <p:cNvSpPr/>
          <p:nvPr userDrawn="1"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B168CE0-7676-D809-12B9-30911BF62EE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EBE64D-10DD-04E9-D948-570908CF2D32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FB896D1B-2BE4-E515-94F3-8C2E98DAEB3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FB41A2C8-6C86-FB4A-AAB3-929835579E0D}"/>
              </a:ext>
            </a:extLst>
          </p:cNvPr>
          <p:cNvCxnSpPr>
            <a:cxnSpLocks/>
          </p:cNvCxnSpPr>
          <p:nvPr userDrawn="1"/>
        </p:nvCxnSpPr>
        <p:spPr>
          <a:xfrm>
            <a:off x="924269" y="6104054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4E33EE05-8F95-4893-238B-F149EB10E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241" y="5281159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616117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14398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861457B-7A00-BE74-BFA9-F4B6924A8C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98877" y="436141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1">
                <a:lumMod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7" y="436140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E74A03EC-E5FA-79D1-2E92-7E2B69B497F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016" y="194962"/>
            <a:ext cx="1931436" cy="726963"/>
          </a:xfrm>
          <a:prstGeom prst="rect">
            <a:avLst/>
          </a:prstGeom>
        </p:spPr>
      </p:pic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BEEA16E3-A5E2-0855-4482-279792F9CC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6332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6D44003B-7C03-F9A5-2DE0-1A2B7E8AF0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12606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630890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61290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8" y="499137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5E1AE425-F6EA-D79E-69C6-E4C409373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5756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977B62BB-5B11-B355-4A4B-5040B7376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34843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BE259AE5-57BD-A35A-2212-5B85B5B0F5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34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d baggrund tekstfe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35494"/>
            <a:ext cx="10515600" cy="44861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6322C49-B95F-04A8-524B-8BD871BECF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2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slide med bob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/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1478"/>
            <a:ext cx="10515600" cy="4398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A7105EB-7427-7071-AD31-64EFAB69908E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F1C85A-20F7-C79F-0633-B74EE8556810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 dirty="0"/>
          </a:p>
        </p:txBody>
      </p:sp>
      <p:pic>
        <p:nvPicPr>
          <p:cNvPr id="8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D68DDE10-B68E-3872-E02C-F6BFCDF37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541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3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3F68F84E-343A-0D24-928A-76EF485DA79C}"/>
              </a:ext>
            </a:extLst>
          </p:cNvPr>
          <p:cNvSpPr/>
          <p:nvPr userDrawn="1"/>
        </p:nvSpPr>
        <p:spPr>
          <a:xfrm>
            <a:off x="-30013" y="0"/>
            <a:ext cx="708855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CBC73A91-F422-56B4-8BF2-C115360EC45A}"/>
              </a:ext>
            </a:extLst>
          </p:cNvPr>
          <p:cNvSpPr/>
          <p:nvPr/>
        </p:nvSpPr>
        <p:spPr>
          <a:xfrm>
            <a:off x="5336465" y="3879060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D4686CAD-586C-0B47-28FE-939B5CA0458F}"/>
              </a:ext>
            </a:extLst>
          </p:cNvPr>
          <p:cNvSpPr/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5" name="Grafik 4" descr="Badge 1 med massiv udfyldning">
            <a:extLst>
              <a:ext uri="{FF2B5EF4-FFF2-40B4-BE49-F238E27FC236}">
                <a16:creationId xmlns:a16="http://schemas.microsoft.com/office/drawing/2014/main" id="{8B18C807-D2A6-7364-F01B-35F44492C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4290" y="2639129"/>
            <a:ext cx="520839" cy="520839"/>
          </a:xfrm>
          <a:prstGeom prst="rect">
            <a:avLst/>
          </a:prstGeom>
        </p:spPr>
      </p:pic>
      <p:pic>
        <p:nvPicPr>
          <p:cNvPr id="10" name="Grafik 9" descr="Badge med massiv udfyldning">
            <a:extLst>
              <a:ext uri="{FF2B5EF4-FFF2-40B4-BE49-F238E27FC236}">
                <a16:creationId xmlns:a16="http://schemas.microsoft.com/office/drawing/2014/main" id="{034F8E1F-1FB0-41AB-FFDE-0A00A2A4A2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6418" y="3722704"/>
            <a:ext cx="478711" cy="478711"/>
          </a:xfrm>
          <a:prstGeom prst="rect">
            <a:avLst/>
          </a:prstGeom>
        </p:spPr>
      </p:pic>
      <p:pic>
        <p:nvPicPr>
          <p:cNvPr id="11" name="Grafik 10" descr="Badge 3 med massiv udfyldning">
            <a:extLst>
              <a:ext uri="{FF2B5EF4-FFF2-40B4-BE49-F238E27FC236}">
                <a16:creationId xmlns:a16="http://schemas.microsoft.com/office/drawing/2014/main" id="{B7D2B729-7602-78ED-2289-4FCD89D97A8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5353" y="4824842"/>
            <a:ext cx="478711" cy="478711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07F417A0-0653-37F9-7AA3-2FFBBD8A2C1C}"/>
              </a:ext>
            </a:extLst>
          </p:cNvPr>
          <p:cNvSpPr/>
          <p:nvPr userDrawn="1"/>
        </p:nvSpPr>
        <p:spPr>
          <a:xfrm>
            <a:off x="5336465" y="3877977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2156752-11BD-B98A-96A8-D5C234E6F9C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2864" y="8024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0" name="Pladsholder til tekst 19">
            <a:extLst>
              <a:ext uri="{FF2B5EF4-FFF2-40B4-BE49-F238E27FC236}">
                <a16:creationId xmlns:a16="http://schemas.microsoft.com/office/drawing/2014/main" id="{8E8B5261-1EBE-29C9-1A7E-3A469D70D7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73422" y="2693786"/>
            <a:ext cx="2725737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Pladsholder til tekst 19">
            <a:extLst>
              <a:ext uri="{FF2B5EF4-FFF2-40B4-BE49-F238E27FC236}">
                <a16:creationId xmlns:a16="http://schemas.microsoft.com/office/drawing/2014/main" id="{DCDAA490-B6B2-EEFD-C949-B9DCAA1D40D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73422" y="3776321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19">
            <a:extLst>
              <a:ext uri="{FF2B5EF4-FFF2-40B4-BE49-F238E27FC236}">
                <a16:creationId xmlns:a16="http://schemas.microsoft.com/office/drawing/2014/main" id="{6B40C985-CC51-BCD9-4E13-500306D05E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73423" y="4824842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657DA793-19BA-DE30-1DEE-8263D37E46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59847" y="1258303"/>
            <a:ext cx="4446954" cy="76941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CA0DC3F-623B-554F-BB96-24EA5435AD0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75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højre">
    <p:bg>
      <p:bgPr>
        <a:solidFill>
          <a:schemeClr val="accent6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1A97AF12-67B3-F2F9-6E32-DA0AF88A36E0}"/>
              </a:ext>
            </a:extLst>
          </p:cNvPr>
          <p:cNvSpPr/>
          <p:nvPr userDrawn="1"/>
        </p:nvSpPr>
        <p:spPr>
          <a:xfrm>
            <a:off x="1150188" y="1026544"/>
            <a:ext cx="9891624" cy="480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026543"/>
            <a:ext cx="4945812" cy="480491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E745A75A-C20F-A2B1-1E37-A7AEF37DC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09623" y="1276686"/>
            <a:ext cx="4266487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Pladsholder til tekst 13">
            <a:extLst>
              <a:ext uri="{FF2B5EF4-FFF2-40B4-BE49-F238E27FC236}">
                <a16:creationId xmlns:a16="http://schemas.microsoft.com/office/drawing/2014/main" id="{D5C8A285-7944-082F-EF17-266C02B406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9623" y="2320506"/>
            <a:ext cx="4265702" cy="32608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a-DK" sz="1800" kern="1200" smtClean="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2">
            <a:extLst>
              <a:ext uri="{FF2B5EF4-FFF2-40B4-BE49-F238E27FC236}">
                <a16:creationId xmlns:a16="http://schemas.microsoft.com/office/drawing/2014/main" id="{ADF37EF3-7D3F-BEED-9E3D-F9CFE7BE59B9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647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venstre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>
            <a:off x="0" y="0"/>
            <a:ext cx="350831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9553" y="1117831"/>
            <a:ext cx="5125421" cy="462233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59EDE253-6EC0-93C7-A55D-015A8F6A56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52558" y="1117831"/>
            <a:ext cx="4929889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B940A7E6-444D-0C88-B493-63C4B7DE8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52558" y="2090057"/>
            <a:ext cx="4929889" cy="365011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7EE718E-9FFA-7D6E-17C3-E19E415AD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5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9" name="Pladsholder til billede 18">
            <a:extLst>
              <a:ext uri="{FF2B5EF4-FFF2-40B4-BE49-F238E27FC236}">
                <a16:creationId xmlns:a16="http://schemas.microsoft.com/office/drawing/2014/main" id="{FC2A6DCB-B944-BADD-4C2B-2AEE970144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6669" y="3432220"/>
            <a:ext cx="6183086" cy="345127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-2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Pladsholder til billede 18">
            <a:extLst>
              <a:ext uri="{FF2B5EF4-FFF2-40B4-BE49-F238E27FC236}">
                <a16:creationId xmlns:a16="http://schemas.microsoft.com/office/drawing/2014/main" id="{01B1B245-1870-6F63-E15B-5A42484D14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9525" y="3441746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8000BE1-CFA9-0B2C-3A46-EFDA07107F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3913393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-2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F6ACCFA8-6CE0-E37B-E68E-C1BA6D4C79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360170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stort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12192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7CA7DEF1-BA6C-75EA-6002-D05B8D7A6F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40882" y="5561045"/>
            <a:ext cx="4501978" cy="88329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891544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vsidet bille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D2C1BF60-06FB-3B24-3D1A-CA1C190B4B3C}"/>
              </a:ext>
            </a:extLst>
          </p:cNvPr>
          <p:cNvSpPr txBox="1"/>
          <p:nvPr userDrawn="1"/>
        </p:nvSpPr>
        <p:spPr>
          <a:xfrm>
            <a:off x="7063273" y="7931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5D8DD052-F369-4F26-95C3-50DB868619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1015" y="919789"/>
            <a:ext cx="5042785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516B1A4-9943-D09D-4408-5F3C1AAB9C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1015" y="2038525"/>
            <a:ext cx="5042786" cy="415700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F60D2C-D6EF-28B6-82FF-F1E6C4625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83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ndt billede med 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3CC9FCDF-2FC8-45F8-FF96-6A4025D574F0}"/>
              </a:ext>
            </a:extLst>
          </p:cNvPr>
          <p:cNvCxnSpPr>
            <a:cxnSpLocks/>
          </p:cNvCxnSpPr>
          <p:nvPr/>
        </p:nvCxnSpPr>
        <p:spPr>
          <a:xfrm>
            <a:off x="905608" y="6309320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8784" y="8326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21" name="Grafik 20" descr="Badge 1 med massiv udfyldning">
            <a:extLst>
              <a:ext uri="{FF2B5EF4-FFF2-40B4-BE49-F238E27FC236}">
                <a16:creationId xmlns:a16="http://schemas.microsoft.com/office/drawing/2014/main" id="{414CB1FD-2F7F-568D-87A3-AA5F2E43A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6037" y="1724082"/>
            <a:ext cx="718913" cy="718913"/>
          </a:xfrm>
          <a:prstGeom prst="rect">
            <a:avLst/>
          </a:prstGeom>
        </p:spPr>
      </p:pic>
      <p:pic>
        <p:nvPicPr>
          <p:cNvPr id="22" name="Grafik 21" descr="Badge med massiv udfyldning">
            <a:extLst>
              <a:ext uri="{FF2B5EF4-FFF2-40B4-BE49-F238E27FC236}">
                <a16:creationId xmlns:a16="http://schemas.microsoft.com/office/drawing/2014/main" id="{256D1EF6-5D08-9A88-3344-6BFE564851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6037" y="3099743"/>
            <a:ext cx="718913" cy="718913"/>
          </a:xfrm>
          <a:prstGeom prst="rect">
            <a:avLst/>
          </a:prstGeom>
        </p:spPr>
      </p:pic>
      <p:pic>
        <p:nvPicPr>
          <p:cNvPr id="23" name="Grafik 22" descr="Badge 3 med massiv udfyldning">
            <a:extLst>
              <a:ext uri="{FF2B5EF4-FFF2-40B4-BE49-F238E27FC236}">
                <a16:creationId xmlns:a16="http://schemas.microsoft.com/office/drawing/2014/main" id="{17E4907E-C0D4-6E55-FB1C-714ED9C17C7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6037" y="4508922"/>
            <a:ext cx="718913" cy="718913"/>
          </a:xfrm>
          <a:prstGeom prst="rect">
            <a:avLst/>
          </a:prstGeom>
        </p:spPr>
      </p:pic>
      <p:sp>
        <p:nvSpPr>
          <p:cNvPr id="28" name="Pladsholder til tekst 19">
            <a:extLst>
              <a:ext uri="{FF2B5EF4-FFF2-40B4-BE49-F238E27FC236}">
                <a16:creationId xmlns:a16="http://schemas.microsoft.com/office/drawing/2014/main" id="{D9D10D8D-2441-FA2C-C1B8-1D95FC55F6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78822" y="1881737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ladsholder til tekst 19">
            <a:extLst>
              <a:ext uri="{FF2B5EF4-FFF2-40B4-BE49-F238E27FC236}">
                <a16:creationId xmlns:a16="http://schemas.microsoft.com/office/drawing/2014/main" id="{E42AE478-112D-AB0E-133D-472906C1B7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78822" y="3273463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2" name="Pladsholder til tekst 19">
            <a:extLst>
              <a:ext uri="{FF2B5EF4-FFF2-40B4-BE49-F238E27FC236}">
                <a16:creationId xmlns:a16="http://schemas.microsoft.com/office/drawing/2014/main" id="{46B1035F-A721-8566-C570-5BF6CD54FD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78822" y="4682642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4E97CA4-2FEB-E952-701A-94AC3A176EF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91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to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Pladsholder til indhold 3">
            <a:extLst>
              <a:ext uri="{FF2B5EF4-FFF2-40B4-BE49-F238E27FC236}">
                <a16:creationId xmlns:a16="http://schemas.microsoft.com/office/drawing/2014/main" id="{063FB2A0-E2A8-7639-5821-EA30510BAD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0775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538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6DA7DDE-63A6-5E98-0EC4-738E3F603C9A}"/>
              </a:ext>
            </a:extLst>
          </p:cNvPr>
          <p:cNvSpPr/>
          <p:nvPr userDrawn="1"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54ABB45-9D02-C95E-4427-18F343D6D612}"/>
              </a:ext>
            </a:extLst>
          </p:cNvPr>
          <p:cNvSpPr/>
          <p:nvPr userDrawn="1"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A7871B6C-23E6-0643-2DDB-7CE708093E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8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2442907-9607-FBD5-41BE-6F012CFF8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927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2">
            <a:extLst>
              <a:ext uri="{FF2B5EF4-FFF2-40B4-BE49-F238E27FC236}">
                <a16:creationId xmlns:a16="http://schemas.microsoft.com/office/drawing/2014/main" id="{921CC2E2-C216-1654-6436-4F23FF6174D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70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èn overskrift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885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10056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81912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7517C1-57BE-3C06-76C5-125A76A57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301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overskrifter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22713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39878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6317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5F7AD4-F672-5698-2F38-608B2E0C6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2713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F85ABD62-253C-7D26-2060-90103E5CA1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5567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4662DEC7-4912-95D4-725F-9DBD13CDE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39878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34E7724-DF42-9222-9ADB-53B0C0E36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0874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tekst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1">
            <a:extLst>
              <a:ext uri="{FF2B5EF4-FFF2-40B4-BE49-F238E27FC236}">
                <a16:creationId xmlns:a16="http://schemas.microsoft.com/office/drawing/2014/main" id="{6AF7C5D9-4A61-9AFB-55B2-59864D54C6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0" y="1857765"/>
            <a:ext cx="5220347" cy="430044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1F23421-9BB5-B66E-2915-7AC5D1C649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D6ED4BE-01AC-F3C9-BEAE-18399B71C5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8427B0-6F2A-9A36-BA01-8150978C21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0254" y="837025"/>
            <a:ext cx="5655776" cy="5321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C1117402-4D1F-2B99-74B2-57532C00E0E0}"/>
              </a:ext>
            </a:extLst>
          </p:cNvPr>
          <p:cNvSpPr/>
          <p:nvPr userDrawn="1"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D89150D-33F7-C7EA-4565-830E42B119EF}"/>
              </a:ext>
            </a:extLst>
          </p:cNvPr>
          <p:cNvSpPr/>
          <p:nvPr userDrawn="1"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956E59B5-69E2-3426-86B0-660FF5B7C7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837025"/>
            <a:ext cx="5220346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5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340D9666-406B-DB5B-73C6-16F9D8892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89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runde billeder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CD6D3C6-2CAC-6C9A-A3DF-9BFDD74C8B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22030" y="785132"/>
            <a:ext cx="4357398" cy="4357397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billede 3">
            <a:extLst>
              <a:ext uri="{FF2B5EF4-FFF2-40B4-BE49-F238E27FC236}">
                <a16:creationId xmlns:a16="http://schemas.microsoft.com/office/drawing/2014/main" id="{2EBF9CBC-4B0B-0256-FC20-008C5A7ADF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20543" y="3547382"/>
            <a:ext cx="2525486" cy="2525486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852246"/>
            <a:ext cx="4949760" cy="42206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9FB30B0-C3B1-8663-0D9A-EC5CF4927F14}"/>
              </a:ext>
            </a:extLst>
          </p:cNvPr>
          <p:cNvSpPr/>
          <p:nvPr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097722E6-54DB-46BE-D13E-34D050586DE2}"/>
              </a:ext>
            </a:extLst>
          </p:cNvPr>
          <p:cNvSpPr/>
          <p:nvPr userDrawn="1"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3C32BFDE-1C03-812C-A5E3-30680D7D0E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782152"/>
            <a:ext cx="4949760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44DACAA-D3A2-06DC-1F35-F2B4216E51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72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oks med farvet bund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 rot="5400000">
            <a:off x="5050971" y="-283028"/>
            <a:ext cx="2090057" cy="1219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CB5A48A-2E4C-AD56-8DE6-E60836641FA2}"/>
              </a:ext>
            </a:extLst>
          </p:cNvPr>
          <p:cNvSpPr txBox="1">
            <a:spLocks/>
          </p:cNvSpPr>
          <p:nvPr userDrawn="1"/>
        </p:nvSpPr>
        <p:spPr>
          <a:xfrm>
            <a:off x="1500554" y="2166972"/>
            <a:ext cx="9206523" cy="3589674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da-DK" sz="18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E788242D-E2F8-8F7B-3491-A61E1FA5EC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0553" y="1057680"/>
            <a:ext cx="9206523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Pladsholder til tekst 8">
            <a:extLst>
              <a:ext uri="{FF2B5EF4-FFF2-40B4-BE49-F238E27FC236}">
                <a16:creationId xmlns:a16="http://schemas.microsoft.com/office/drawing/2014/main" id="{851A094B-990F-8F94-975B-7B7DD748BD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10090" y="2176510"/>
            <a:ext cx="9206523" cy="3589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8BA79972-1283-3664-EEBF-DEE63E404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9663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ktangel 28">
            <a:extLst>
              <a:ext uri="{FF2B5EF4-FFF2-40B4-BE49-F238E27FC236}">
                <a16:creationId xmlns:a16="http://schemas.microsoft.com/office/drawing/2014/main" id="{472C92E0-91EE-E45C-70DA-61B42DD33B61}"/>
              </a:ext>
            </a:extLst>
          </p:cNvPr>
          <p:cNvSpPr/>
          <p:nvPr/>
        </p:nvSpPr>
        <p:spPr>
          <a:xfrm>
            <a:off x="0" y="0"/>
            <a:ext cx="4730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Pladsholder til tekst 21">
            <a:extLst>
              <a:ext uri="{FF2B5EF4-FFF2-40B4-BE49-F238E27FC236}">
                <a16:creationId xmlns:a16="http://schemas.microsoft.com/office/drawing/2014/main" id="{F897E297-5976-19F9-D84E-BB274E6A37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971" y="522515"/>
            <a:ext cx="3801742" cy="10072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en titel</a:t>
            </a:r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687314"/>
            <a:ext cx="3801742" cy="46481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bg1"/>
                </a:solidFill>
                <a:latin typeface="Lucida Sans" panose="020B0602030504020204" pitchFamily="34" charset="0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6945550-0D7D-5522-9B2D-2D5A0193F894}"/>
              </a:ext>
            </a:extLst>
          </p:cNvPr>
          <p:cNvSpPr/>
          <p:nvPr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tekst 18">
            <a:extLst>
              <a:ext uri="{FF2B5EF4-FFF2-40B4-BE49-F238E27FC236}">
                <a16:creationId xmlns:a16="http://schemas.microsoft.com/office/drawing/2014/main" id="{D99D8A3C-5CA7-A723-C3E7-A5307D49B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9253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5729EC31-1F8B-12C8-FE4F-0673D0B2FC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9371" y="1703691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2" name="Grafik 21" descr="Badge 1 med massiv udfyldning">
            <a:extLst>
              <a:ext uri="{FF2B5EF4-FFF2-40B4-BE49-F238E27FC236}">
                <a16:creationId xmlns:a16="http://schemas.microsoft.com/office/drawing/2014/main" id="{067809C9-7D6D-59FB-4EA7-7DF783D26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24" name="Grafik 23" descr="Badge med massiv udfyldning">
            <a:extLst>
              <a:ext uri="{FF2B5EF4-FFF2-40B4-BE49-F238E27FC236}">
                <a16:creationId xmlns:a16="http://schemas.microsoft.com/office/drawing/2014/main" id="{7950BEEE-DC43-48EE-1F84-DF17B5CA3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26" name="Grafik 25" descr="Badge 3 med massiv udfyldning">
            <a:extLst>
              <a:ext uri="{FF2B5EF4-FFF2-40B4-BE49-F238E27FC236}">
                <a16:creationId xmlns:a16="http://schemas.microsoft.com/office/drawing/2014/main" id="{15E142B3-F1CC-B292-5B23-E7DCC6A736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28" name="Grafik 27" descr="Badge 4 med massiv udfyldning">
            <a:extLst>
              <a:ext uri="{FF2B5EF4-FFF2-40B4-BE49-F238E27FC236}">
                <a16:creationId xmlns:a16="http://schemas.microsoft.com/office/drawing/2014/main" id="{958C1D6D-1D06-04B1-BC27-64577E7096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30" name="Rektangel 29">
            <a:extLst>
              <a:ext uri="{FF2B5EF4-FFF2-40B4-BE49-F238E27FC236}">
                <a16:creationId xmlns:a16="http://schemas.microsoft.com/office/drawing/2014/main" id="{8415F059-5524-D9B4-D9CE-F5C98ACE4440}"/>
              </a:ext>
            </a:extLst>
          </p:cNvPr>
          <p:cNvSpPr/>
          <p:nvPr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Pladsholder til tekst 18">
            <a:extLst>
              <a:ext uri="{FF2B5EF4-FFF2-40B4-BE49-F238E27FC236}">
                <a16:creationId xmlns:a16="http://schemas.microsoft.com/office/drawing/2014/main" id="{72CBC415-531C-287A-06ED-478D6D3D72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38768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1D637F53-0961-D753-9CCA-826C05F25348}"/>
              </a:ext>
            </a:extLst>
          </p:cNvPr>
          <p:cNvSpPr/>
          <p:nvPr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Pladsholder til tekst 18">
            <a:extLst>
              <a:ext uri="{FF2B5EF4-FFF2-40B4-BE49-F238E27FC236}">
                <a16:creationId xmlns:a16="http://schemas.microsoft.com/office/drawing/2014/main" id="{38A62022-F2CA-406B-233C-54B43978AE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9371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A04C7AC0-B565-151A-9F3A-FF359335AF24}"/>
              </a:ext>
            </a:extLst>
          </p:cNvPr>
          <p:cNvSpPr/>
          <p:nvPr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987A51DE-FE2B-C476-509E-7E9DBBAE71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38768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CB54D9B-DC92-DA1A-226B-CD2C8BA86DA7}"/>
              </a:ext>
            </a:extLst>
          </p:cNvPr>
          <p:cNvSpPr/>
          <p:nvPr userDrawn="1"/>
        </p:nvSpPr>
        <p:spPr>
          <a:xfrm>
            <a:off x="0" y="0"/>
            <a:ext cx="47301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B506AB1-D825-4EB6-CF40-C3480ED520B7}"/>
              </a:ext>
            </a:extLst>
          </p:cNvPr>
          <p:cNvSpPr/>
          <p:nvPr userDrawn="1"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" name="Grafik 3" descr="Badge 1 med massiv udfyldning">
            <a:extLst>
              <a:ext uri="{FF2B5EF4-FFF2-40B4-BE49-F238E27FC236}">
                <a16:creationId xmlns:a16="http://schemas.microsoft.com/office/drawing/2014/main" id="{4ED77CCF-5526-0410-E4FD-E7E859138F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5" name="Grafik 4" descr="Badge med massiv udfyldning">
            <a:extLst>
              <a:ext uri="{FF2B5EF4-FFF2-40B4-BE49-F238E27FC236}">
                <a16:creationId xmlns:a16="http://schemas.microsoft.com/office/drawing/2014/main" id="{FFACF88F-F1AB-4C4D-2E13-D9B9F1A3845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6" name="Grafik 5" descr="Badge 3 med massiv udfyldning">
            <a:extLst>
              <a:ext uri="{FF2B5EF4-FFF2-40B4-BE49-F238E27FC236}">
                <a16:creationId xmlns:a16="http://schemas.microsoft.com/office/drawing/2014/main" id="{8B358B7B-5E14-AE3F-D8AA-B729C070C4F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7" name="Grafik 6" descr="Badge 4 med massiv udfyldning">
            <a:extLst>
              <a:ext uri="{FF2B5EF4-FFF2-40B4-BE49-F238E27FC236}">
                <a16:creationId xmlns:a16="http://schemas.microsoft.com/office/drawing/2014/main" id="{5D24D015-CF3E-99BD-A501-5E223E43BDA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89DB1CD2-83C8-EE75-BD73-D47E423A7480}"/>
              </a:ext>
            </a:extLst>
          </p:cNvPr>
          <p:cNvSpPr/>
          <p:nvPr userDrawn="1"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33ED9F8-307B-A01C-39DB-A29F79F7C8DD}"/>
              </a:ext>
            </a:extLst>
          </p:cNvPr>
          <p:cNvSpPr/>
          <p:nvPr userDrawn="1"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618AACC1-26AA-FDA8-973D-5F3AAB621549}"/>
              </a:ext>
            </a:extLst>
          </p:cNvPr>
          <p:cNvSpPr/>
          <p:nvPr userDrawn="1"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Pladsholder til tekst 18">
            <a:extLst>
              <a:ext uri="{FF2B5EF4-FFF2-40B4-BE49-F238E27FC236}">
                <a16:creationId xmlns:a16="http://schemas.microsoft.com/office/drawing/2014/main" id="{A2387C31-BB0B-7872-3143-59931D0571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38768" y="1703690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tekst 18">
            <a:extLst>
              <a:ext uri="{FF2B5EF4-FFF2-40B4-BE49-F238E27FC236}">
                <a16:creationId xmlns:a16="http://schemas.microsoft.com/office/drawing/2014/main" id="{B5B4272F-2918-6F2A-E7A6-8F2B35213F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7064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68813193-889D-153B-1F8B-F898A14E6A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38768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17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994E521-DAAE-1BD3-9CA1-C6634778FE5F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84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obler med tekst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636" y="525544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23317" y="1625499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4319" y="3354628"/>
            <a:ext cx="2508405" cy="22038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ladsholder til tekst 6">
            <a:extLst>
              <a:ext uri="{FF2B5EF4-FFF2-40B4-BE49-F238E27FC236}">
                <a16:creationId xmlns:a16="http://schemas.microsoft.com/office/drawing/2014/main" id="{2882F17C-00F2-A813-2186-4FE5B2FBF7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7" y="2267340"/>
            <a:ext cx="2813375" cy="28985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6">
            <a:extLst>
              <a:ext uri="{FF2B5EF4-FFF2-40B4-BE49-F238E27FC236}">
                <a16:creationId xmlns:a16="http://schemas.microsoft.com/office/drawing/2014/main" id="{0EA4F555-26FA-340F-7755-423F83BD09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67240" y="1063426"/>
            <a:ext cx="1948713" cy="1821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9703462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bokse med tekst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24644" y="2631672"/>
            <a:ext cx="3707920" cy="370792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42534" y="3450566"/>
            <a:ext cx="2441528" cy="21079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16FD77BF-BF2C-21DC-4882-43FB0B4F49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65724" y="1146853"/>
            <a:ext cx="1916112" cy="16543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Pladsholder til tekst 6">
            <a:extLst>
              <a:ext uri="{FF2B5EF4-FFF2-40B4-BE49-F238E27FC236}">
                <a16:creationId xmlns:a16="http://schemas.microsoft.com/office/drawing/2014/main" id="{963992AD-36AD-AA14-246B-14784DE663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8" y="2537696"/>
            <a:ext cx="2799770" cy="241724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7961290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bl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2362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7253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24046668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82034782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223611471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6443" y="5805264"/>
            <a:ext cx="12192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800" dirty="0"/>
              <a:t>               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1295360" y="1448736"/>
            <a:ext cx="96012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1295360" y="548616"/>
            <a:ext cx="9601280" cy="90012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200"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4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1295360" y="1718773"/>
            <a:ext cx="9601280" cy="39605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E6072851-7882-4178-8020-B91172F2D5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06468" y="5907978"/>
            <a:ext cx="2228093" cy="80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8905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sp>
        <p:nvSpPr>
          <p:cNvPr id="13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1412876"/>
            <a:ext cx="10274300" cy="4032250"/>
          </a:xfrm>
          <a:prstGeom prst="rect">
            <a:avLst/>
          </a:prstGeom>
        </p:spPr>
        <p:txBody>
          <a:bodyPr/>
          <a:lstStyle>
            <a:lvl1pPr marL="342900" indent="-342900" defTabSz="447675">
              <a:lnSpc>
                <a:spcPct val="100000"/>
              </a:lnSpc>
              <a:buFont typeface="Arial" panose="020B0604020202020204" pitchFamily="34" charset="0"/>
              <a:buChar char="•"/>
              <a:defRPr sz="2000" b="0">
                <a:latin typeface="+mn-lt"/>
              </a:defRPr>
            </a:lvl1pPr>
            <a:lvl2pPr marL="800100" indent="-342900" defTabSz="447675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Skriv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2" name="Titel"/>
          <p:cNvSpPr>
            <a:spLocks noGrp="1"/>
          </p:cNvSpPr>
          <p:nvPr>
            <p:ph type="title" hasCustomPrompt="1"/>
          </p:nvPr>
        </p:nvSpPr>
        <p:spPr>
          <a:xfrm>
            <a:off x="958853" y="333376"/>
            <a:ext cx="10274299" cy="82708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50000"/>
              </a:lnSpc>
              <a:defRPr sz="2400" b="0" cap="all" spc="120" baseline="0"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  <p:pic>
        <p:nvPicPr>
          <p:cNvPr id="8" name="Logo, EAAA">
            <a:extLst>
              <a:ext uri="{FF2B5EF4-FFF2-40B4-BE49-F238E27FC236}">
                <a16:creationId xmlns:a16="http://schemas.microsoft.com/office/drawing/2014/main" id="{1A6A771D-5E91-46B6-86A5-D8470EF2AE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0038" y="5865182"/>
            <a:ext cx="2322374" cy="876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221349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604">
          <p15:clr>
            <a:srgbClr val="A4A3A4"/>
          </p15:clr>
        </p15:guide>
        <p15:guide id="2" pos="7076">
          <p15:clr>
            <a:srgbClr val="A4A3A4"/>
          </p15:clr>
        </p15:guide>
        <p15:guide id="3" orient="horz" pos="890">
          <p15:clr>
            <a:srgbClr val="A4A3A4"/>
          </p15:clr>
        </p15:guide>
        <p15:guide id="5" orient="horz" pos="3430">
          <p15:clr>
            <a:srgbClr val="A4A3A4"/>
          </p15:clr>
        </p15:guide>
        <p15:guide id="6" orient="horz" pos="731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pos="3840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002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E1A33-14D3-79C8-A7E6-A7CFA8FF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D2664-8CE8-D9E2-D260-1FEEBF6F2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241" y="5281159"/>
            <a:ext cx="9982200" cy="908391"/>
          </a:xfrm>
        </p:spPr>
        <p:txBody>
          <a:bodyPr anchor="ctr">
            <a:normAutofit/>
          </a:bodyPr>
          <a:lstStyle/>
          <a:p>
            <a:r>
              <a:rPr lang="da-DK" dirty="0"/>
              <a:t>Forretningsforståelse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598CC0F2-654D-3AD5-E1D4-472670691EDE}"/>
              </a:ext>
            </a:extLst>
          </p:cNvPr>
          <p:cNvSpPr txBox="1"/>
          <p:nvPr/>
        </p:nvSpPr>
        <p:spPr>
          <a:xfrm>
            <a:off x="1628140" y="2951946"/>
            <a:ext cx="5161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Modul 10 Beredskabsplaner</a:t>
            </a:r>
          </a:p>
        </p:txBody>
      </p:sp>
    </p:spTree>
    <p:extLst>
      <p:ext uri="{BB962C8B-B14F-4D97-AF65-F5344CB8AC3E}">
        <p14:creationId xmlns:p14="http://schemas.microsoft.com/office/powerpoint/2010/main" val="2942165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26496-4FEA-6531-DCE5-756796019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AC25D5E-1F03-1AE2-D6CE-D825B09D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Beredskabsplaner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F63B77F-171A-8B4C-4CCF-51191722BE8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a-DK" sz="3200" b="1" i="1" dirty="0"/>
              <a:t>Med en god beredskabsplan er virksomheden klar til at navigere mens angrebet står på – og det kan være forskellen på overlevelse og lukning.  </a:t>
            </a:r>
            <a:endParaRPr lang="da-DK" sz="3200" i="1" dirty="0"/>
          </a:p>
          <a:p>
            <a:br>
              <a:rPr lang="da-DK" dirty="0"/>
            </a:br>
            <a:br>
              <a:rPr lang="da-DK" dirty="0"/>
            </a:br>
            <a:endParaRPr lang="da-DK" dirty="0"/>
          </a:p>
          <a:p>
            <a:r>
              <a:rPr lang="da-DK" dirty="0"/>
              <a:t>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45826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9C351-ACCF-689E-6275-945CB46D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Continuity</a:t>
            </a:r>
            <a:r>
              <a:rPr lang="da-DK" dirty="0"/>
              <a:t> management - beredskab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1A208481-7BC0-CED3-52BF-6F73932A68A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230243" y="1588981"/>
            <a:ext cx="6478859" cy="4983740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3DA9BF0A-3114-B153-4119-C0809C8D5538}"/>
              </a:ext>
            </a:extLst>
          </p:cNvPr>
          <p:cNvSpPr txBox="1"/>
          <p:nvPr/>
        </p:nvSpPr>
        <p:spPr>
          <a:xfrm>
            <a:off x="7211674" y="6276988"/>
            <a:ext cx="47997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000" dirty="0" err="1"/>
              <a:t>Cybersikkerhed</a:t>
            </a:r>
            <a:r>
              <a:rPr lang="da-DK" sz="1000" dirty="0"/>
              <a:t> – helt sikkert Nanna Gorm Boman / Mette </a:t>
            </a:r>
            <a:r>
              <a:rPr lang="da-DK" sz="1000" dirty="0" err="1"/>
              <a:t>Dreisler</a:t>
            </a:r>
            <a:r>
              <a:rPr lang="da-DK" sz="1000" dirty="0"/>
              <a:t> </a:t>
            </a:r>
            <a:r>
              <a:rPr lang="da-DK" sz="1000" dirty="0" err="1"/>
              <a:t>Dirac</a:t>
            </a:r>
            <a:endParaRPr lang="da-DK" sz="1000" dirty="0"/>
          </a:p>
        </p:txBody>
      </p:sp>
    </p:spTree>
    <p:extLst>
      <p:ext uri="{BB962C8B-B14F-4D97-AF65-F5344CB8AC3E}">
        <p14:creationId xmlns:p14="http://schemas.microsoft.com/office/powerpoint/2010/main" val="3922765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1C17F71-3391-D5CD-AC11-B646BB116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Hvorfor er beredskabsplaner vigtige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795F05A-744A-A6B6-4CD6-29E9283A55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a-DK" b="1" dirty="0"/>
              <a:t>1. Sikrer forretningskontinuitet</a:t>
            </a:r>
          </a:p>
          <a:p>
            <a:r>
              <a:rPr lang="da-DK" dirty="0"/>
              <a:t>En beredskabsplan beskriver, hvordan man </a:t>
            </a:r>
            <a:r>
              <a:rPr lang="da-DK" dirty="0">
                <a:solidFill>
                  <a:srgbClr val="FF0000"/>
                </a:solidFill>
              </a:rPr>
              <a:t>opretholder kritiske funktioner</a:t>
            </a:r>
            <a:r>
              <a:rPr lang="da-DK" dirty="0"/>
              <a:t>, så virksomhedens drift kan fortsætte. </a:t>
            </a:r>
          </a:p>
          <a:p>
            <a:r>
              <a:rPr lang="da-DK" b="1" dirty="0"/>
              <a:t>2. Reducerer skader og omkostninger</a:t>
            </a:r>
          </a:p>
          <a:p>
            <a:r>
              <a:rPr lang="da-DK" dirty="0"/>
              <a:t>Uden en plan kan reaktioner blive </a:t>
            </a:r>
            <a:r>
              <a:rPr lang="da-DK" dirty="0">
                <a:solidFill>
                  <a:srgbClr val="FF0000"/>
                </a:solidFill>
              </a:rPr>
              <a:t>kaotiske</a:t>
            </a:r>
            <a:r>
              <a:rPr lang="da-DK" dirty="0"/>
              <a:t>, hvilket forlænger nedetid og øger tab.</a:t>
            </a:r>
          </a:p>
          <a:p>
            <a:r>
              <a:rPr lang="da-DK" b="1" dirty="0"/>
              <a:t>3. Opfylder lovkrav</a:t>
            </a:r>
          </a:p>
          <a:p>
            <a:r>
              <a:rPr lang="da-DK" dirty="0"/>
              <a:t>Reguleringer som </a:t>
            </a:r>
            <a:r>
              <a:rPr lang="da-DK" dirty="0">
                <a:solidFill>
                  <a:srgbClr val="FF0000"/>
                </a:solidFill>
              </a:rPr>
              <a:t>NIS2 og GDPR </a:t>
            </a:r>
            <a:r>
              <a:rPr lang="da-DK" dirty="0"/>
              <a:t>pålægger organisationer at have kontrol med hændelseshåndtering.</a:t>
            </a:r>
          </a:p>
          <a:p>
            <a:r>
              <a:rPr lang="da-DK" b="1" dirty="0"/>
              <a:t>4. Styrker </a:t>
            </a:r>
            <a:r>
              <a:rPr lang="da-DK" b="1" dirty="0" err="1"/>
              <a:t>cybersikkerhedsresilliens</a:t>
            </a:r>
            <a:r>
              <a:rPr lang="da-DK" b="1" dirty="0"/>
              <a:t> (modstandskraft)</a:t>
            </a:r>
          </a:p>
          <a:p>
            <a:r>
              <a:rPr lang="da-DK" dirty="0"/>
              <a:t>En beredskabsplan gør organisationen mere </a:t>
            </a:r>
            <a:r>
              <a:rPr lang="da-DK" dirty="0">
                <a:solidFill>
                  <a:srgbClr val="FF0000"/>
                </a:solidFill>
              </a:rPr>
              <a:t>modstandsdygtig</a:t>
            </a:r>
            <a:r>
              <a:rPr lang="da-DK" dirty="0"/>
              <a:t> og bedre i stand til at gendanne systemer og data.</a:t>
            </a:r>
          </a:p>
          <a:p>
            <a:endParaRPr lang="da-DK" dirty="0"/>
          </a:p>
          <a:p>
            <a:r>
              <a:rPr lang="da-DK" dirty="0">
                <a:solidFill>
                  <a:srgbClr val="FF0000"/>
                </a:solidFill>
              </a:rPr>
              <a:t>Andet?</a:t>
            </a:r>
          </a:p>
          <a:p>
            <a:br>
              <a:rPr lang="da-DK" dirty="0"/>
            </a:br>
            <a:br>
              <a:rPr lang="da-DK" dirty="0"/>
            </a:br>
            <a:endParaRPr lang="da-DK" dirty="0"/>
          </a:p>
          <a:p>
            <a:r>
              <a:rPr lang="da-DK" dirty="0"/>
              <a:t>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59574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A52AA7-5115-D3CE-2232-16195A302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Tråd til forretningsprocesser og -risiko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4D81AB43-5A29-DAA7-93B5-F9B8FC721EC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252546" y="1588981"/>
            <a:ext cx="8486079" cy="4910485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5C93D64D-9939-79D4-8A6C-F5B6BACFB68B}"/>
              </a:ext>
            </a:extLst>
          </p:cNvPr>
          <p:cNvSpPr txBox="1"/>
          <p:nvPr/>
        </p:nvSpPr>
        <p:spPr>
          <a:xfrm>
            <a:off x="7211674" y="6276988"/>
            <a:ext cx="47997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000" dirty="0" err="1"/>
              <a:t>Cybersikkerhed</a:t>
            </a:r>
            <a:r>
              <a:rPr lang="da-DK" sz="1000" dirty="0"/>
              <a:t> – helt sikkert Nanna Gorm Boman / Mette </a:t>
            </a:r>
            <a:r>
              <a:rPr lang="da-DK" sz="1000" dirty="0" err="1"/>
              <a:t>Dreisler</a:t>
            </a:r>
            <a:r>
              <a:rPr lang="da-DK" sz="1000" dirty="0"/>
              <a:t> </a:t>
            </a:r>
            <a:r>
              <a:rPr lang="da-DK" sz="1000" dirty="0" err="1"/>
              <a:t>Dirac</a:t>
            </a:r>
            <a:endParaRPr lang="da-DK" sz="1000" dirty="0"/>
          </a:p>
        </p:txBody>
      </p:sp>
    </p:spTree>
    <p:extLst>
      <p:ext uri="{BB962C8B-B14F-4D97-AF65-F5344CB8AC3E}">
        <p14:creationId xmlns:p14="http://schemas.microsoft.com/office/powerpoint/2010/main" val="460095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8A02C-598E-3199-7B1F-5560310D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Steps i opbygning af plan(er)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A21D4BC5-6DCE-F686-12D1-57002AA61A3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3252486" y="1436451"/>
            <a:ext cx="5833641" cy="525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82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2AD258-25DD-FDCA-C227-A389AD6C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Dokumenter relateret til beredskabsplan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C38CD7CF-8A45-5C10-FD5A-AC71C6C325B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367668" y="1588981"/>
            <a:ext cx="5151864" cy="5156640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B25481A1-E62F-A563-4ED9-1D3E5ECA0AB9}"/>
              </a:ext>
            </a:extLst>
          </p:cNvPr>
          <p:cNvSpPr txBox="1"/>
          <p:nvPr/>
        </p:nvSpPr>
        <p:spPr>
          <a:xfrm>
            <a:off x="7211674" y="6276988"/>
            <a:ext cx="47997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000" dirty="0" err="1"/>
              <a:t>Cybersikkerhed</a:t>
            </a:r>
            <a:r>
              <a:rPr lang="da-DK" sz="1000" dirty="0"/>
              <a:t> – helt sikkert Nanna Gorm Boman / Mette </a:t>
            </a:r>
            <a:r>
              <a:rPr lang="da-DK" sz="1000" dirty="0" err="1"/>
              <a:t>Dreisler</a:t>
            </a:r>
            <a:r>
              <a:rPr lang="da-DK" sz="1000" dirty="0"/>
              <a:t> </a:t>
            </a:r>
            <a:r>
              <a:rPr lang="da-DK" sz="1000" dirty="0" err="1"/>
              <a:t>Dirac</a:t>
            </a:r>
            <a:endParaRPr lang="da-DK" sz="1000" dirty="0"/>
          </a:p>
        </p:txBody>
      </p:sp>
    </p:spTree>
    <p:extLst>
      <p:ext uri="{BB962C8B-B14F-4D97-AF65-F5344CB8AC3E}">
        <p14:creationId xmlns:p14="http://schemas.microsoft.com/office/powerpoint/2010/main" val="2735994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8D7FDF-1471-F394-83E5-D9EA78BA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 dirty="0"/>
              <a:t>Hvilke planer er der behov for?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767A38-D520-BB4E-12C0-AA41FFA84532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838200" y="1735494"/>
            <a:ext cx="10515600" cy="448618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180975" marR="0" lvl="0" indent="-180975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b="1" i="0" u="none" strike="noStrike" cap="none" normalizeH="0" baseline="0" dirty="0">
                <a:ln>
                  <a:noFill/>
                </a:ln>
                <a:effectLst/>
              </a:rPr>
              <a:t>Incident </a:t>
            </a:r>
            <a:r>
              <a:rPr kumimoji="0" lang="da-DK" altLang="da-DK" b="1" i="0" u="none" strike="noStrike" cap="none" normalizeH="0" baseline="0" dirty="0" err="1">
                <a:ln>
                  <a:noFill/>
                </a:ln>
                <a:effectLst/>
              </a:rPr>
              <a:t>Response</a:t>
            </a:r>
            <a:r>
              <a:rPr kumimoji="0" lang="da-DK" altLang="da-DK" b="1" i="0" u="none" strike="noStrike" cap="none" normalizeH="0" baseline="0" dirty="0">
                <a:ln>
                  <a:noFill/>
                </a:ln>
                <a:effectLst/>
              </a:rPr>
              <a:t> Plan (IRP)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 – </a:t>
            </a:r>
            <a:r>
              <a:rPr lang="da-DK" altLang="da-DK" dirty="0"/>
              <a:t>Plan/</a:t>
            </a:r>
            <a:r>
              <a:rPr lang="da-DK" altLang="da-DK" dirty="0" err="1"/>
              <a:t>playbook</a:t>
            </a:r>
            <a:r>
              <a:rPr lang="da-DK" altLang="da-DK" dirty="0"/>
              <a:t> for håndtering af 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selve angrebet eller hændelsen.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b="1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180975" indent="-180975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da-DK" altLang="da-DK" b="1" i="0" u="none" strike="noStrike" cap="none" normalizeH="0" baseline="0" dirty="0" err="1">
                <a:ln>
                  <a:noFill/>
                </a:ln>
                <a:effectLst/>
              </a:rPr>
              <a:t>Disaster</a:t>
            </a:r>
            <a:r>
              <a:rPr kumimoji="0" lang="da-DK" altLang="da-DK" b="1" i="0" u="none" strike="noStrike" cap="none" normalizeH="0" baseline="0" dirty="0">
                <a:ln>
                  <a:noFill/>
                </a:ln>
                <a:effectLst/>
              </a:rPr>
              <a:t> Recovery Plan (DRP)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 – Plan for teknisk gendannelse af systemer  og data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da-DK" altLang="da-DK" b="0" i="0" u="none" strike="noStrike" cap="none" normalizeH="0" baseline="0" dirty="0">
              <a:ln>
                <a:noFill/>
              </a:ln>
              <a:effectLst/>
            </a:endParaRPr>
          </a:p>
          <a:p>
            <a:pPr marL="180975" marR="0" lvl="0" indent="-180975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b="1" i="0" u="none" strike="noStrike" cap="none" normalizeH="0" baseline="0" dirty="0">
                <a:ln>
                  <a:noFill/>
                </a:ln>
                <a:effectLst/>
              </a:rPr>
              <a:t>Business </a:t>
            </a:r>
            <a:r>
              <a:rPr kumimoji="0" lang="da-DK" altLang="da-DK" b="1" i="0" u="none" strike="noStrike" cap="none" normalizeH="0" baseline="0" dirty="0" err="1">
                <a:ln>
                  <a:noFill/>
                </a:ln>
                <a:effectLst/>
              </a:rPr>
              <a:t>Continuity</a:t>
            </a:r>
            <a:r>
              <a:rPr kumimoji="0" lang="da-DK" altLang="da-DK" b="1" i="0" u="none" strike="noStrike" cap="none" normalizeH="0" baseline="0" dirty="0">
                <a:ln>
                  <a:noFill/>
                </a:ln>
                <a:effectLst/>
              </a:rPr>
              <a:t> Plan (BCP)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 – Plan som skal sikre forretningsdrift, på trods af at systemerne er nede.</a:t>
            </a:r>
            <a:endParaRPr lang="da-DK" altLang="da-DK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da-DK" altLang="da-DK" b="0" i="0" u="none" strike="noStrike" cap="none" normalizeH="0" baseline="0" dirty="0">
              <a:ln>
                <a:noFill/>
              </a:ln>
              <a:effectLst/>
            </a:endParaRPr>
          </a:p>
          <a:p>
            <a:pPr marL="180975" marR="0" lvl="0" indent="-180975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b="1" i="0" u="none" strike="noStrike" cap="none" normalizeH="0" baseline="0" dirty="0" err="1">
                <a:ln>
                  <a:noFill/>
                </a:ln>
                <a:effectLst/>
              </a:rPr>
              <a:t>Crisis</a:t>
            </a:r>
            <a:r>
              <a:rPr kumimoji="0" lang="da-DK" altLang="da-DK" b="1" i="0" u="none" strike="noStrike" cap="none" normalizeH="0" baseline="0" dirty="0">
                <a:ln>
                  <a:noFill/>
                </a:ln>
                <a:effectLst/>
              </a:rPr>
              <a:t> Management Plan (CMP)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 – Plan/drejebog for ledelsesmæssigt styring, koordinering og kommunikation i forbindelse med krise/incident. Afhænger af 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effectLst/>
              </a:rPr>
              <a:t>impact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da-DK" altLang="da-DK" dirty="0"/>
              <a:t>   Behandles i næste semester (Kommunikation og rapportering)</a:t>
            </a:r>
            <a:endParaRPr kumimoji="0" lang="da-DK" altLang="da-DK" b="0" i="0" u="none" strike="noStrike" cap="none" normalizeH="0" baseline="0" dirty="0">
              <a:ln>
                <a:noFill/>
              </a:ln>
              <a:effectLst/>
            </a:endParaRPr>
          </a:p>
          <a:p>
            <a:pPr marL="180975" marR="0" lvl="0" indent="-180975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da-DK" altLang="da-DK" dirty="0"/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Husk at tjekke om underleverandører har disse planer.</a:t>
            </a:r>
          </a:p>
        </p:txBody>
      </p:sp>
    </p:spTree>
    <p:extLst>
      <p:ext uri="{BB962C8B-B14F-4D97-AF65-F5344CB8AC3E}">
        <p14:creationId xmlns:p14="http://schemas.microsoft.com/office/powerpoint/2010/main" val="2444264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7066D1-6C92-70AB-079E-7DE76FB1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er fundamentet for arbejdet med planer?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F70CB73-D749-8FEE-9293-3A5C0CF959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Forretningsforståelsen er en forudsætning for at kunne udarbejde planer</a:t>
            </a:r>
          </a:p>
          <a:p>
            <a:pPr marL="971550" lvl="1" indent="-285750"/>
            <a:r>
              <a:rPr lang="da-DK" dirty="0"/>
              <a:t>Mål/strategi</a:t>
            </a:r>
          </a:p>
          <a:p>
            <a:pPr marL="971550" lvl="1" indent="-285750"/>
            <a:r>
              <a:rPr lang="da-DK" dirty="0"/>
              <a:t>Ansvarsfordeling/roller (hvem skal involveres, i planarbejdet)</a:t>
            </a:r>
          </a:p>
          <a:p>
            <a:pPr marL="971550" lvl="1" indent="-285750"/>
            <a:r>
              <a:rPr lang="da-DK" dirty="0"/>
              <a:t>Kritiske forretningsprocesser (kerneproces identifikation)</a:t>
            </a:r>
          </a:p>
          <a:p>
            <a:pPr marL="971550" lvl="1" indent="-285750"/>
            <a:r>
              <a:rPr lang="da-DK" dirty="0"/>
              <a:t>Digital anvendelse/IT systemer</a:t>
            </a:r>
          </a:p>
          <a:p>
            <a:pPr marL="971550" lvl="1" indent="-285750"/>
            <a:r>
              <a:rPr lang="da-DK" dirty="0"/>
              <a:t>Infrastruktur</a:t>
            </a:r>
          </a:p>
          <a:p>
            <a:pPr marL="971550" lvl="1" indent="-285750"/>
            <a:r>
              <a:rPr lang="da-DK" dirty="0"/>
              <a:t>Hvor i virksomheden er der kritisk information/data</a:t>
            </a:r>
          </a:p>
          <a:p>
            <a:pPr marL="971550" lvl="1" indent="-285750"/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Virksomhedens risikostyringsmodel bør give et billede af, hvor beskyttelsesfokus bør være</a:t>
            </a:r>
          </a:p>
          <a:p>
            <a:pPr marL="971550" lvl="1" indent="-285750"/>
            <a:r>
              <a:rPr lang="da-DK" dirty="0"/>
              <a:t>Trusler og sårbarheder</a:t>
            </a:r>
          </a:p>
          <a:p>
            <a:pPr marL="971550" lvl="1" indent="-285750"/>
            <a:r>
              <a:rPr lang="da-DK" dirty="0"/>
              <a:t>Risikoappetit</a:t>
            </a:r>
          </a:p>
          <a:p>
            <a:pPr marL="971550" lvl="1" indent="-285750"/>
            <a:r>
              <a:rPr lang="da-DK" dirty="0"/>
              <a:t>Håndterings beslutninger</a:t>
            </a:r>
          </a:p>
          <a:p>
            <a:pPr lvl="1" indent="0">
              <a:buNone/>
            </a:pPr>
            <a:endParaRPr lang="da-DK" dirty="0"/>
          </a:p>
          <a:p>
            <a:pPr marL="971550" lvl="1" indent="-28575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54414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BAE8DAD-33D3-F09B-235F-835BBD4A7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</p:spPr>
        <p:txBody>
          <a:bodyPr/>
          <a:lstStyle/>
          <a:p>
            <a:r>
              <a:rPr lang="en-US" dirty="0"/>
              <a:t>Input – BIA - output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43906E46-F8DF-3DD1-29AF-0AA72BCFA45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075001" y="1735494"/>
            <a:ext cx="6041998" cy="4486183"/>
          </a:xfrm>
          <a:prstGeom prst="rect">
            <a:avLst/>
          </a:prstGeom>
          <a:noFill/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75160A43-4ED7-3D12-DBCB-05A284C4E299}"/>
              </a:ext>
            </a:extLst>
          </p:cNvPr>
          <p:cNvSpPr txBox="1"/>
          <p:nvPr/>
        </p:nvSpPr>
        <p:spPr>
          <a:xfrm>
            <a:off x="7211674" y="6276988"/>
            <a:ext cx="47997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000" dirty="0" err="1"/>
              <a:t>Cybersikkerhed</a:t>
            </a:r>
            <a:r>
              <a:rPr lang="da-DK" sz="1000" dirty="0"/>
              <a:t> – helt sikkert Nanna Gorm Boman / Mette </a:t>
            </a:r>
            <a:r>
              <a:rPr lang="da-DK" sz="1000" dirty="0" err="1"/>
              <a:t>Dreisler</a:t>
            </a:r>
            <a:r>
              <a:rPr lang="da-DK" sz="1000" dirty="0"/>
              <a:t> </a:t>
            </a:r>
            <a:r>
              <a:rPr lang="da-DK" sz="1000" dirty="0" err="1"/>
              <a:t>Dirac</a:t>
            </a:r>
            <a:endParaRPr lang="da-DK" sz="1000" dirty="0"/>
          </a:p>
        </p:txBody>
      </p:sp>
    </p:spTree>
    <p:extLst>
      <p:ext uri="{BB962C8B-B14F-4D97-AF65-F5344CB8AC3E}">
        <p14:creationId xmlns:p14="http://schemas.microsoft.com/office/powerpoint/2010/main" val="1426230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4749D-1839-3494-BC1B-17FC644FD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 sz="3000" dirty="0"/>
              <a:t>Med fundamentet på plads udarbejdes en BIA (Business </a:t>
            </a:r>
            <a:r>
              <a:rPr lang="da-DK" sz="3000" dirty="0" err="1"/>
              <a:t>Implact</a:t>
            </a:r>
            <a:r>
              <a:rPr lang="da-DK" sz="3000" dirty="0"/>
              <a:t> Analysis)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B10DB0-4F52-13AF-970F-59ED3DFB308C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838200" y="1791478"/>
            <a:ext cx="10515600" cy="466507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sz="1900" b="1" i="0" u="none" strike="noStrike" cap="none" normalizeH="0" baseline="0" dirty="0">
                <a:ln>
                  <a:noFill/>
                </a:ln>
                <a:effectLst/>
              </a:rPr>
              <a:t>Identifikation af processer og systemer</a:t>
            </a:r>
            <a:endParaRPr kumimoji="0" lang="da-DK" altLang="da-DK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900" b="0" i="0" u="none" strike="noStrike" cap="none" normalizeH="0" baseline="0" dirty="0">
                <a:ln>
                  <a:noFill/>
                </a:ln>
                <a:effectLst/>
              </a:rPr>
              <a:t>Kortlægning af organisationens processer, systemer og afhængigheder (fx applikationer, leverandører, netværk).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sz="1900" b="1" i="0" u="none" strike="noStrike" cap="none" normalizeH="0" baseline="0" dirty="0" err="1">
                <a:ln>
                  <a:noFill/>
                </a:ln>
                <a:effectLst/>
              </a:rPr>
              <a:t>Kritikalitets</a:t>
            </a:r>
            <a:r>
              <a:rPr kumimoji="0" lang="da-DK" altLang="da-DK" sz="1900" b="1" i="0" u="none" strike="noStrike" cap="none" normalizeH="0" baseline="0" dirty="0">
                <a:ln>
                  <a:noFill/>
                </a:ln>
                <a:effectLst/>
              </a:rPr>
              <a:t>-vurdering</a:t>
            </a:r>
            <a:endParaRPr kumimoji="0" lang="da-DK" altLang="da-DK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900" b="0" i="0" u="none" strike="noStrike" cap="none" normalizeH="0" baseline="0" dirty="0">
                <a:ln>
                  <a:noFill/>
                </a:ln>
                <a:effectLst/>
              </a:rPr>
              <a:t>Hvilke processer/systemer mm. er forretningskritiske, og hvilke kan vente?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sz="1900" b="1" i="0" u="none" strike="noStrike" cap="none" normalizeH="0" baseline="0" dirty="0">
                <a:ln>
                  <a:noFill/>
                </a:ln>
                <a:effectLst/>
              </a:rPr>
              <a:t>Konsekvensanalyse</a:t>
            </a:r>
            <a:endParaRPr kumimoji="0" lang="da-DK" altLang="da-DK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900" b="0" i="0" u="none" strike="noStrike" cap="none" normalizeH="0" baseline="0" dirty="0">
                <a:ln>
                  <a:noFill/>
                </a:ln>
                <a:effectLst/>
              </a:rPr>
              <a:t>Vurdering af konsekvenser ved nedbrud (økonomi, omdømme, jura, drift, sikkerhed mm.).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sz="1900" b="1" i="0" u="none" strike="noStrike" cap="none" normalizeH="0" baseline="0" dirty="0">
                <a:ln>
                  <a:noFill/>
                </a:ln>
                <a:effectLst/>
              </a:rPr>
              <a:t>Tidsmæssige mål for system</a:t>
            </a:r>
            <a:r>
              <a:rPr lang="da-DK" altLang="da-DK" sz="1900" b="1" dirty="0"/>
              <a:t>/</a:t>
            </a:r>
            <a:r>
              <a:rPr kumimoji="0" lang="da-DK" altLang="da-DK" sz="1900" b="1" i="0" u="none" strike="noStrike" cap="none" normalizeH="0" baseline="0" dirty="0">
                <a:ln>
                  <a:noFill/>
                </a:ln>
                <a:effectLst/>
              </a:rPr>
              <a:t>proces</a:t>
            </a:r>
            <a:endParaRPr kumimoji="0" lang="da-DK" altLang="da-DK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da-DK" altLang="da-DK" sz="1900" b="1" i="0" u="none" strike="noStrike" cap="none" normalizeH="0" baseline="0" dirty="0">
                <a:ln>
                  <a:noFill/>
                </a:ln>
                <a:effectLst/>
              </a:rPr>
              <a:t>RTO (Recovery Time </a:t>
            </a:r>
            <a:r>
              <a:rPr kumimoji="0" lang="da-DK" altLang="da-DK" sz="1900" b="1" i="0" u="none" strike="noStrike" cap="none" normalizeH="0" baseline="0" dirty="0" err="1">
                <a:ln>
                  <a:noFill/>
                </a:ln>
                <a:effectLst/>
              </a:rPr>
              <a:t>Objective</a:t>
            </a:r>
            <a:r>
              <a:rPr kumimoji="0" lang="da-DK" altLang="da-DK" sz="1900" b="1" i="0" u="none" strike="noStrike" cap="none" normalizeH="0" baseline="0" dirty="0">
                <a:ln>
                  <a:noFill/>
                </a:ln>
                <a:effectLst/>
              </a:rPr>
              <a:t>):</a:t>
            </a:r>
            <a:r>
              <a:rPr kumimoji="0" lang="da-DK" altLang="da-DK" sz="1900" b="0" i="0" u="none" strike="noStrike" cap="none" normalizeH="0" baseline="0" dirty="0">
                <a:ln>
                  <a:noFill/>
                </a:ln>
                <a:effectLst/>
              </a:rPr>
              <a:t> Mål for </a:t>
            </a:r>
            <a:r>
              <a:rPr lang="da-DK" altLang="da-DK" sz="1900" dirty="0"/>
              <a:t>h</a:t>
            </a:r>
            <a:r>
              <a:rPr kumimoji="0" lang="da-DK" altLang="da-DK" sz="1900" b="0" i="0" u="none" strike="noStrike" cap="none" normalizeH="0" baseline="0" dirty="0">
                <a:ln>
                  <a:noFill/>
                </a:ln>
                <a:effectLst/>
              </a:rPr>
              <a:t>vor hurtigt skal en proces eller et system være genoprettet?</a:t>
            </a:r>
          </a:p>
          <a:p>
            <a:pPr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da-DK" altLang="da-DK" sz="1900" b="1" i="0" u="none" strike="noStrike" cap="none" normalizeH="0" baseline="0" dirty="0">
                <a:ln>
                  <a:noFill/>
                </a:ln>
                <a:effectLst/>
              </a:rPr>
              <a:t>RPO (Recovery Point </a:t>
            </a:r>
            <a:r>
              <a:rPr kumimoji="0" lang="da-DK" altLang="da-DK" sz="1900" b="1" i="0" u="none" strike="noStrike" cap="none" normalizeH="0" baseline="0" dirty="0" err="1">
                <a:ln>
                  <a:noFill/>
                </a:ln>
                <a:effectLst/>
              </a:rPr>
              <a:t>Objective</a:t>
            </a:r>
            <a:r>
              <a:rPr kumimoji="0" lang="da-DK" altLang="da-DK" sz="1900" b="1" i="0" u="none" strike="noStrike" cap="none" normalizeH="0" baseline="0" dirty="0">
                <a:ln>
                  <a:noFill/>
                </a:ln>
                <a:effectLst/>
              </a:rPr>
              <a:t>):</a:t>
            </a:r>
            <a:r>
              <a:rPr kumimoji="0" lang="da-DK" altLang="da-DK" sz="1900" b="0" i="0" u="none" strike="noStrike" cap="none" normalizeH="0" baseline="0" dirty="0">
                <a:ln>
                  <a:noFill/>
                </a:ln>
                <a:effectLst/>
              </a:rPr>
              <a:t> Mål for hvor meget data (tid) må mistes?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sz="1900" b="1" i="0" u="none" strike="noStrike" cap="none" normalizeH="0" baseline="0" dirty="0">
                <a:ln>
                  <a:noFill/>
                </a:ln>
                <a:effectLst/>
              </a:rPr>
              <a:t>Afhængigheder og relationer</a:t>
            </a:r>
            <a:endParaRPr kumimoji="0" lang="da-DK" altLang="da-DK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900" b="0" i="0" u="none" strike="noStrike" cap="none" normalizeH="0" baseline="0" dirty="0">
                <a:ln>
                  <a:noFill/>
                </a:ln>
                <a:effectLst/>
              </a:rPr>
              <a:t>Hvilke systemer, leverandører og ressourcer er nødvendige for, at processen kan køre?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sz="1900" b="1" i="0" u="none" strike="noStrike" cap="none" normalizeH="0" baseline="0" dirty="0">
                <a:ln>
                  <a:noFill/>
                </a:ln>
                <a:effectLst/>
              </a:rPr>
              <a:t>Mål og </a:t>
            </a:r>
            <a:r>
              <a:rPr lang="da-DK" altLang="da-DK" sz="1900" b="1" dirty="0"/>
              <a:t>p</a:t>
            </a:r>
            <a:r>
              <a:rPr kumimoji="0" lang="da-DK" altLang="da-DK" sz="1900" b="1" i="0" u="none" strike="noStrike" cap="none" normalizeH="0" baseline="0" dirty="0">
                <a:ln>
                  <a:noFill/>
                </a:ln>
                <a:effectLst/>
              </a:rPr>
              <a:t>rioritering af ressourcer til planer</a:t>
            </a:r>
            <a:endParaRPr kumimoji="0" lang="da-DK" altLang="da-DK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900" b="0" i="0" u="none" strike="noStrike" cap="none" normalizeH="0" baseline="0" dirty="0">
                <a:ln>
                  <a:noFill/>
                </a:ln>
                <a:effectLst/>
              </a:rPr>
              <a:t>Angiver hvilke processer og systemer, der skal gendannes først</a:t>
            </a:r>
            <a:r>
              <a:rPr lang="da-DK" altLang="da-DK" sz="1900" dirty="0"/>
              <a:t>. Plan for arbejdet med IT </a:t>
            </a:r>
            <a:r>
              <a:rPr lang="da-DK" altLang="da-DK" sz="1900" dirty="0" err="1"/>
              <a:t>bereskabsplanen</a:t>
            </a:r>
            <a:r>
              <a:rPr lang="da-DK" altLang="da-DK" sz="1900" dirty="0"/>
              <a:t>(er).</a:t>
            </a:r>
            <a:endParaRPr kumimoji="0" lang="da-DK" altLang="da-DK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da-DK" altLang="da-DK" sz="14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3445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394272-49F2-C381-70FD-E7E315B49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BIA proces og begreber</a:t>
            </a:r>
          </a:p>
        </p:txBody>
      </p:sp>
      <p:pic>
        <p:nvPicPr>
          <p:cNvPr id="4" name="Pladsholder til indhold 3">
            <a:extLst>
              <a:ext uri="{FF2B5EF4-FFF2-40B4-BE49-F238E27FC236}">
                <a16:creationId xmlns:a16="http://schemas.microsoft.com/office/drawing/2014/main" id="{82A52D32-2A15-A45A-E0BA-0E4CE27F9D4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066800" y="1408823"/>
            <a:ext cx="10151327" cy="521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1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BBD518-6FCD-710E-ABE7-D5AA0477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BIA drifts/kapacitets påvirkninger</a:t>
            </a:r>
          </a:p>
        </p:txBody>
      </p:sp>
      <p:pic>
        <p:nvPicPr>
          <p:cNvPr id="4" name="Pladsholder til indhold 3">
            <a:extLst>
              <a:ext uri="{FF2B5EF4-FFF2-40B4-BE49-F238E27FC236}">
                <a16:creationId xmlns:a16="http://schemas.microsoft.com/office/drawing/2014/main" id="{5B003439-7573-5A46-5B38-208AB898BAF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929161" y="1416714"/>
            <a:ext cx="8742556" cy="539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426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41C772-5E22-CFC0-D249-292007474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Mål med BIA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8F432A0-4590-7049-ED98-3FAE337FAE5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000" dirty="0"/>
              <a:t>Udvikle og implementere planer baseret på forretningskontinuitetsmål og andre krav, der er identificeret gennem BIA.
Demonstrere evnen til at genoprette til "Recovery Time </a:t>
            </a:r>
            <a:r>
              <a:rPr lang="da-DK" sz="2000" dirty="0" err="1"/>
              <a:t>Objectives</a:t>
            </a:r>
            <a:r>
              <a:rPr lang="da-DK" sz="2000" dirty="0"/>
              <a:t>" (</a:t>
            </a:r>
            <a:r>
              <a:rPr lang="da-DK" sz="2000" dirty="0" err="1"/>
              <a:t>RTO'er</a:t>
            </a:r>
            <a:r>
              <a:rPr lang="da-DK" sz="2000" dirty="0"/>
              <a:t>) gennem regelmæssig afprøvning af respons- og genopretningsplaner.
Bekræfte, at backup-strategier er i overensstemmelse med "Recovery Point </a:t>
            </a:r>
            <a:r>
              <a:rPr lang="da-DK" sz="2000" dirty="0" err="1"/>
              <a:t>Objectives</a:t>
            </a:r>
            <a:r>
              <a:rPr lang="da-DK" sz="2000" dirty="0"/>
              <a:t>" (</a:t>
            </a:r>
            <a:r>
              <a:rPr lang="da-DK" sz="2000" dirty="0" err="1"/>
              <a:t>RPO'er</a:t>
            </a:r>
            <a:r>
              <a:rPr lang="da-DK" sz="2000" dirty="0"/>
              <a:t>) for kritiske aktiver.
Forstå afhængigheder mellem aktiver og forretningsprocesser.
Definer de mest kritiske aktiver, der kræver beskyttelse.
Prioriter indsatsen</a:t>
            </a:r>
          </a:p>
        </p:txBody>
      </p:sp>
    </p:spTree>
    <p:extLst>
      <p:ext uri="{BB962C8B-B14F-4D97-AF65-F5344CB8AC3E}">
        <p14:creationId xmlns:p14="http://schemas.microsoft.com/office/powerpoint/2010/main" val="386549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5F2C5D-6BDE-B663-E40B-773FA3338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 1 - Opbygning af BIA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32BFCB9-4B9C-E531-FE1C-8FFF1C01B5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a-DK" dirty="0"/>
              <a:t>Der findes en lang række skabeloner på nettet, der kan anvendes til opbygning af beredskabsplaner. Vær kreativ mht. indhold (lav egne antagelser/forudsætninger) – det er brug af skabelonen der er vigtig.</a:t>
            </a:r>
          </a:p>
          <a:p>
            <a:endParaRPr lang="da-DK" dirty="0"/>
          </a:p>
          <a:p>
            <a:r>
              <a:rPr lang="da-DK" dirty="0"/>
              <a:t>Find selv en eller brug NIST som er i CANVAS.</a:t>
            </a:r>
          </a:p>
          <a:p>
            <a:endParaRPr lang="da-DK" dirty="0">
              <a:solidFill>
                <a:srgbClr val="FF0000"/>
              </a:solidFill>
            </a:endParaRPr>
          </a:p>
          <a:p>
            <a:r>
              <a:rPr lang="da-DK" dirty="0">
                <a:solidFill>
                  <a:srgbClr val="FF0000"/>
                </a:solidFill>
              </a:rPr>
              <a:t>Brug 30-40 minutter på at se skabelon igennem, og drøft indhold omkring bordet. Få det vigtigste med.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30679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36000-DBDB-2AD0-A23D-638EBF24F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Opgave/hjemmeopgave 2 – opbygning af beredskabspolitik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A05C934-94EB-4534-4D87-36A0C90D59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a-DK" dirty="0"/>
              <a:t>Find skabeloner for IT beredskabsplan (BCP) og beredskabspolitik på nettet, og udarbejd disse for Hvedebro. </a:t>
            </a:r>
          </a:p>
          <a:p>
            <a:r>
              <a:rPr lang="da-DK" dirty="0"/>
              <a:t>Vær kreativ mht. indhold – det er brug af skabeloner der er vigtig.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8363112"/>
      </p:ext>
    </p:extLst>
  </p:cSld>
  <p:clrMapOvr>
    <a:masterClrMapping/>
  </p:clrMapOvr>
</p:sld>
</file>

<file path=ppt/theme/theme1.xml><?xml version="1.0" encoding="utf-8"?>
<a:theme xmlns:a="http://schemas.openxmlformats.org/drawingml/2006/main" name="Erhvervsakademi Aarhus">
  <a:themeElements>
    <a:clrScheme name="Brugerdefineret 1">
      <a:dk1>
        <a:sysClr val="windowText" lastClr="000000"/>
      </a:dk1>
      <a:lt1>
        <a:sysClr val="window" lastClr="FFFFFF"/>
      </a:lt1>
      <a:dk2>
        <a:srgbClr val="818A8F"/>
      </a:dk2>
      <a:lt2>
        <a:srgbClr val="E0E6E6"/>
      </a:lt2>
      <a:accent1>
        <a:srgbClr val="BED4DB"/>
      </a:accent1>
      <a:accent2>
        <a:srgbClr val="F4EBC0"/>
      </a:accent2>
      <a:accent3>
        <a:srgbClr val="F0E87D"/>
      </a:accent3>
      <a:accent4>
        <a:srgbClr val="80B4BF"/>
      </a:accent4>
      <a:accent5>
        <a:srgbClr val="F3F4F7"/>
      </a:accent5>
      <a:accent6>
        <a:srgbClr val="3A646D"/>
      </a:accent6>
      <a:hlink>
        <a:srgbClr val="0070C0"/>
      </a:hlink>
      <a:folHlink>
        <a:srgbClr val="532E60"/>
      </a:folHlink>
    </a:clrScheme>
    <a:fontScheme name="Erhvervsakademi Aarhus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skabelon uden indhold, dansk  -  Skrivebeskyttet" id="{363E73E2-7A7B-4952-AE8C-D447D376FA21}" vid="{CC501A65-03DF-4975-ACA4-2D32FFB8963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741</Words>
  <Application>Microsoft Office PowerPoint</Application>
  <PresentationFormat>Widescreen</PresentationFormat>
  <Paragraphs>81</Paragraphs>
  <Slides>16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16</vt:i4>
      </vt:variant>
    </vt:vector>
  </HeadingPairs>
  <TitlesOfParts>
    <vt:vector size="21" baseType="lpstr">
      <vt:lpstr>Aptos</vt:lpstr>
      <vt:lpstr>Arial</vt:lpstr>
      <vt:lpstr>Lucida Sans</vt:lpstr>
      <vt:lpstr>Montserrat</vt:lpstr>
      <vt:lpstr>Erhvervsakademi Aarhus</vt:lpstr>
      <vt:lpstr>PowerPoint-præsentation</vt:lpstr>
      <vt:lpstr>Beredskabsplaner</vt:lpstr>
      <vt:lpstr>Continuity management - beredskab</vt:lpstr>
      <vt:lpstr>Hvorfor er beredskabsplaner vigtige</vt:lpstr>
      <vt:lpstr>Tråd til forretningsprocesser og -risiko</vt:lpstr>
      <vt:lpstr>Steps i opbygning af plan(er)</vt:lpstr>
      <vt:lpstr>Dokumenter relateret til beredskabsplan</vt:lpstr>
      <vt:lpstr>Hvilke planer er der behov for?</vt:lpstr>
      <vt:lpstr>Hvad er fundamentet for arbejdet med planer?</vt:lpstr>
      <vt:lpstr>Input – BIA - output</vt:lpstr>
      <vt:lpstr>Med fundamentet på plads udarbejdes en BIA (Business Implact Analysis)</vt:lpstr>
      <vt:lpstr>BIA proces og begreber</vt:lpstr>
      <vt:lpstr>BIA drifts/kapacitets påvirkninger</vt:lpstr>
      <vt:lpstr>Mål med BIA</vt:lpstr>
      <vt:lpstr>Opgave 1 - Opbygning af BIA</vt:lpstr>
      <vt:lpstr>Opgave/hjemmeopgave 2 – opbygning af beredskabspolitik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Elkær (adjunkt – frae@eaaa.dk)</dc:creator>
  <cp:lastModifiedBy>Frank Elkær (adjunkt – frae@eaaa.dk)</cp:lastModifiedBy>
  <cp:revision>1</cp:revision>
  <dcterms:created xsi:type="dcterms:W3CDTF">2025-10-03T08:47:39Z</dcterms:created>
  <dcterms:modified xsi:type="dcterms:W3CDTF">2025-11-25T12:43:59Z</dcterms:modified>
</cp:coreProperties>
</file>