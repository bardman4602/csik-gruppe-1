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B88F-0D4E-C593-FD7E-D50C61038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D629B-DA1E-99C4-679B-D610153C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F5A49-67B3-6205-B5E1-E32501B5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47715-EA63-3672-1BF3-E6C702D2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B790A-8E60-A545-0E70-4C610384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912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8B9B-4E6C-5054-4C81-E270746C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72E4-406A-AB67-EF09-DF917E3B3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FF4CF-B2AC-1195-1618-7CAB3C1B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797CC-258E-D939-9CFE-C68237D2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33EE8-2119-4BC3-1F4A-06BE846C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536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8FC0-4646-8BE4-9940-352C4394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7F7F-82C8-504D-8C72-D5E4F6FE7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2C7E7-CF01-F383-82D7-E120FFF7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75747-5E7A-4672-874E-220909E3E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D5695-4A0F-9106-BC1C-25215F5A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44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EA21-DE20-023D-4033-C7D94075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9CF6-A955-59B0-F8A7-B8D17BE86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08FE0-9EF7-7744-1A99-5E6EACA00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43EAD-663A-AB4A-6144-2380B07C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A915F-0BA0-352F-B394-5FE9F776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CA99-301E-D098-E463-17C22CE8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901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32F3-7802-4486-A86F-FE1136DAE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0FADB-A01A-E4F8-E5B7-1C087BC8A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63936-6AE2-FAF5-708E-F2B4EE499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49A05-A82D-DDCF-8CF2-C4E967D62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81297-7F1E-22FB-2AA5-EAF5D76B0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2AE8C-1C27-6244-E568-20294438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27B13-ADF3-B25E-1A6C-341FF1FD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7A580-FAFD-249A-A819-587221978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700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DEA2-03D5-9CAD-94AA-AAB2FA96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33455-E835-0364-3B56-0B1CB1B3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84FDC-6E40-49DE-F0B2-89849899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F972D-4AA7-E913-993F-F09261BA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279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820A5B-B97B-2BFC-0AF7-82809A1C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68225-BD84-F4BE-7129-1BCAC636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C5101-D734-1227-B1C8-55E53A76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285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4C1C-0733-BEC6-F964-F8E60A4B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FC4C-7296-D812-BB5D-BC6795F39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AADBE-DCE7-EFF9-F6F4-20CBB7EB2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FEBD1-ED46-624F-E26C-E6AB962C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4793C-0B1A-8DBD-5B9F-F692E054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62B4B-E5DB-0FA0-317C-9FE55AF4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783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ACE7-5DD4-AD52-DE26-8B6BF661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55624-4183-57E3-8ADE-83508A193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C29B6-83FA-1CC6-93C5-6E53CC555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32C38-7C23-8C10-A21C-D91DF3EF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C7415-E32B-FAE9-3771-4985AB21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BBB36-4F76-14D4-AFCB-E9BFFCE9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869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D217-D168-28E4-D692-BD68AE67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ABC45-DB14-FA8F-5A63-C0D6BDA5D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D3B21-6346-04B9-1D78-DC7094D9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FC107-4DE3-8B80-3834-1D741999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4AC80-388C-2A1B-83BF-0EE86589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285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A4861-28D2-011A-0407-B5CCDD1A0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8EDB5-BFAA-3669-391B-9AEF362A2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F0A5E-DA24-EBB5-3BDC-3AD4F532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7331E-CED5-3C51-5376-A1FA2FE4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D8375-10C5-0B80-3899-ED67FA1E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141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AF288-4426-ECD2-0B04-80C4D432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AED8B-6841-E5B8-5D99-66BCF02D8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ADDD0-3A95-D75D-8A9F-6B31AA171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1883C-788E-44DB-9AC5-E13815D152E4}" type="datetimeFigureOut">
              <a:rPr lang="da-DK" smtClean="0"/>
              <a:t>08-10-2025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B943C-99EF-4A60-2317-2FC8165ED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31609-9D89-2C97-EF6A-4E1F30940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AA533F-7728-457A-A00C-C8FACFDED34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291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4218-1A4E-FD7D-FEB4-283062978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Hvedebro er </a:t>
            </a:r>
            <a:r>
              <a:rPr lang="da-DK" u="sng" dirty="0"/>
              <a:t>sandsynligvis omfattet</a:t>
            </a:r>
            <a:r>
              <a:rPr lang="da-DK" dirty="0"/>
              <a:t> af NIS2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57B28-2CD6-FD5F-6562-AEB9A6D5D50E}"/>
              </a:ext>
            </a:extLst>
          </p:cNvPr>
          <p:cNvSpPr txBox="1"/>
          <p:nvPr/>
        </p:nvSpPr>
        <p:spPr>
          <a:xfrm>
            <a:off x="1157591" y="3509963"/>
            <a:ext cx="10029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De er ikke selv direkte underlagt lovgivningen, men de ville nok miste en masse kunder, hvis ikke de bliver </a:t>
            </a:r>
            <a:r>
              <a:rPr lang="da-DK" dirty="0" err="1"/>
              <a:t>compliant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767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EF1D-2706-738A-DF64-1AAE2E4D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Top 10 fokuspunkter	 (vilkårlig rækkefølge)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7A660-8CAB-1803-E12F-A5142893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Fysisk sikkerhed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Kryptering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IT-Infrastruktur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Ledelsesansvar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Risikostyring og sikkerhedsansvar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Adgangsstyring og identitetshåndtering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Backup og gendannelsesprocedurer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Awareness</a:t>
            </a:r>
            <a:r>
              <a:rPr lang="da-DK" dirty="0"/>
              <a:t>- og træningsprogrammer for medarbejdere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Patching</a:t>
            </a:r>
            <a:r>
              <a:rPr lang="da-DK" dirty="0"/>
              <a:t> og sårbarhedsstyring 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 Incident </a:t>
            </a:r>
            <a:r>
              <a:rPr lang="da-DK" dirty="0" err="1"/>
              <a:t>detection</a:t>
            </a:r>
            <a:r>
              <a:rPr lang="da-DK" dirty="0"/>
              <a:t> og </a:t>
            </a:r>
            <a:r>
              <a:rPr lang="da-DK" dirty="0" err="1"/>
              <a:t>response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07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Hvedebro er sandsynligvis omfattet af NIS2</vt:lpstr>
      <vt:lpstr>Top 10 fokuspunkter  (vilkårlig rækkefølge)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Wittstrøm (EAA25JOWI)</dc:creator>
  <cp:lastModifiedBy>Jonas Wittstrøm (EAA25JOWI)</cp:lastModifiedBy>
  <cp:revision>1</cp:revision>
  <dcterms:created xsi:type="dcterms:W3CDTF">2025-10-08T07:14:30Z</dcterms:created>
  <dcterms:modified xsi:type="dcterms:W3CDTF">2025-10-08T07:29:54Z</dcterms:modified>
</cp:coreProperties>
</file>