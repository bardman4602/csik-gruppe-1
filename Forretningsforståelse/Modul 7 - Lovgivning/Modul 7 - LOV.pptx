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441" r:id="rId2"/>
    <p:sldId id="1644" r:id="rId3"/>
    <p:sldId id="518" r:id="rId4"/>
    <p:sldId id="452" r:id="rId5"/>
    <p:sldId id="530" r:id="rId6"/>
    <p:sldId id="1651" r:id="rId7"/>
    <p:sldId id="485" r:id="rId8"/>
    <p:sldId id="316" r:id="rId9"/>
    <p:sldId id="489" r:id="rId10"/>
    <p:sldId id="490" r:id="rId11"/>
    <p:sldId id="491" r:id="rId12"/>
    <p:sldId id="1645" r:id="rId13"/>
    <p:sldId id="492" r:id="rId14"/>
    <p:sldId id="1653" r:id="rId15"/>
    <p:sldId id="1650" r:id="rId16"/>
    <p:sldId id="493" r:id="rId17"/>
    <p:sldId id="487" r:id="rId18"/>
    <p:sldId id="496" r:id="rId19"/>
    <p:sldId id="1652" r:id="rId20"/>
    <p:sldId id="495" r:id="rId21"/>
    <p:sldId id="1647" r:id="rId22"/>
    <p:sldId id="497" r:id="rId23"/>
    <p:sldId id="1646" r:id="rId24"/>
    <p:sldId id="498" r:id="rId25"/>
    <p:sldId id="499" r:id="rId26"/>
    <p:sldId id="500" r:id="rId27"/>
    <p:sldId id="501" r:id="rId28"/>
    <p:sldId id="1648" r:id="rId29"/>
    <p:sldId id="1649" r:id="rId30"/>
    <p:sldId id="1619" r:id="rId3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F402E-2384-4C77-B2CB-B26A0058835F}" v="40" dt="2025-10-02T06:31:51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125" d="100"/>
          <a:sy n="125" d="100"/>
        </p:scale>
        <p:origin x="84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Elkær (adjunkt – frae@eaaa.dk)" userId="1b06cd64-16c4-48f5-b285-7568c937f1a0" providerId="ADAL" clId="{F58F402E-2384-4C77-B2CB-B26A0058835F}"/>
    <pc:docChg chg="undo redo custSel addSld delSld modSld sldOrd">
      <pc:chgData name="Frank Elkær (adjunkt – frae@eaaa.dk)" userId="1b06cd64-16c4-48f5-b285-7568c937f1a0" providerId="ADAL" clId="{F58F402E-2384-4C77-B2CB-B26A0058835F}" dt="2025-08-25T16:58:34.546" v="2754" actId="1076"/>
      <pc:docMkLst>
        <pc:docMk/>
      </pc:docMkLst>
      <pc:sldChg chg="addSp delSp modSp mod">
        <pc:chgData name="Frank Elkær (adjunkt – frae@eaaa.dk)" userId="1b06cd64-16c4-48f5-b285-7568c937f1a0" providerId="ADAL" clId="{F58F402E-2384-4C77-B2CB-B26A0058835F}" dt="2025-08-25T16:58:34.546" v="2754" actId="1076"/>
        <pc:sldMkLst>
          <pc:docMk/>
          <pc:sldMk cId="3609204670" sldId="485"/>
        </pc:sldMkLst>
      </pc:sldChg>
      <pc:sldChg chg="addSp delSp modSp mod">
        <pc:chgData name="Frank Elkær (adjunkt – frae@eaaa.dk)" userId="1b06cd64-16c4-48f5-b285-7568c937f1a0" providerId="ADAL" clId="{F58F402E-2384-4C77-B2CB-B26A0058835F}" dt="2025-08-19T08:33:28.741" v="1854" actId="1076"/>
        <pc:sldMkLst>
          <pc:docMk/>
          <pc:sldMk cId="1657265519" sldId="487"/>
        </pc:sldMkLst>
      </pc:sldChg>
      <pc:sldChg chg="addSp modSp mod">
        <pc:chgData name="Frank Elkær (adjunkt – frae@eaaa.dk)" userId="1b06cd64-16c4-48f5-b285-7568c937f1a0" providerId="ADAL" clId="{F58F402E-2384-4C77-B2CB-B26A0058835F}" dt="2025-08-18T12:03:52.979" v="1181" actId="1076"/>
        <pc:sldMkLst>
          <pc:docMk/>
          <pc:sldMk cId="1766626326" sldId="491"/>
        </pc:sldMkLst>
      </pc:sldChg>
      <pc:sldChg chg="addSp modSp mod ord">
        <pc:chgData name="Frank Elkær (adjunkt – frae@eaaa.dk)" userId="1b06cd64-16c4-48f5-b285-7568c937f1a0" providerId="ADAL" clId="{F58F402E-2384-4C77-B2CB-B26A0058835F}" dt="2025-08-19T15:28:41.459" v="2555" actId="1076"/>
        <pc:sldMkLst>
          <pc:docMk/>
          <pc:sldMk cId="3934803818" sldId="493"/>
        </pc:sldMkLst>
      </pc:sldChg>
      <pc:sldChg chg="modSp mod">
        <pc:chgData name="Frank Elkær (adjunkt – frae@eaaa.dk)" userId="1b06cd64-16c4-48f5-b285-7568c937f1a0" providerId="ADAL" clId="{F58F402E-2384-4C77-B2CB-B26A0058835F}" dt="2025-08-16T14:19:13.358" v="670"/>
        <pc:sldMkLst>
          <pc:docMk/>
          <pc:sldMk cId="3321232339" sldId="495"/>
        </pc:sldMkLst>
      </pc:sldChg>
      <pc:sldChg chg="addSp modSp mod">
        <pc:chgData name="Frank Elkær (adjunkt – frae@eaaa.dk)" userId="1b06cd64-16c4-48f5-b285-7568c937f1a0" providerId="ADAL" clId="{F58F402E-2384-4C77-B2CB-B26A0058835F}" dt="2025-08-19T19:14:56.137" v="2560" actId="255"/>
        <pc:sldMkLst>
          <pc:docMk/>
          <pc:sldMk cId="3442958115" sldId="496"/>
        </pc:sldMkLst>
      </pc:sldChg>
      <pc:sldChg chg="addSp modSp mod">
        <pc:chgData name="Frank Elkær (adjunkt – frae@eaaa.dk)" userId="1b06cd64-16c4-48f5-b285-7568c937f1a0" providerId="ADAL" clId="{F58F402E-2384-4C77-B2CB-B26A0058835F}" dt="2025-08-21T07:36:44.430" v="2711" actId="20577"/>
        <pc:sldMkLst>
          <pc:docMk/>
          <pc:sldMk cId="1278561008" sldId="497"/>
        </pc:sldMkLst>
      </pc:sldChg>
      <pc:sldChg chg="addSp delSp modSp mod modClrScheme chgLayout">
        <pc:chgData name="Frank Elkær (adjunkt – frae@eaaa.dk)" userId="1b06cd64-16c4-48f5-b285-7568c937f1a0" providerId="ADAL" clId="{F58F402E-2384-4C77-B2CB-B26A0058835F}" dt="2025-08-21T12:12:57.037" v="2716" actId="207"/>
        <pc:sldMkLst>
          <pc:docMk/>
          <pc:sldMk cId="3983657905" sldId="498"/>
        </pc:sldMkLst>
      </pc:sldChg>
      <pc:sldChg chg="addSp delSp modSp mod modClrScheme chgLayout">
        <pc:chgData name="Frank Elkær (adjunkt – frae@eaaa.dk)" userId="1b06cd64-16c4-48f5-b285-7568c937f1a0" providerId="ADAL" clId="{F58F402E-2384-4C77-B2CB-B26A0058835F}" dt="2025-08-21T12:13:20.124" v="2719" actId="207"/>
        <pc:sldMkLst>
          <pc:docMk/>
          <pc:sldMk cId="3816222026" sldId="500"/>
        </pc:sldMkLst>
      </pc:sldChg>
      <pc:sldChg chg="modSp">
        <pc:chgData name="Frank Elkær (adjunkt – frae@eaaa.dk)" userId="1b06cd64-16c4-48f5-b285-7568c937f1a0" providerId="ADAL" clId="{F58F402E-2384-4C77-B2CB-B26A0058835F}" dt="2025-08-19T09:27:08.679" v="2551" actId="255"/>
        <pc:sldMkLst>
          <pc:docMk/>
          <pc:sldMk cId="1012194616" sldId="501"/>
        </pc:sldMkLst>
      </pc:sldChg>
      <pc:sldChg chg="modSp mod">
        <pc:chgData name="Frank Elkær (adjunkt – frae@eaaa.dk)" userId="1b06cd64-16c4-48f5-b285-7568c937f1a0" providerId="ADAL" clId="{F58F402E-2384-4C77-B2CB-B26A0058835F}" dt="2025-08-21T07:34:08.067" v="2699" actId="207"/>
        <pc:sldMkLst>
          <pc:docMk/>
          <pc:sldMk cId="336877965" sldId="530"/>
        </pc:sldMkLst>
      </pc:sldChg>
      <pc:sldChg chg="del">
        <pc:chgData name="Frank Elkær (adjunkt – frae@eaaa.dk)" userId="1b06cd64-16c4-48f5-b285-7568c937f1a0" providerId="ADAL" clId="{F58F402E-2384-4C77-B2CB-B26A0058835F}" dt="2025-08-13T10:27:49.165" v="632" actId="47"/>
        <pc:sldMkLst>
          <pc:docMk/>
          <pc:sldMk cId="3756221822" sldId="634"/>
        </pc:sldMkLst>
      </pc:sldChg>
      <pc:sldChg chg="modSp mod">
        <pc:chgData name="Frank Elkær (adjunkt – frae@eaaa.dk)" userId="1b06cd64-16c4-48f5-b285-7568c937f1a0" providerId="ADAL" clId="{F58F402E-2384-4C77-B2CB-B26A0058835F}" dt="2025-08-19T15:31:06.133" v="2557" actId="20577"/>
        <pc:sldMkLst>
          <pc:docMk/>
          <pc:sldMk cId="4203339879" sldId="1619"/>
        </pc:sldMkLst>
      </pc:sldChg>
      <pc:sldChg chg="modSp mod">
        <pc:chgData name="Frank Elkær (adjunkt – frae@eaaa.dk)" userId="1b06cd64-16c4-48f5-b285-7568c937f1a0" providerId="ADAL" clId="{F58F402E-2384-4C77-B2CB-B26A0058835F}" dt="2025-08-25T16:58:08.499" v="2752" actId="20577"/>
        <pc:sldMkLst>
          <pc:docMk/>
          <pc:sldMk cId="772542509" sldId="1645"/>
        </pc:sldMkLst>
      </pc:sldChg>
      <pc:sldChg chg="addSp modSp mod">
        <pc:chgData name="Frank Elkær (adjunkt – frae@eaaa.dk)" userId="1b06cd64-16c4-48f5-b285-7568c937f1a0" providerId="ADAL" clId="{F58F402E-2384-4C77-B2CB-B26A0058835F}" dt="2025-08-06T07:29:55.317" v="124" actId="20577"/>
        <pc:sldMkLst>
          <pc:docMk/>
          <pc:sldMk cId="2592922354" sldId="1646"/>
        </pc:sldMkLst>
      </pc:sldChg>
      <pc:sldChg chg="modSp mod">
        <pc:chgData name="Frank Elkær (adjunkt – frae@eaaa.dk)" userId="1b06cd64-16c4-48f5-b285-7568c937f1a0" providerId="ADAL" clId="{F58F402E-2384-4C77-B2CB-B26A0058835F}" dt="2025-08-19T09:21:04.260" v="2419" actId="1076"/>
        <pc:sldMkLst>
          <pc:docMk/>
          <pc:sldMk cId="1842888061" sldId="1647"/>
        </pc:sldMkLst>
      </pc:sldChg>
      <pc:sldChg chg="modSp mod">
        <pc:chgData name="Frank Elkær (adjunkt – frae@eaaa.dk)" userId="1b06cd64-16c4-48f5-b285-7568c937f1a0" providerId="ADAL" clId="{F58F402E-2384-4C77-B2CB-B26A0058835F}" dt="2025-08-19T09:25:51.161" v="2514" actId="20577"/>
        <pc:sldMkLst>
          <pc:docMk/>
          <pc:sldMk cId="1466643118" sldId="1648"/>
        </pc:sldMkLst>
      </pc:sldChg>
      <pc:sldChg chg="modSp new mod">
        <pc:chgData name="Frank Elkær (adjunkt – frae@eaaa.dk)" userId="1b06cd64-16c4-48f5-b285-7568c937f1a0" providerId="ADAL" clId="{F58F402E-2384-4C77-B2CB-B26A0058835F}" dt="2025-08-21T07:24:02.973" v="2629" actId="20577"/>
        <pc:sldMkLst>
          <pc:docMk/>
          <pc:sldMk cId="1885356532" sldId="1649"/>
        </pc:sldMkLst>
      </pc:sldChg>
      <pc:sldChg chg="addSp delSp modSp new del mod modClrScheme chgLayout">
        <pc:chgData name="Frank Elkær (adjunkt – frae@eaaa.dk)" userId="1b06cd64-16c4-48f5-b285-7568c937f1a0" providerId="ADAL" clId="{F58F402E-2384-4C77-B2CB-B26A0058835F}" dt="2025-08-19T08:34:55.389" v="1859" actId="47"/>
        <pc:sldMkLst>
          <pc:docMk/>
          <pc:sldMk cId="3835915083" sldId="1650"/>
        </pc:sldMkLst>
      </pc:sldChg>
    </pc:docChg>
  </pc:docChgLst>
  <pc:docChgLst>
    <pc:chgData name="Frank Elkær (adjunkt – frae@eaaa.dk)" userId="1b06cd64-16c4-48f5-b285-7568c937f1a0" providerId="ADAL" clId="{E9811E54-1FA8-43F7-AC43-A1164A70C0D5}"/>
    <pc:docChg chg="undo redo custSel addSld delSld modSld sldOrd">
      <pc:chgData name="Frank Elkær (adjunkt – frae@eaaa.dk)" userId="1b06cd64-16c4-48f5-b285-7568c937f1a0" providerId="ADAL" clId="{E9811E54-1FA8-43F7-AC43-A1164A70C0D5}" dt="2025-10-02T06:31:51.031" v="2699" actId="20577"/>
      <pc:docMkLst>
        <pc:docMk/>
      </pc:docMkLst>
      <pc:sldChg chg="addSp delSp modSp mod">
        <pc:chgData name="Frank Elkær (adjunkt – frae@eaaa.dk)" userId="1b06cd64-16c4-48f5-b285-7568c937f1a0" providerId="ADAL" clId="{E9811E54-1FA8-43F7-AC43-A1164A70C0D5}" dt="2025-09-25T11:14:29.969" v="1513" actId="1076"/>
        <pc:sldMkLst>
          <pc:docMk/>
          <pc:sldMk cId="1819173018" sldId="316"/>
        </pc:sldMkLst>
        <pc:picChg chg="mod">
          <ac:chgData name="Frank Elkær (adjunkt – frae@eaaa.dk)" userId="1b06cd64-16c4-48f5-b285-7568c937f1a0" providerId="ADAL" clId="{E9811E54-1FA8-43F7-AC43-A1164A70C0D5}" dt="2025-09-25T11:14:29.969" v="1513" actId="1076"/>
          <ac:picMkLst>
            <pc:docMk/>
            <pc:sldMk cId="1819173018" sldId="316"/>
            <ac:picMk id="6" creationId="{22292D0E-0F11-1F94-A951-F073BAD248F0}"/>
          </ac:picMkLst>
        </pc:picChg>
        <pc:picChg chg="mod">
          <ac:chgData name="Frank Elkær (adjunkt – frae@eaaa.dk)" userId="1b06cd64-16c4-48f5-b285-7568c937f1a0" providerId="ADAL" clId="{E9811E54-1FA8-43F7-AC43-A1164A70C0D5}" dt="2025-09-09T09:15:48.776" v="12" actId="14100"/>
          <ac:picMkLst>
            <pc:docMk/>
            <pc:sldMk cId="1819173018" sldId="316"/>
            <ac:picMk id="7" creationId="{912E749F-97D9-0C6E-A9E5-6D116A1A0170}"/>
          </ac:picMkLst>
        </pc:picChg>
      </pc:sldChg>
      <pc:sldChg chg="modSp mod">
        <pc:chgData name="Frank Elkær (adjunkt – frae@eaaa.dk)" userId="1b06cd64-16c4-48f5-b285-7568c937f1a0" providerId="ADAL" clId="{E9811E54-1FA8-43F7-AC43-A1164A70C0D5}" dt="2025-09-30T11:06:44.462" v="2654" actId="20577"/>
        <pc:sldMkLst>
          <pc:docMk/>
          <pc:sldMk cId="2942165507" sldId="441"/>
        </pc:sldMkLst>
        <pc:spChg chg="mod">
          <ac:chgData name="Frank Elkær (adjunkt – frae@eaaa.dk)" userId="1b06cd64-16c4-48f5-b285-7568c937f1a0" providerId="ADAL" clId="{E9811E54-1FA8-43F7-AC43-A1164A70C0D5}" dt="2025-09-30T11:06:44.462" v="2654" actId="20577"/>
          <ac:spMkLst>
            <pc:docMk/>
            <pc:sldMk cId="2942165507" sldId="441"/>
            <ac:spMk id="6" creationId="{598CC0F2-654D-3AD5-E1D4-472670691EDE}"/>
          </ac:spMkLst>
        </pc:spChg>
      </pc:sldChg>
      <pc:sldChg chg="modSp mod ord">
        <pc:chgData name="Frank Elkær (adjunkt – frae@eaaa.dk)" userId="1b06cd64-16c4-48f5-b285-7568c937f1a0" providerId="ADAL" clId="{E9811E54-1FA8-43F7-AC43-A1164A70C0D5}" dt="2025-09-25T08:09:02.926" v="1343" actId="20577"/>
        <pc:sldMkLst>
          <pc:docMk/>
          <pc:sldMk cId="1927494293" sldId="452"/>
        </pc:sldMkLst>
        <pc:spChg chg="mod">
          <ac:chgData name="Frank Elkær (adjunkt – frae@eaaa.dk)" userId="1b06cd64-16c4-48f5-b285-7568c937f1a0" providerId="ADAL" clId="{E9811E54-1FA8-43F7-AC43-A1164A70C0D5}" dt="2025-09-25T08:09:02.926" v="1343" actId="20577"/>
          <ac:spMkLst>
            <pc:docMk/>
            <pc:sldMk cId="1927494293" sldId="452"/>
            <ac:spMk id="5" creationId="{5E4666D9-F46C-23A6-9894-1B33757F353F}"/>
          </ac:spMkLst>
        </pc:spChg>
        <pc:graphicFrameChg chg="modGraphic">
          <ac:chgData name="Frank Elkær (adjunkt – frae@eaaa.dk)" userId="1b06cd64-16c4-48f5-b285-7568c937f1a0" providerId="ADAL" clId="{E9811E54-1FA8-43F7-AC43-A1164A70C0D5}" dt="2025-09-24T11:23:38.440" v="1156" actId="20577"/>
          <ac:graphicFrameMkLst>
            <pc:docMk/>
            <pc:sldMk cId="1927494293" sldId="452"/>
            <ac:graphicFrameMk id="8" creationId="{DC621797-3829-F192-6367-482FD2F406CD}"/>
          </ac:graphicFrameMkLst>
        </pc:graphicFrameChg>
      </pc:sldChg>
      <pc:sldChg chg="addSp modSp mod">
        <pc:chgData name="Frank Elkær (adjunkt – frae@eaaa.dk)" userId="1b06cd64-16c4-48f5-b285-7568c937f1a0" providerId="ADAL" clId="{E9811E54-1FA8-43F7-AC43-A1164A70C0D5}" dt="2025-09-25T11:14:21.493" v="1512" actId="1076"/>
        <pc:sldMkLst>
          <pc:docMk/>
          <pc:sldMk cId="3609204670" sldId="485"/>
        </pc:sldMkLst>
        <pc:spChg chg="mod">
          <ac:chgData name="Frank Elkær (adjunkt – frae@eaaa.dk)" userId="1b06cd64-16c4-48f5-b285-7568c937f1a0" providerId="ADAL" clId="{E9811E54-1FA8-43F7-AC43-A1164A70C0D5}" dt="2025-09-23T05:41:59.700" v="514" actId="20577"/>
          <ac:spMkLst>
            <pc:docMk/>
            <pc:sldMk cId="3609204670" sldId="485"/>
            <ac:spMk id="2" creationId="{BE5032BD-48D5-8948-EC5F-0CCD39EFC275}"/>
          </ac:spMkLst>
        </pc:spChg>
        <pc:spChg chg="add mod">
          <ac:chgData name="Frank Elkær (adjunkt – frae@eaaa.dk)" userId="1b06cd64-16c4-48f5-b285-7568c937f1a0" providerId="ADAL" clId="{E9811E54-1FA8-43F7-AC43-A1164A70C0D5}" dt="2025-09-16T07:27:34.176" v="321" actId="14100"/>
          <ac:spMkLst>
            <pc:docMk/>
            <pc:sldMk cId="3609204670" sldId="485"/>
            <ac:spMk id="4" creationId="{5130D3E6-D8EF-0DDE-DF74-E680738FD719}"/>
          </ac:spMkLst>
        </pc:spChg>
        <pc:spChg chg="add mod">
          <ac:chgData name="Frank Elkær (adjunkt – frae@eaaa.dk)" userId="1b06cd64-16c4-48f5-b285-7568c937f1a0" providerId="ADAL" clId="{E9811E54-1FA8-43F7-AC43-A1164A70C0D5}" dt="2025-09-18T08:05:49.858" v="384" actId="113"/>
          <ac:spMkLst>
            <pc:docMk/>
            <pc:sldMk cId="3609204670" sldId="485"/>
            <ac:spMk id="5" creationId="{738F4798-1B13-5E3C-2A82-0DDBA1E59CEF}"/>
          </ac:spMkLst>
        </pc:spChg>
        <pc:picChg chg="mod">
          <ac:chgData name="Frank Elkær (adjunkt – frae@eaaa.dk)" userId="1b06cd64-16c4-48f5-b285-7568c937f1a0" providerId="ADAL" clId="{E9811E54-1FA8-43F7-AC43-A1164A70C0D5}" dt="2025-09-25T11:14:21.493" v="1512" actId="1076"/>
          <ac:picMkLst>
            <pc:docMk/>
            <pc:sldMk cId="3609204670" sldId="485"/>
            <ac:picMk id="7" creationId="{E125B19F-9EAF-7910-CA4B-0EEE6FC120D8}"/>
          </ac:picMkLst>
        </pc:picChg>
      </pc:sldChg>
      <pc:sldChg chg="addSp delSp modSp mod">
        <pc:chgData name="Frank Elkær (adjunkt – frae@eaaa.dk)" userId="1b06cd64-16c4-48f5-b285-7568c937f1a0" providerId="ADAL" clId="{E9811E54-1FA8-43F7-AC43-A1164A70C0D5}" dt="2025-09-25T11:14:38.323" v="1514" actId="1076"/>
        <pc:sldMkLst>
          <pc:docMk/>
          <pc:sldMk cId="2588152713" sldId="489"/>
        </pc:sldMkLst>
        <pc:spChg chg="add mod">
          <ac:chgData name="Frank Elkær (adjunkt – frae@eaaa.dk)" userId="1b06cd64-16c4-48f5-b285-7568c937f1a0" providerId="ADAL" clId="{E9811E54-1FA8-43F7-AC43-A1164A70C0D5}" dt="2025-09-16T07:22:33.743" v="297" actId="1076"/>
          <ac:spMkLst>
            <pc:docMk/>
            <pc:sldMk cId="2588152713" sldId="489"/>
            <ac:spMk id="8" creationId="{A0A8DAE8-3E38-183E-4A86-86EABDFA0C2C}"/>
          </ac:spMkLst>
        </pc:spChg>
        <pc:picChg chg="mod">
          <ac:chgData name="Frank Elkær (adjunkt – frae@eaaa.dk)" userId="1b06cd64-16c4-48f5-b285-7568c937f1a0" providerId="ADAL" clId="{E9811E54-1FA8-43F7-AC43-A1164A70C0D5}" dt="2025-09-25T11:14:38.323" v="1514" actId="1076"/>
          <ac:picMkLst>
            <pc:docMk/>
            <pc:sldMk cId="2588152713" sldId="489"/>
            <ac:picMk id="3" creationId="{E2FD1C36-DE64-2AC9-59CF-5D77DBE687DC}"/>
          </ac:picMkLst>
        </pc:picChg>
        <pc:picChg chg="mod">
          <ac:chgData name="Frank Elkær (adjunkt – frae@eaaa.dk)" userId="1b06cd64-16c4-48f5-b285-7568c937f1a0" providerId="ADAL" clId="{E9811E54-1FA8-43F7-AC43-A1164A70C0D5}" dt="2025-09-24T10:35:25.947" v="1118" actId="1076"/>
          <ac:picMkLst>
            <pc:docMk/>
            <pc:sldMk cId="2588152713" sldId="489"/>
            <ac:picMk id="4" creationId="{3A46481C-7FF1-C3C7-0D7B-55EBD71AE8FA}"/>
          </ac:picMkLst>
        </pc:picChg>
      </pc:sldChg>
      <pc:sldChg chg="delSp modSp mod">
        <pc:chgData name="Frank Elkær (adjunkt – frae@eaaa.dk)" userId="1b06cd64-16c4-48f5-b285-7568c937f1a0" providerId="ADAL" clId="{E9811E54-1FA8-43F7-AC43-A1164A70C0D5}" dt="2025-09-24T10:35:02.658" v="1115" actId="1076"/>
        <pc:sldMkLst>
          <pc:docMk/>
          <pc:sldMk cId="1145375921" sldId="490"/>
        </pc:sldMkLst>
        <pc:picChg chg="mod">
          <ac:chgData name="Frank Elkær (adjunkt – frae@eaaa.dk)" userId="1b06cd64-16c4-48f5-b285-7568c937f1a0" providerId="ADAL" clId="{E9811E54-1FA8-43F7-AC43-A1164A70C0D5}" dt="2025-09-18T14:46:24.330" v="512" actId="1076"/>
          <ac:picMkLst>
            <pc:docMk/>
            <pc:sldMk cId="1145375921" sldId="490"/>
            <ac:picMk id="3" creationId="{3ED8429C-F400-6957-5112-05867E469FD8}"/>
          </ac:picMkLst>
        </pc:picChg>
        <pc:picChg chg="mod">
          <ac:chgData name="Frank Elkær (adjunkt – frae@eaaa.dk)" userId="1b06cd64-16c4-48f5-b285-7568c937f1a0" providerId="ADAL" clId="{E9811E54-1FA8-43F7-AC43-A1164A70C0D5}" dt="2025-09-24T10:35:02.658" v="1115" actId="1076"/>
          <ac:picMkLst>
            <pc:docMk/>
            <pc:sldMk cId="1145375921" sldId="490"/>
            <ac:picMk id="1026" creationId="{2BA6FE74-B5D2-0394-053A-D2DE0A436415}"/>
          </ac:picMkLst>
        </pc:picChg>
      </pc:sldChg>
      <pc:sldChg chg="addSp delSp modSp mod">
        <pc:chgData name="Frank Elkær (adjunkt – frae@eaaa.dk)" userId="1b06cd64-16c4-48f5-b285-7568c937f1a0" providerId="ADAL" clId="{E9811E54-1FA8-43F7-AC43-A1164A70C0D5}" dt="2025-09-16T07:34:48.208" v="383" actId="1076"/>
        <pc:sldMkLst>
          <pc:docMk/>
          <pc:sldMk cId="1766626326" sldId="491"/>
        </pc:sldMkLst>
        <pc:spChg chg="mod">
          <ac:chgData name="Frank Elkær (adjunkt – frae@eaaa.dk)" userId="1b06cd64-16c4-48f5-b285-7568c937f1a0" providerId="ADAL" clId="{E9811E54-1FA8-43F7-AC43-A1164A70C0D5}" dt="2025-09-16T07:27:52.757" v="323" actId="1076"/>
          <ac:spMkLst>
            <pc:docMk/>
            <pc:sldMk cId="1766626326" sldId="491"/>
            <ac:spMk id="4" creationId="{8E9DF82B-C960-55AB-C6EB-B006B2AA311F}"/>
          </ac:spMkLst>
        </pc:spChg>
        <pc:spChg chg="mod">
          <ac:chgData name="Frank Elkær (adjunkt – frae@eaaa.dk)" userId="1b06cd64-16c4-48f5-b285-7568c937f1a0" providerId="ADAL" clId="{E9811E54-1FA8-43F7-AC43-A1164A70C0D5}" dt="2025-09-02T12:24:31.122" v="4" actId="1076"/>
          <ac:spMkLst>
            <pc:docMk/>
            <pc:sldMk cId="1766626326" sldId="491"/>
            <ac:spMk id="10" creationId="{E44F525E-A506-1B9F-CB57-1A2EE52460FA}"/>
          </ac:spMkLst>
        </pc:spChg>
        <pc:picChg chg="mod">
          <ac:chgData name="Frank Elkær (adjunkt – frae@eaaa.dk)" userId="1b06cd64-16c4-48f5-b285-7568c937f1a0" providerId="ADAL" clId="{E9811E54-1FA8-43F7-AC43-A1164A70C0D5}" dt="2025-09-16T07:34:48.208" v="383" actId="1076"/>
          <ac:picMkLst>
            <pc:docMk/>
            <pc:sldMk cId="1766626326" sldId="491"/>
            <ac:picMk id="5" creationId="{06472140-897E-0EBC-BA63-738B972A1C45}"/>
          </ac:picMkLst>
        </pc:picChg>
        <pc:picChg chg="mod">
          <ac:chgData name="Frank Elkær (adjunkt – frae@eaaa.dk)" userId="1b06cd64-16c4-48f5-b285-7568c937f1a0" providerId="ADAL" clId="{E9811E54-1FA8-43F7-AC43-A1164A70C0D5}" dt="2025-09-09T09:16:22.415" v="17" actId="14100"/>
          <ac:picMkLst>
            <pc:docMk/>
            <pc:sldMk cId="1766626326" sldId="491"/>
            <ac:picMk id="1026" creationId="{A6D80ACA-379B-0E06-B003-C4CE7F31EEDE}"/>
          </ac:picMkLst>
        </pc:picChg>
      </pc:sldChg>
      <pc:sldChg chg="addSp modSp mod">
        <pc:chgData name="Frank Elkær (adjunkt – frae@eaaa.dk)" userId="1b06cd64-16c4-48f5-b285-7568c937f1a0" providerId="ADAL" clId="{E9811E54-1FA8-43F7-AC43-A1164A70C0D5}" dt="2025-09-23T10:39:04.214" v="878" actId="20577"/>
        <pc:sldMkLst>
          <pc:docMk/>
          <pc:sldMk cId="1898245820" sldId="492"/>
        </pc:sldMkLst>
        <pc:spChg chg="add mod">
          <ac:chgData name="Frank Elkær (adjunkt – frae@eaaa.dk)" userId="1b06cd64-16c4-48f5-b285-7568c937f1a0" providerId="ADAL" clId="{E9811E54-1FA8-43F7-AC43-A1164A70C0D5}" dt="2025-09-18T13:40:15.078" v="509" actId="14100"/>
          <ac:spMkLst>
            <pc:docMk/>
            <pc:sldMk cId="1898245820" sldId="492"/>
            <ac:spMk id="4" creationId="{857F6815-6539-1FC2-FA6F-F0F82890BF07}"/>
          </ac:spMkLst>
        </pc:spChg>
        <pc:spChg chg="mod">
          <ac:chgData name="Frank Elkær (adjunkt – frae@eaaa.dk)" userId="1b06cd64-16c4-48f5-b285-7568c937f1a0" providerId="ADAL" clId="{E9811E54-1FA8-43F7-AC43-A1164A70C0D5}" dt="2025-09-23T10:39:04.214" v="878" actId="20577"/>
          <ac:spMkLst>
            <pc:docMk/>
            <pc:sldMk cId="1898245820" sldId="492"/>
            <ac:spMk id="13" creationId="{9791CDC4-A9B7-F790-E704-F08BB7CC6D97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09-24T11:32:18.150" v="1207" actId="207"/>
        <pc:sldMkLst>
          <pc:docMk/>
          <pc:sldMk cId="1278561008" sldId="497"/>
        </pc:sldMkLst>
        <pc:spChg chg="mod">
          <ac:chgData name="Frank Elkær (adjunkt – frae@eaaa.dk)" userId="1b06cd64-16c4-48f5-b285-7568c937f1a0" providerId="ADAL" clId="{E9811E54-1FA8-43F7-AC43-A1164A70C0D5}" dt="2025-09-24T11:32:18.150" v="1207" actId="207"/>
          <ac:spMkLst>
            <pc:docMk/>
            <pc:sldMk cId="1278561008" sldId="497"/>
            <ac:spMk id="7" creationId="{DEC5657B-DD49-BC66-F216-8A50001EB4CC}"/>
          </ac:spMkLst>
        </pc:spChg>
        <pc:spChg chg="mod">
          <ac:chgData name="Frank Elkær (adjunkt – frae@eaaa.dk)" userId="1b06cd64-16c4-48f5-b285-7568c937f1a0" providerId="ADAL" clId="{E9811E54-1FA8-43F7-AC43-A1164A70C0D5}" dt="2025-09-24T11:32:08.700" v="1206" actId="207"/>
          <ac:spMkLst>
            <pc:docMk/>
            <pc:sldMk cId="1278561008" sldId="497"/>
            <ac:spMk id="10" creationId="{6569ABAE-69B0-C2DD-547E-BD91232BD8D8}"/>
          </ac:spMkLst>
        </pc:spChg>
      </pc:sldChg>
      <pc:sldChg chg="addSp delSp mod">
        <pc:chgData name="Frank Elkær (adjunkt – frae@eaaa.dk)" userId="1b06cd64-16c4-48f5-b285-7568c937f1a0" providerId="ADAL" clId="{E9811E54-1FA8-43F7-AC43-A1164A70C0D5}" dt="2025-09-16T07:29:43.173" v="329" actId="478"/>
        <pc:sldMkLst>
          <pc:docMk/>
          <pc:sldMk cId="1012194616" sldId="501"/>
        </pc:sldMkLst>
        <pc:spChg chg="add del">
          <ac:chgData name="Frank Elkær (adjunkt – frae@eaaa.dk)" userId="1b06cd64-16c4-48f5-b285-7568c937f1a0" providerId="ADAL" clId="{E9811E54-1FA8-43F7-AC43-A1164A70C0D5}" dt="2025-09-16T07:29:43.173" v="329" actId="478"/>
          <ac:spMkLst>
            <pc:docMk/>
            <pc:sldMk cId="1012194616" sldId="501"/>
            <ac:spMk id="3" creationId="{69523FC9-41DA-BD3D-1E44-A28F39249FBB}"/>
          </ac:spMkLst>
        </pc:spChg>
      </pc:sldChg>
      <pc:sldChg chg="addSp delSp modSp mod ord modAnim">
        <pc:chgData name="Frank Elkær (adjunkt – frae@eaaa.dk)" userId="1b06cd64-16c4-48f5-b285-7568c937f1a0" providerId="ADAL" clId="{E9811E54-1FA8-43F7-AC43-A1164A70C0D5}" dt="2025-10-02T06:31:51.031" v="2699" actId="20577"/>
        <pc:sldMkLst>
          <pc:docMk/>
          <pc:sldMk cId="880638632" sldId="518"/>
        </pc:sldMkLst>
        <pc:spChg chg="mod">
          <ac:chgData name="Frank Elkær (adjunkt – frae@eaaa.dk)" userId="1b06cd64-16c4-48f5-b285-7568c937f1a0" providerId="ADAL" clId="{E9811E54-1FA8-43F7-AC43-A1164A70C0D5}" dt="2025-10-02T06:27:09.148" v="2697" actId="20577"/>
          <ac:spMkLst>
            <pc:docMk/>
            <pc:sldMk cId="880638632" sldId="518"/>
            <ac:spMk id="2" creationId="{BA0FF247-0EA4-5307-A652-F674EEDF7CDC}"/>
          </ac:spMkLst>
        </pc:spChg>
        <pc:spChg chg="mod">
          <ac:chgData name="Frank Elkær (adjunkt – frae@eaaa.dk)" userId="1b06cd64-16c4-48f5-b285-7568c937f1a0" providerId="ADAL" clId="{E9811E54-1FA8-43F7-AC43-A1164A70C0D5}" dt="2025-09-30T10:28:21.017" v="2628" actId="20577"/>
          <ac:spMkLst>
            <pc:docMk/>
            <pc:sldMk cId="880638632" sldId="518"/>
            <ac:spMk id="3" creationId="{4A01B315-DCC9-A144-C681-10D7716CEA91}"/>
          </ac:spMkLst>
        </pc:spChg>
        <pc:spChg chg="mod">
          <ac:chgData name="Frank Elkær (adjunkt – frae@eaaa.dk)" userId="1b06cd64-16c4-48f5-b285-7568c937f1a0" providerId="ADAL" clId="{E9811E54-1FA8-43F7-AC43-A1164A70C0D5}" dt="2025-09-30T09:37:51.957" v="2462" actId="1076"/>
          <ac:spMkLst>
            <pc:docMk/>
            <pc:sldMk cId="880638632" sldId="518"/>
            <ac:spMk id="5" creationId="{D6A2113E-E28E-BB5E-A2BE-B89F4B10A0B6}"/>
          </ac:spMkLst>
        </pc:spChg>
        <pc:spChg chg="add mod">
          <ac:chgData name="Frank Elkær (adjunkt – frae@eaaa.dk)" userId="1b06cd64-16c4-48f5-b285-7568c937f1a0" providerId="ADAL" clId="{E9811E54-1FA8-43F7-AC43-A1164A70C0D5}" dt="2025-10-02T06:31:51.031" v="2699" actId="20577"/>
          <ac:spMkLst>
            <pc:docMk/>
            <pc:sldMk cId="880638632" sldId="518"/>
            <ac:spMk id="9" creationId="{52D367F6-6BC7-E63D-7B41-60305E41DD8C}"/>
          </ac:spMkLst>
        </pc:spChg>
        <pc:spChg chg="add mod">
          <ac:chgData name="Frank Elkær (adjunkt – frae@eaaa.dk)" userId="1b06cd64-16c4-48f5-b285-7568c937f1a0" providerId="ADAL" clId="{E9811E54-1FA8-43F7-AC43-A1164A70C0D5}" dt="2025-09-30T09:39:31.463" v="2494" actId="14100"/>
          <ac:spMkLst>
            <pc:docMk/>
            <pc:sldMk cId="880638632" sldId="518"/>
            <ac:spMk id="10" creationId="{35464236-E518-1228-7C4C-8C42750BEFCE}"/>
          </ac:spMkLst>
        </pc:spChg>
        <pc:spChg chg="add mod">
          <ac:chgData name="Frank Elkær (adjunkt – frae@eaaa.dk)" userId="1b06cd64-16c4-48f5-b285-7568c937f1a0" providerId="ADAL" clId="{E9811E54-1FA8-43F7-AC43-A1164A70C0D5}" dt="2025-09-30T10:29:14.686" v="2652" actId="20577"/>
          <ac:spMkLst>
            <pc:docMk/>
            <pc:sldMk cId="880638632" sldId="518"/>
            <ac:spMk id="11" creationId="{5C0C8AF0-4196-1758-AEE5-5A919828C1E3}"/>
          </ac:spMkLst>
        </pc:spChg>
      </pc:sldChg>
      <pc:sldChg chg="modSp mod ord">
        <pc:chgData name="Frank Elkær (adjunkt – frae@eaaa.dk)" userId="1b06cd64-16c4-48f5-b285-7568c937f1a0" providerId="ADAL" clId="{E9811E54-1FA8-43F7-AC43-A1164A70C0D5}" dt="2025-09-25T08:07:54.050" v="1342"/>
        <pc:sldMkLst>
          <pc:docMk/>
          <pc:sldMk cId="336877965" sldId="530"/>
        </pc:sldMkLst>
        <pc:spChg chg="mod">
          <ac:chgData name="Frank Elkær (adjunkt – frae@eaaa.dk)" userId="1b06cd64-16c4-48f5-b285-7568c937f1a0" providerId="ADAL" clId="{E9811E54-1FA8-43F7-AC43-A1164A70C0D5}" dt="2025-09-25T07:15:12.178" v="1336" actId="20577"/>
          <ac:spMkLst>
            <pc:docMk/>
            <pc:sldMk cId="336877965" sldId="530"/>
            <ac:spMk id="2" creationId="{7BBCF1E6-182B-C60D-B299-61A541611037}"/>
          </ac:spMkLst>
        </pc:spChg>
      </pc:sldChg>
      <pc:sldChg chg="modSp mod ord">
        <pc:chgData name="Frank Elkær (adjunkt – frae@eaaa.dk)" userId="1b06cd64-16c4-48f5-b285-7568c937f1a0" providerId="ADAL" clId="{E9811E54-1FA8-43F7-AC43-A1164A70C0D5}" dt="2025-09-25T11:18:53.178" v="1539" actId="20577"/>
        <pc:sldMkLst>
          <pc:docMk/>
          <pc:sldMk cId="4203339879" sldId="1619"/>
        </pc:sldMkLst>
        <pc:spChg chg="mod">
          <ac:chgData name="Frank Elkær (adjunkt – frae@eaaa.dk)" userId="1b06cd64-16c4-48f5-b285-7568c937f1a0" providerId="ADAL" clId="{E9811E54-1FA8-43F7-AC43-A1164A70C0D5}" dt="2025-09-25T11:18:53.178" v="1539" actId="20577"/>
          <ac:spMkLst>
            <pc:docMk/>
            <pc:sldMk cId="4203339879" sldId="1619"/>
            <ac:spMk id="3" creationId="{E70D0183-1F80-4FFF-338A-E94B3D7AFC34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09-25T12:36:53.979" v="1611" actId="20577"/>
        <pc:sldMkLst>
          <pc:docMk/>
          <pc:sldMk cId="2139979568" sldId="1644"/>
        </pc:sldMkLst>
        <pc:spChg chg="mod">
          <ac:chgData name="Frank Elkær (adjunkt – frae@eaaa.dk)" userId="1b06cd64-16c4-48f5-b285-7568c937f1a0" providerId="ADAL" clId="{E9811E54-1FA8-43F7-AC43-A1164A70C0D5}" dt="2025-09-25T12:36:53.979" v="1611" actId="20577"/>
          <ac:spMkLst>
            <pc:docMk/>
            <pc:sldMk cId="2139979568" sldId="1644"/>
            <ac:spMk id="3" creationId="{62612D66-FF07-0188-F133-857CE749C71D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09-25T12:32:35.590" v="1571" actId="20577"/>
        <pc:sldMkLst>
          <pc:docMk/>
          <pc:sldMk cId="772542509" sldId="1645"/>
        </pc:sldMkLst>
        <pc:spChg chg="mod">
          <ac:chgData name="Frank Elkær (adjunkt – frae@eaaa.dk)" userId="1b06cd64-16c4-48f5-b285-7568c937f1a0" providerId="ADAL" clId="{E9811E54-1FA8-43F7-AC43-A1164A70C0D5}" dt="2025-09-25T12:32:35.590" v="1571" actId="20577"/>
          <ac:spMkLst>
            <pc:docMk/>
            <pc:sldMk cId="772542509" sldId="1645"/>
            <ac:spMk id="6" creationId="{8320949F-DA61-5624-5893-284B3534EA04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09-25T12:00:17.728" v="1560" actId="20577"/>
        <pc:sldMkLst>
          <pc:docMk/>
          <pc:sldMk cId="1842888061" sldId="1647"/>
        </pc:sldMkLst>
        <pc:spChg chg="mod">
          <ac:chgData name="Frank Elkær (adjunkt – frae@eaaa.dk)" userId="1b06cd64-16c4-48f5-b285-7568c937f1a0" providerId="ADAL" clId="{E9811E54-1FA8-43F7-AC43-A1164A70C0D5}" dt="2025-09-25T12:00:17.728" v="1560" actId="20577"/>
          <ac:spMkLst>
            <pc:docMk/>
            <pc:sldMk cId="1842888061" sldId="1647"/>
            <ac:spMk id="6" creationId="{13169DF9-DC6C-326F-008A-ABE8C8A718E4}"/>
          </ac:spMkLst>
        </pc:spChg>
      </pc:sldChg>
      <pc:sldChg chg="modSp mod ord">
        <pc:chgData name="Frank Elkær (adjunkt – frae@eaaa.dk)" userId="1b06cd64-16c4-48f5-b285-7568c937f1a0" providerId="ADAL" clId="{E9811E54-1FA8-43F7-AC43-A1164A70C0D5}" dt="2025-09-30T11:11:01.702" v="2662" actId="20577"/>
        <pc:sldMkLst>
          <pc:docMk/>
          <pc:sldMk cId="1466643118" sldId="1648"/>
        </pc:sldMkLst>
        <pc:spChg chg="mod">
          <ac:chgData name="Frank Elkær (adjunkt – frae@eaaa.dk)" userId="1b06cd64-16c4-48f5-b285-7568c937f1a0" providerId="ADAL" clId="{E9811E54-1FA8-43F7-AC43-A1164A70C0D5}" dt="2025-09-30T11:11:01.702" v="2662" actId="20577"/>
          <ac:spMkLst>
            <pc:docMk/>
            <pc:sldMk cId="1466643118" sldId="1648"/>
            <ac:spMk id="6" creationId="{5AFEB5F4-BDCC-C3B3-A5AB-96CB41F85D8E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09-29T14:28:41.173" v="1959" actId="20577"/>
        <pc:sldMkLst>
          <pc:docMk/>
          <pc:sldMk cId="1885356532" sldId="1649"/>
        </pc:sldMkLst>
        <pc:spChg chg="mod">
          <ac:chgData name="Frank Elkær (adjunkt – frae@eaaa.dk)" userId="1b06cd64-16c4-48f5-b285-7568c937f1a0" providerId="ADAL" clId="{E9811E54-1FA8-43F7-AC43-A1164A70C0D5}" dt="2025-09-25T12:35:13.798" v="1603" actId="5793"/>
          <ac:spMkLst>
            <pc:docMk/>
            <pc:sldMk cId="1885356532" sldId="1649"/>
            <ac:spMk id="2" creationId="{C7105049-4A93-44A1-5CD5-F9B10AB36564}"/>
          </ac:spMkLst>
        </pc:spChg>
        <pc:spChg chg="mod">
          <ac:chgData name="Frank Elkær (adjunkt – frae@eaaa.dk)" userId="1b06cd64-16c4-48f5-b285-7568c937f1a0" providerId="ADAL" clId="{E9811E54-1FA8-43F7-AC43-A1164A70C0D5}" dt="2025-09-29T14:28:41.173" v="1959" actId="20577"/>
          <ac:spMkLst>
            <pc:docMk/>
            <pc:sldMk cId="1885356532" sldId="1649"/>
            <ac:spMk id="3" creationId="{6681B63F-479B-2BE1-D15E-EBA31FC0F9A3}"/>
          </ac:spMkLst>
        </pc:spChg>
      </pc:sldChg>
      <pc:sldChg chg="new del">
        <pc:chgData name="Frank Elkær (adjunkt – frae@eaaa.dk)" userId="1b06cd64-16c4-48f5-b285-7568c937f1a0" providerId="ADAL" clId="{E9811E54-1FA8-43F7-AC43-A1164A70C0D5}" dt="2025-09-16T07:28:21.927" v="325" actId="47"/>
        <pc:sldMkLst>
          <pc:docMk/>
          <pc:sldMk cId="688390108" sldId="1650"/>
        </pc:sldMkLst>
      </pc:sldChg>
      <pc:sldChg chg="addSp delSp modSp new mod modClrScheme chgLayout">
        <pc:chgData name="Frank Elkær (adjunkt – frae@eaaa.dk)" userId="1b06cd64-16c4-48f5-b285-7568c937f1a0" providerId="ADAL" clId="{E9811E54-1FA8-43F7-AC43-A1164A70C0D5}" dt="2025-09-29T13:19:33.613" v="1707" actId="20577"/>
        <pc:sldMkLst>
          <pc:docMk/>
          <pc:sldMk cId="2776185350" sldId="1650"/>
        </pc:sldMkLst>
        <pc:spChg chg="add mod ord">
          <ac:chgData name="Frank Elkær (adjunkt – frae@eaaa.dk)" userId="1b06cd64-16c4-48f5-b285-7568c937f1a0" providerId="ADAL" clId="{E9811E54-1FA8-43F7-AC43-A1164A70C0D5}" dt="2025-09-24T10:24:45.166" v="1113" actId="20577"/>
          <ac:spMkLst>
            <pc:docMk/>
            <pc:sldMk cId="2776185350" sldId="1650"/>
            <ac:spMk id="5" creationId="{8E5C9D55-390C-4BC3-6A5E-7000E8B4083D}"/>
          </ac:spMkLst>
        </pc:spChg>
        <pc:spChg chg="add mod ord">
          <ac:chgData name="Frank Elkær (adjunkt – frae@eaaa.dk)" userId="1b06cd64-16c4-48f5-b285-7568c937f1a0" providerId="ADAL" clId="{E9811E54-1FA8-43F7-AC43-A1164A70C0D5}" dt="2025-09-29T13:19:33.613" v="1707" actId="20577"/>
          <ac:spMkLst>
            <pc:docMk/>
            <pc:sldMk cId="2776185350" sldId="1650"/>
            <ac:spMk id="6" creationId="{ED3161BF-AF0A-A0E5-5479-038C64DB7326}"/>
          </ac:spMkLst>
        </pc:spChg>
      </pc:sldChg>
      <pc:sldChg chg="addSp delSp modSp new mod ord modClrScheme chgLayout">
        <pc:chgData name="Frank Elkær (adjunkt – frae@eaaa.dk)" userId="1b06cd64-16c4-48f5-b285-7568c937f1a0" providerId="ADAL" clId="{E9811E54-1FA8-43F7-AC43-A1164A70C0D5}" dt="2025-09-25T12:05:11.495" v="1561" actId="20577"/>
        <pc:sldMkLst>
          <pc:docMk/>
          <pc:sldMk cId="3867542277" sldId="1651"/>
        </pc:sldMkLst>
        <pc:spChg chg="mod ord">
          <ac:chgData name="Frank Elkær (adjunkt – frae@eaaa.dk)" userId="1b06cd64-16c4-48f5-b285-7568c937f1a0" providerId="ADAL" clId="{E9811E54-1FA8-43F7-AC43-A1164A70C0D5}" dt="2025-09-24T11:28:44.076" v="1200" actId="700"/>
          <ac:spMkLst>
            <pc:docMk/>
            <pc:sldMk cId="3867542277" sldId="1651"/>
            <ac:spMk id="2" creationId="{A3E5FE6A-528D-05A2-B231-F0BF79927560}"/>
          </ac:spMkLst>
        </pc:spChg>
        <pc:spChg chg="mod ord">
          <ac:chgData name="Frank Elkær (adjunkt – frae@eaaa.dk)" userId="1b06cd64-16c4-48f5-b285-7568c937f1a0" providerId="ADAL" clId="{E9811E54-1FA8-43F7-AC43-A1164A70C0D5}" dt="2025-09-25T12:05:11.495" v="1561" actId="20577"/>
          <ac:spMkLst>
            <pc:docMk/>
            <pc:sldMk cId="3867542277" sldId="1651"/>
            <ac:spMk id="3" creationId="{F4E716EA-FCDA-C2E4-985A-067E29F1C75E}"/>
          </ac:spMkLst>
        </pc:spChg>
      </pc:sldChg>
      <pc:sldChg chg="addSp delSp modSp new mod ord">
        <pc:chgData name="Frank Elkær (adjunkt – frae@eaaa.dk)" userId="1b06cd64-16c4-48f5-b285-7568c937f1a0" providerId="ADAL" clId="{E9811E54-1FA8-43F7-AC43-A1164A70C0D5}" dt="2025-09-25T09:43:11.446" v="1508" actId="1076"/>
        <pc:sldMkLst>
          <pc:docMk/>
          <pc:sldMk cId="1640795025" sldId="1652"/>
        </pc:sldMkLst>
        <pc:spChg chg="mod">
          <ac:chgData name="Frank Elkær (adjunkt – frae@eaaa.dk)" userId="1b06cd64-16c4-48f5-b285-7568c937f1a0" providerId="ADAL" clId="{E9811E54-1FA8-43F7-AC43-A1164A70C0D5}" dt="2025-09-25T08:37:27.501" v="1389" actId="20577"/>
          <ac:spMkLst>
            <pc:docMk/>
            <pc:sldMk cId="1640795025" sldId="1652"/>
            <ac:spMk id="2" creationId="{15612AD2-45A8-6F2D-A14D-83B49B3F7718}"/>
          </ac:spMkLst>
        </pc:spChg>
        <pc:spChg chg="mod">
          <ac:chgData name="Frank Elkær (adjunkt – frae@eaaa.dk)" userId="1b06cd64-16c4-48f5-b285-7568c937f1a0" providerId="ADAL" clId="{E9811E54-1FA8-43F7-AC43-A1164A70C0D5}" dt="2025-09-25T08:43:14.642" v="1432" actId="20577"/>
          <ac:spMkLst>
            <pc:docMk/>
            <pc:sldMk cId="1640795025" sldId="1652"/>
            <ac:spMk id="3" creationId="{9D06A1BD-DB0C-364C-FC41-2596BC2A29A5}"/>
          </ac:spMkLst>
        </pc:spChg>
        <pc:picChg chg="add mod">
          <ac:chgData name="Frank Elkær (adjunkt – frae@eaaa.dk)" userId="1b06cd64-16c4-48f5-b285-7568c937f1a0" providerId="ADAL" clId="{E9811E54-1FA8-43F7-AC43-A1164A70C0D5}" dt="2025-09-25T09:43:11.446" v="1508" actId="1076"/>
          <ac:picMkLst>
            <pc:docMk/>
            <pc:sldMk cId="1640795025" sldId="1652"/>
            <ac:picMk id="7" creationId="{711F4022-1339-2F87-45B7-C919DF0B880D}"/>
          </ac:picMkLst>
        </pc:picChg>
      </pc:sldChg>
      <pc:sldChg chg="addSp delSp modSp new mod modClrScheme chgLayout">
        <pc:chgData name="Frank Elkær (adjunkt – frae@eaaa.dk)" userId="1b06cd64-16c4-48f5-b285-7568c937f1a0" providerId="ADAL" clId="{E9811E54-1FA8-43F7-AC43-A1164A70C0D5}" dt="2025-09-25T09:03:32.743" v="1505" actId="1076"/>
        <pc:sldMkLst>
          <pc:docMk/>
          <pc:sldMk cId="3809218021" sldId="1653"/>
        </pc:sldMkLst>
        <pc:spChg chg="add mod ord">
          <ac:chgData name="Frank Elkær (adjunkt – frae@eaaa.dk)" userId="1b06cd64-16c4-48f5-b285-7568c937f1a0" providerId="ADAL" clId="{E9811E54-1FA8-43F7-AC43-A1164A70C0D5}" dt="2025-09-25T08:56:31.389" v="1483" actId="20577"/>
          <ac:spMkLst>
            <pc:docMk/>
            <pc:sldMk cId="3809218021" sldId="1653"/>
            <ac:spMk id="5" creationId="{5D080D0D-2F73-F10B-671A-D636C34FE359}"/>
          </ac:spMkLst>
        </pc:spChg>
        <pc:picChg chg="add mod">
          <ac:chgData name="Frank Elkær (adjunkt – frae@eaaa.dk)" userId="1b06cd64-16c4-48f5-b285-7568c937f1a0" providerId="ADAL" clId="{E9811E54-1FA8-43F7-AC43-A1164A70C0D5}" dt="2025-09-25T09:03:32.743" v="1505" actId="1076"/>
          <ac:picMkLst>
            <pc:docMk/>
            <pc:sldMk cId="3809218021" sldId="1653"/>
            <ac:picMk id="7" creationId="{A5DC069F-E0E5-EFF5-63BD-C36E919C9558}"/>
          </ac:picMkLst>
        </pc:picChg>
      </pc:sldChg>
    </pc:docChg>
  </pc:docChgLst>
  <pc:docChgLst>
    <pc:chgData name="Frank Elkær (adjunkt – frae@eaaa.dk)" userId="1b06cd64-16c4-48f5-b285-7568c937f1a0" providerId="ADAL" clId="{FC3EAF02-545B-4447-8C9C-5FFA668C7DE8}"/>
    <pc:docChg chg="delSld delMainMaster">
      <pc:chgData name="Frank Elkær (adjunkt – frae@eaaa.dk)" userId="1b06cd64-16c4-48f5-b285-7568c937f1a0" providerId="ADAL" clId="{FC3EAF02-545B-4447-8C9C-5FFA668C7DE8}" dt="2025-05-28T11:16:59.110" v="0" actId="47"/>
      <pc:docMkLst>
        <pc:docMk/>
      </pc:docMkLst>
      <pc:sldChg chg="del">
        <pc:chgData name="Frank Elkær (adjunkt – frae@eaaa.dk)" userId="1b06cd64-16c4-48f5-b285-7568c937f1a0" providerId="ADAL" clId="{FC3EAF02-545B-4447-8C9C-5FFA668C7DE8}" dt="2025-05-28T11:16:59.110" v="0" actId="47"/>
        <pc:sldMkLst>
          <pc:docMk/>
          <pc:sldMk cId="631068955" sldId="256"/>
        </pc:sldMkLst>
      </pc:sldChg>
      <pc:sldMasterChg chg="del delSldLayout">
        <pc:chgData name="Frank Elkær (adjunkt – frae@eaaa.dk)" userId="1b06cd64-16c4-48f5-b285-7568c937f1a0" providerId="ADAL" clId="{FC3EAF02-545B-4447-8C9C-5FFA668C7DE8}" dt="2025-05-28T11:16:59.110" v="0" actId="47"/>
        <pc:sldMasterMkLst>
          <pc:docMk/>
          <pc:sldMasterMk cId="97083881" sldId="2147483648"/>
        </pc:sldMasterMkLst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3412428140" sldId="2147483649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3054734677" sldId="2147483650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3091652993" sldId="2147483651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1103974690" sldId="2147483652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588950592" sldId="2147483653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2336012641" sldId="2147483654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2469378193" sldId="2147483655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2276497566" sldId="2147483656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4133699704" sldId="2147483657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182387475" sldId="2147483658"/>
          </pc:sldLayoutMkLst>
        </pc:sldLayoutChg>
        <pc:sldLayoutChg chg="del">
          <pc:chgData name="Frank Elkær (adjunkt – frae@eaaa.dk)" userId="1b06cd64-16c4-48f5-b285-7568c937f1a0" providerId="ADAL" clId="{FC3EAF02-545B-4447-8C9C-5FFA668C7DE8}" dt="2025-05-28T11:16:59.110" v="0" actId="47"/>
          <pc:sldLayoutMkLst>
            <pc:docMk/>
            <pc:sldMasterMk cId="97083881" sldId="2147483648"/>
            <pc:sldLayoutMk cId="3491097512" sldId="2147483659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4.svg"/><Relationship Id="rId5" Type="http://schemas.openxmlformats.org/officeDocument/2006/relationships/image" Target="../media/image52.png"/><Relationship Id="rId4" Type="http://schemas.openxmlformats.org/officeDocument/2006/relationships/image" Target="../media/image6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0.svg"/><Relationship Id="rId5" Type="http://schemas.openxmlformats.org/officeDocument/2006/relationships/image" Target="../media/image44.png"/><Relationship Id="rId4" Type="http://schemas.openxmlformats.org/officeDocument/2006/relationships/image" Target="../media/image6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52.png"/><Relationship Id="rId7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5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8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4.svg"/><Relationship Id="rId5" Type="http://schemas.openxmlformats.org/officeDocument/2006/relationships/image" Target="../media/image52.png"/><Relationship Id="rId4" Type="http://schemas.openxmlformats.org/officeDocument/2006/relationships/image" Target="../media/image6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0.svg"/><Relationship Id="rId5" Type="http://schemas.openxmlformats.org/officeDocument/2006/relationships/image" Target="../media/image44.png"/><Relationship Id="rId4" Type="http://schemas.openxmlformats.org/officeDocument/2006/relationships/image" Target="../media/image6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52.png"/><Relationship Id="rId7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5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8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637944-568A-413C-A7FF-89CAD710BDF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CA1276-421E-46C0-A08D-60B9FF08D2FA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NIS2 (Netværk og informationssikkerhed)</a:t>
          </a:r>
          <a:endParaRPr lang="en-US"/>
        </a:p>
      </dgm:t>
    </dgm:pt>
    <dgm:pt modelId="{0843CAFA-7865-4A6A-B479-786DFB57B353}" type="parTrans" cxnId="{E0F8442E-EEDC-4287-B6F7-27D361553834}">
      <dgm:prSet/>
      <dgm:spPr/>
      <dgm:t>
        <a:bodyPr/>
        <a:lstStyle/>
        <a:p>
          <a:endParaRPr lang="en-US"/>
        </a:p>
      </dgm:t>
    </dgm:pt>
    <dgm:pt modelId="{577F4243-F11F-462A-A60F-BD56C587994E}" type="sibTrans" cxnId="{E0F8442E-EEDC-4287-B6F7-27D361553834}">
      <dgm:prSet/>
      <dgm:spPr/>
      <dgm:t>
        <a:bodyPr/>
        <a:lstStyle/>
        <a:p>
          <a:endParaRPr lang="en-US"/>
        </a:p>
      </dgm:t>
    </dgm:pt>
    <dgm:pt modelId="{6D0F7C1E-5677-442A-9495-D9DCC9C8229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GDPR (Beskyttelse af personlige oplysninger)</a:t>
          </a:r>
          <a:endParaRPr lang="en-US" dirty="0"/>
        </a:p>
      </dgm:t>
    </dgm:pt>
    <dgm:pt modelId="{670AAAF6-3078-40E9-85E9-12F543A609EC}" type="parTrans" cxnId="{6238A8F8-56C1-4CB0-BBD9-38EB4890259E}">
      <dgm:prSet/>
      <dgm:spPr/>
      <dgm:t>
        <a:bodyPr/>
        <a:lstStyle/>
        <a:p>
          <a:endParaRPr lang="en-US"/>
        </a:p>
      </dgm:t>
    </dgm:pt>
    <dgm:pt modelId="{C887B175-C14C-459C-A3AE-83F4A2E45579}" type="sibTrans" cxnId="{6238A8F8-56C1-4CB0-BBD9-38EB4890259E}">
      <dgm:prSet/>
      <dgm:spPr/>
      <dgm:t>
        <a:bodyPr/>
        <a:lstStyle/>
        <a:p>
          <a:endParaRPr lang="en-US"/>
        </a:p>
      </dgm:t>
    </dgm:pt>
    <dgm:pt modelId="{457D181B-7F35-453C-BF60-615D0BB0742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Dora (Finansielle virksomheder)</a:t>
          </a:r>
          <a:endParaRPr lang="en-US" dirty="0"/>
        </a:p>
      </dgm:t>
    </dgm:pt>
    <dgm:pt modelId="{3E8A240D-9228-427C-A395-1526C5ACE54A}" type="parTrans" cxnId="{4B0C0CCA-087C-4539-B947-B151C813E1B1}">
      <dgm:prSet/>
      <dgm:spPr/>
      <dgm:t>
        <a:bodyPr/>
        <a:lstStyle/>
        <a:p>
          <a:endParaRPr lang="en-US"/>
        </a:p>
      </dgm:t>
    </dgm:pt>
    <dgm:pt modelId="{900CAB05-2E4B-419B-84F5-19474614BB86}" type="sibTrans" cxnId="{4B0C0CCA-087C-4539-B947-B151C813E1B1}">
      <dgm:prSet/>
      <dgm:spPr/>
      <dgm:t>
        <a:bodyPr/>
        <a:lstStyle/>
        <a:p>
          <a:endParaRPr lang="en-US"/>
        </a:p>
      </dgm:t>
    </dgm:pt>
    <dgm:pt modelId="{9260FF67-340E-4582-82F9-3BED9C3992C8}" type="pres">
      <dgm:prSet presAssocID="{94637944-568A-413C-A7FF-89CAD710BDF4}" presName="root" presStyleCnt="0">
        <dgm:presLayoutVars>
          <dgm:dir/>
          <dgm:resizeHandles val="exact"/>
        </dgm:presLayoutVars>
      </dgm:prSet>
      <dgm:spPr/>
    </dgm:pt>
    <dgm:pt modelId="{9592B6A5-454D-4639-B970-E3BB52960371}" type="pres">
      <dgm:prSet presAssocID="{C6CA1276-421E-46C0-A08D-60B9FF08D2FA}" presName="compNode" presStyleCnt="0"/>
      <dgm:spPr/>
    </dgm:pt>
    <dgm:pt modelId="{0F3958F6-0E38-47F5-B79D-4A3A985F4813}" type="pres">
      <dgm:prSet presAssocID="{C6CA1276-421E-46C0-A08D-60B9FF08D2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B268CC1D-0018-46D6-A1C4-1028B1913ACF}" type="pres">
      <dgm:prSet presAssocID="{C6CA1276-421E-46C0-A08D-60B9FF08D2FA}" presName="spaceRect" presStyleCnt="0"/>
      <dgm:spPr/>
    </dgm:pt>
    <dgm:pt modelId="{B1590823-C117-4239-BDEC-10BD6DC2EC00}" type="pres">
      <dgm:prSet presAssocID="{C6CA1276-421E-46C0-A08D-60B9FF08D2FA}" presName="textRect" presStyleLbl="revTx" presStyleIdx="0" presStyleCnt="3">
        <dgm:presLayoutVars>
          <dgm:chMax val="1"/>
          <dgm:chPref val="1"/>
        </dgm:presLayoutVars>
      </dgm:prSet>
      <dgm:spPr/>
    </dgm:pt>
    <dgm:pt modelId="{DAF38A54-E98B-4E91-835D-DE9EDE4F279B}" type="pres">
      <dgm:prSet presAssocID="{577F4243-F11F-462A-A60F-BD56C587994E}" presName="sibTrans" presStyleCnt="0"/>
      <dgm:spPr/>
    </dgm:pt>
    <dgm:pt modelId="{5F926086-39AE-425D-8E55-D49A6CD4EDAC}" type="pres">
      <dgm:prSet presAssocID="{6D0F7C1E-5677-442A-9495-D9DCC9C8229B}" presName="compNode" presStyleCnt="0"/>
      <dgm:spPr/>
    </dgm:pt>
    <dgm:pt modelId="{D1F6D761-4809-4749-B183-669115F66BF3}" type="pres">
      <dgm:prSet presAssocID="{6D0F7C1E-5677-442A-9495-D9DCC9C8229B}" presName="iconRect" presStyleLbl="node1" presStyleIdx="1" presStyleCnt="3" custLinFactX="100000" custLinFactNeighborX="105272" custLinFactNeighborY="1045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ng"/>
        </a:ext>
      </dgm:extLst>
    </dgm:pt>
    <dgm:pt modelId="{7888C1E4-BBA5-4A17-88E0-E22685660111}" type="pres">
      <dgm:prSet presAssocID="{6D0F7C1E-5677-442A-9495-D9DCC9C8229B}" presName="spaceRect" presStyleCnt="0"/>
      <dgm:spPr/>
    </dgm:pt>
    <dgm:pt modelId="{947FDDB7-313E-48BF-8DA2-0EC887514A91}" type="pres">
      <dgm:prSet presAssocID="{6D0F7C1E-5677-442A-9495-D9DCC9C8229B}" presName="textRect" presStyleLbl="revTx" presStyleIdx="1" presStyleCnt="3">
        <dgm:presLayoutVars>
          <dgm:chMax val="1"/>
          <dgm:chPref val="1"/>
        </dgm:presLayoutVars>
      </dgm:prSet>
      <dgm:spPr/>
    </dgm:pt>
    <dgm:pt modelId="{9649E403-B25D-428C-8F24-D14E3D48C9AB}" type="pres">
      <dgm:prSet presAssocID="{C887B175-C14C-459C-A3AE-83F4A2E45579}" presName="sibTrans" presStyleCnt="0"/>
      <dgm:spPr/>
    </dgm:pt>
    <dgm:pt modelId="{B6B7BCCD-A1D4-4A93-A47C-B7DCF9EE803D}" type="pres">
      <dgm:prSet presAssocID="{457D181B-7F35-453C-BF60-615D0BB0742B}" presName="compNode" presStyleCnt="0"/>
      <dgm:spPr/>
    </dgm:pt>
    <dgm:pt modelId="{2E9A398C-4787-456C-BD37-EBA7F7053024}" type="pres">
      <dgm:prSet presAssocID="{457D181B-7F35-453C-BF60-615D0BB0742B}" presName="iconRect" presStyleLbl="node1" presStyleIdx="2" presStyleCnt="3" custLinFactX="-100000" custLinFactNeighborX="-193249" custLinFactNeighborY="90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ge kontur"/>
        </a:ext>
      </dgm:extLst>
    </dgm:pt>
    <dgm:pt modelId="{83EA6746-E6C0-4584-8CA3-40292A8372E5}" type="pres">
      <dgm:prSet presAssocID="{457D181B-7F35-453C-BF60-615D0BB0742B}" presName="spaceRect" presStyleCnt="0"/>
      <dgm:spPr/>
    </dgm:pt>
    <dgm:pt modelId="{A660A463-54BF-41EE-9FAC-C8FDB2A4BAAB}" type="pres">
      <dgm:prSet presAssocID="{457D181B-7F35-453C-BF60-615D0BB0742B}" presName="textRect" presStyleLbl="revTx" presStyleIdx="2" presStyleCnt="3" custLinFactNeighborX="-16344" custLinFactNeighborY="-2542">
        <dgm:presLayoutVars>
          <dgm:chMax val="1"/>
          <dgm:chPref val="1"/>
        </dgm:presLayoutVars>
      </dgm:prSet>
      <dgm:spPr/>
    </dgm:pt>
  </dgm:ptLst>
  <dgm:cxnLst>
    <dgm:cxn modelId="{5500AE00-5A8D-4DC8-A62A-9B946FC00E51}" type="presOf" srcId="{94637944-568A-413C-A7FF-89CAD710BDF4}" destId="{9260FF67-340E-4582-82F9-3BED9C3992C8}" srcOrd="0" destOrd="0" presId="urn:microsoft.com/office/officeart/2018/2/layout/IconLabelList"/>
    <dgm:cxn modelId="{E90C6827-AC28-4F7A-891C-341D81340412}" type="presOf" srcId="{C6CA1276-421E-46C0-A08D-60B9FF08D2FA}" destId="{B1590823-C117-4239-BDEC-10BD6DC2EC00}" srcOrd="0" destOrd="0" presId="urn:microsoft.com/office/officeart/2018/2/layout/IconLabelList"/>
    <dgm:cxn modelId="{E0F8442E-EEDC-4287-B6F7-27D361553834}" srcId="{94637944-568A-413C-A7FF-89CAD710BDF4}" destId="{C6CA1276-421E-46C0-A08D-60B9FF08D2FA}" srcOrd="0" destOrd="0" parTransId="{0843CAFA-7865-4A6A-B479-786DFB57B353}" sibTransId="{577F4243-F11F-462A-A60F-BD56C587994E}"/>
    <dgm:cxn modelId="{7AC23348-355E-463F-BE94-DB337FCE66C6}" type="presOf" srcId="{6D0F7C1E-5677-442A-9495-D9DCC9C8229B}" destId="{947FDDB7-313E-48BF-8DA2-0EC887514A91}" srcOrd="0" destOrd="0" presId="urn:microsoft.com/office/officeart/2018/2/layout/IconLabelList"/>
    <dgm:cxn modelId="{B191CBBF-E4AC-4420-8AF0-08145D153C9D}" type="presOf" srcId="{457D181B-7F35-453C-BF60-615D0BB0742B}" destId="{A660A463-54BF-41EE-9FAC-C8FDB2A4BAAB}" srcOrd="0" destOrd="0" presId="urn:microsoft.com/office/officeart/2018/2/layout/IconLabelList"/>
    <dgm:cxn modelId="{4B0C0CCA-087C-4539-B947-B151C813E1B1}" srcId="{94637944-568A-413C-A7FF-89CAD710BDF4}" destId="{457D181B-7F35-453C-BF60-615D0BB0742B}" srcOrd="2" destOrd="0" parTransId="{3E8A240D-9228-427C-A395-1526C5ACE54A}" sibTransId="{900CAB05-2E4B-419B-84F5-19474614BB86}"/>
    <dgm:cxn modelId="{6238A8F8-56C1-4CB0-BBD9-38EB4890259E}" srcId="{94637944-568A-413C-A7FF-89CAD710BDF4}" destId="{6D0F7C1E-5677-442A-9495-D9DCC9C8229B}" srcOrd="1" destOrd="0" parTransId="{670AAAF6-3078-40E9-85E9-12F543A609EC}" sibTransId="{C887B175-C14C-459C-A3AE-83F4A2E45579}"/>
    <dgm:cxn modelId="{D8E4E502-3845-4BB1-B4AB-B58F9AE8F788}" type="presParOf" srcId="{9260FF67-340E-4582-82F9-3BED9C3992C8}" destId="{9592B6A5-454D-4639-B970-E3BB52960371}" srcOrd="0" destOrd="0" presId="urn:microsoft.com/office/officeart/2018/2/layout/IconLabelList"/>
    <dgm:cxn modelId="{C4885E2D-41DC-42F1-8CC0-AE3C0070931B}" type="presParOf" srcId="{9592B6A5-454D-4639-B970-E3BB52960371}" destId="{0F3958F6-0E38-47F5-B79D-4A3A985F4813}" srcOrd="0" destOrd="0" presId="urn:microsoft.com/office/officeart/2018/2/layout/IconLabelList"/>
    <dgm:cxn modelId="{D807134E-F920-4560-A7EB-8F1F9610F7D8}" type="presParOf" srcId="{9592B6A5-454D-4639-B970-E3BB52960371}" destId="{B268CC1D-0018-46D6-A1C4-1028B1913ACF}" srcOrd="1" destOrd="0" presId="urn:microsoft.com/office/officeart/2018/2/layout/IconLabelList"/>
    <dgm:cxn modelId="{B47C6F63-8E54-444B-AE31-69363D0F34A4}" type="presParOf" srcId="{9592B6A5-454D-4639-B970-E3BB52960371}" destId="{B1590823-C117-4239-BDEC-10BD6DC2EC00}" srcOrd="2" destOrd="0" presId="urn:microsoft.com/office/officeart/2018/2/layout/IconLabelList"/>
    <dgm:cxn modelId="{F0E44304-CD0C-4841-B35D-5E6A9C405328}" type="presParOf" srcId="{9260FF67-340E-4582-82F9-3BED9C3992C8}" destId="{DAF38A54-E98B-4E91-835D-DE9EDE4F279B}" srcOrd="1" destOrd="0" presId="urn:microsoft.com/office/officeart/2018/2/layout/IconLabelList"/>
    <dgm:cxn modelId="{C039DCC3-AB82-48D6-831D-C421469F8863}" type="presParOf" srcId="{9260FF67-340E-4582-82F9-3BED9C3992C8}" destId="{5F926086-39AE-425D-8E55-D49A6CD4EDAC}" srcOrd="2" destOrd="0" presId="urn:microsoft.com/office/officeart/2018/2/layout/IconLabelList"/>
    <dgm:cxn modelId="{A1E0E930-B3BB-4097-80FA-98286117C0ED}" type="presParOf" srcId="{5F926086-39AE-425D-8E55-D49A6CD4EDAC}" destId="{D1F6D761-4809-4749-B183-669115F66BF3}" srcOrd="0" destOrd="0" presId="urn:microsoft.com/office/officeart/2018/2/layout/IconLabelList"/>
    <dgm:cxn modelId="{3ECC1205-7B4C-424F-A3CD-947FA0EDFBCE}" type="presParOf" srcId="{5F926086-39AE-425D-8E55-D49A6CD4EDAC}" destId="{7888C1E4-BBA5-4A17-88E0-E22685660111}" srcOrd="1" destOrd="0" presId="urn:microsoft.com/office/officeart/2018/2/layout/IconLabelList"/>
    <dgm:cxn modelId="{332D2521-1C37-4F4C-A62D-3C22AE2A717D}" type="presParOf" srcId="{5F926086-39AE-425D-8E55-D49A6CD4EDAC}" destId="{947FDDB7-313E-48BF-8DA2-0EC887514A91}" srcOrd="2" destOrd="0" presId="urn:microsoft.com/office/officeart/2018/2/layout/IconLabelList"/>
    <dgm:cxn modelId="{D9349A67-802D-42EA-9A15-5BA94AD2B753}" type="presParOf" srcId="{9260FF67-340E-4582-82F9-3BED9C3992C8}" destId="{9649E403-B25D-428C-8F24-D14E3D48C9AB}" srcOrd="3" destOrd="0" presId="urn:microsoft.com/office/officeart/2018/2/layout/IconLabelList"/>
    <dgm:cxn modelId="{64E9EA51-9AD3-465E-9B69-8CC283FEDC1E}" type="presParOf" srcId="{9260FF67-340E-4582-82F9-3BED9C3992C8}" destId="{B6B7BCCD-A1D4-4A93-A47C-B7DCF9EE803D}" srcOrd="4" destOrd="0" presId="urn:microsoft.com/office/officeart/2018/2/layout/IconLabelList"/>
    <dgm:cxn modelId="{CEDD514E-D119-4BC2-80C6-2309EE709A8C}" type="presParOf" srcId="{B6B7BCCD-A1D4-4A93-A47C-B7DCF9EE803D}" destId="{2E9A398C-4787-456C-BD37-EBA7F7053024}" srcOrd="0" destOrd="0" presId="urn:microsoft.com/office/officeart/2018/2/layout/IconLabelList"/>
    <dgm:cxn modelId="{20671AEF-EC66-4C3C-86BB-104836116CFC}" type="presParOf" srcId="{B6B7BCCD-A1D4-4A93-A47C-B7DCF9EE803D}" destId="{83EA6746-E6C0-4584-8CA3-40292A8372E5}" srcOrd="1" destOrd="0" presId="urn:microsoft.com/office/officeart/2018/2/layout/IconLabelList"/>
    <dgm:cxn modelId="{BF6CD52E-64F6-4636-8453-651271028F25}" type="presParOf" srcId="{B6B7BCCD-A1D4-4A93-A47C-B7DCF9EE803D}" destId="{A660A463-54BF-41EE-9FAC-C8FDB2A4BAA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304E21-33E7-4C00-8244-EE020D1B8AD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260E13-229A-4F65-9A8D-EDE3968AE566}">
      <dgm:prSet/>
      <dgm:spPr/>
      <dgm:t>
        <a:bodyPr/>
        <a:lstStyle/>
        <a:p>
          <a:r>
            <a:rPr lang="da-DK" b="0" i="0" baseline="0" dirty="0"/>
            <a:t>Personoplysninger skal behandles lovligt, retfærdigt og på en gennemsigtig måde. </a:t>
          </a:r>
          <a:endParaRPr lang="en-US" dirty="0"/>
        </a:p>
      </dgm:t>
    </dgm:pt>
    <dgm:pt modelId="{061C728D-8B06-4803-9902-2F272816A106}" type="parTrans" cxnId="{2126D539-3A7C-44F9-8DB4-0CDD8A8B870B}">
      <dgm:prSet/>
      <dgm:spPr/>
      <dgm:t>
        <a:bodyPr/>
        <a:lstStyle/>
        <a:p>
          <a:endParaRPr lang="en-US"/>
        </a:p>
      </dgm:t>
    </dgm:pt>
    <dgm:pt modelId="{960EDB4C-C240-4365-9616-4663A706054E}" type="sibTrans" cxnId="{2126D539-3A7C-44F9-8DB4-0CDD8A8B870B}">
      <dgm:prSet/>
      <dgm:spPr/>
      <dgm:t>
        <a:bodyPr/>
        <a:lstStyle/>
        <a:p>
          <a:endParaRPr lang="en-US"/>
        </a:p>
      </dgm:t>
    </dgm:pt>
    <dgm:pt modelId="{85EB56F7-9189-468F-B0E3-CACB62CCE467}">
      <dgm:prSet/>
      <dgm:spPr/>
      <dgm:t>
        <a:bodyPr/>
        <a:lstStyle/>
        <a:p>
          <a:r>
            <a:rPr lang="da-DK" b="0" i="0" baseline="0" dirty="0"/>
            <a:t>For at behandle personoplysninger skal der indhentes klart og specifikt samtykke fra den registrerede. </a:t>
          </a:r>
          <a:endParaRPr lang="en-US" dirty="0"/>
        </a:p>
      </dgm:t>
    </dgm:pt>
    <dgm:pt modelId="{F2D64C57-58EC-4879-A9B9-DB65E991CF2B}" type="parTrans" cxnId="{23ECCD3C-FC0F-48B0-AF9D-F6DCB7FA2783}">
      <dgm:prSet/>
      <dgm:spPr/>
      <dgm:t>
        <a:bodyPr/>
        <a:lstStyle/>
        <a:p>
          <a:endParaRPr lang="en-US"/>
        </a:p>
      </dgm:t>
    </dgm:pt>
    <dgm:pt modelId="{45331646-E3EC-4F23-9157-1E160BF94D72}" type="sibTrans" cxnId="{23ECCD3C-FC0F-48B0-AF9D-F6DCB7FA2783}">
      <dgm:prSet/>
      <dgm:spPr/>
      <dgm:t>
        <a:bodyPr/>
        <a:lstStyle/>
        <a:p>
          <a:endParaRPr lang="en-US"/>
        </a:p>
      </dgm:t>
    </dgm:pt>
    <dgm:pt modelId="{F4D89B2B-DA7C-4DA3-A781-BF3776300F79}">
      <dgm:prSet/>
      <dgm:spPr/>
      <dgm:t>
        <a:bodyPr/>
        <a:lstStyle/>
        <a:p>
          <a:r>
            <a:rPr lang="da-DK" b="0" i="0" baseline="0" dirty="0"/>
            <a:t>Samtykket skal være frivilligt, informeret, specifikt og utvetydigt. </a:t>
          </a:r>
          <a:endParaRPr lang="en-US" dirty="0"/>
        </a:p>
      </dgm:t>
    </dgm:pt>
    <dgm:pt modelId="{AD0B326A-3732-478A-9FCC-BF557615DCDF}" type="parTrans" cxnId="{A4E4B07B-94EC-4D13-A26C-9C68FAFB7942}">
      <dgm:prSet/>
      <dgm:spPr/>
      <dgm:t>
        <a:bodyPr/>
        <a:lstStyle/>
        <a:p>
          <a:endParaRPr lang="en-US"/>
        </a:p>
      </dgm:t>
    </dgm:pt>
    <dgm:pt modelId="{8D52F732-01C7-4230-B9A1-FDB4023D0BDD}" type="sibTrans" cxnId="{A4E4B07B-94EC-4D13-A26C-9C68FAFB7942}">
      <dgm:prSet/>
      <dgm:spPr/>
      <dgm:t>
        <a:bodyPr/>
        <a:lstStyle/>
        <a:p>
          <a:endParaRPr lang="en-US"/>
        </a:p>
      </dgm:t>
    </dgm:pt>
    <dgm:pt modelId="{53F7A737-38AA-496B-886C-946CBCD1419B}">
      <dgm:prSet/>
      <dgm:spPr/>
      <dgm:t>
        <a:bodyPr/>
        <a:lstStyle/>
        <a:p>
          <a:r>
            <a:rPr lang="da-DK" b="0" i="0" baseline="0"/>
            <a:t>Organisationer skal kunne dokumentere samtykke. </a:t>
          </a:r>
          <a:endParaRPr lang="en-US"/>
        </a:p>
      </dgm:t>
    </dgm:pt>
    <dgm:pt modelId="{9D411CD8-B6B9-46A0-B344-7EDCE88E0FAF}" type="parTrans" cxnId="{6A5F21F9-00EF-414D-95C4-4A32DB4AEBFA}">
      <dgm:prSet/>
      <dgm:spPr/>
      <dgm:t>
        <a:bodyPr/>
        <a:lstStyle/>
        <a:p>
          <a:endParaRPr lang="en-US"/>
        </a:p>
      </dgm:t>
    </dgm:pt>
    <dgm:pt modelId="{7581D9DF-70D4-422D-BC66-F91FA1B3B186}" type="sibTrans" cxnId="{6A5F21F9-00EF-414D-95C4-4A32DB4AEBFA}">
      <dgm:prSet/>
      <dgm:spPr/>
      <dgm:t>
        <a:bodyPr/>
        <a:lstStyle/>
        <a:p>
          <a:endParaRPr lang="en-US"/>
        </a:p>
      </dgm:t>
    </dgm:pt>
    <dgm:pt modelId="{9F4C35C2-5935-4CBE-8CA2-D477D13EBFFF}" type="pres">
      <dgm:prSet presAssocID="{D9304E21-33E7-4C00-8244-EE020D1B8ADC}" presName="root" presStyleCnt="0">
        <dgm:presLayoutVars>
          <dgm:dir/>
          <dgm:resizeHandles val="exact"/>
        </dgm:presLayoutVars>
      </dgm:prSet>
      <dgm:spPr/>
    </dgm:pt>
    <dgm:pt modelId="{28427923-7317-4392-990D-2A7B68DB2F1B}" type="pres">
      <dgm:prSet presAssocID="{D9304E21-33E7-4C00-8244-EE020D1B8ADC}" presName="container" presStyleCnt="0">
        <dgm:presLayoutVars>
          <dgm:dir/>
          <dgm:resizeHandles val="exact"/>
        </dgm:presLayoutVars>
      </dgm:prSet>
      <dgm:spPr/>
    </dgm:pt>
    <dgm:pt modelId="{DA96B620-40E4-40B7-93AC-4137658ABECB}" type="pres">
      <dgm:prSet presAssocID="{F4260E13-229A-4F65-9A8D-EDE3968AE566}" presName="compNode" presStyleCnt="0"/>
      <dgm:spPr/>
    </dgm:pt>
    <dgm:pt modelId="{45521D56-DF19-4888-A6CD-447FA2E6F2B3}" type="pres">
      <dgm:prSet presAssocID="{F4260E13-229A-4F65-9A8D-EDE3968AE566}" presName="iconBgRect" presStyleLbl="bgShp" presStyleIdx="0" presStyleCnt="4"/>
      <dgm:spPr/>
    </dgm:pt>
    <dgm:pt modelId="{86A5D35A-1273-4EBF-9897-7438DC631232}" type="pres">
      <dgm:prSet presAssocID="{F4260E13-229A-4F65-9A8D-EDE3968AE56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mmer"/>
        </a:ext>
      </dgm:extLst>
    </dgm:pt>
    <dgm:pt modelId="{9A7D2F27-CCD1-4468-826B-EE8A49E5139B}" type="pres">
      <dgm:prSet presAssocID="{F4260E13-229A-4F65-9A8D-EDE3968AE566}" presName="spaceRect" presStyleCnt="0"/>
      <dgm:spPr/>
    </dgm:pt>
    <dgm:pt modelId="{D03C787A-BF72-4789-B9C9-FE291BDECACE}" type="pres">
      <dgm:prSet presAssocID="{F4260E13-229A-4F65-9A8D-EDE3968AE566}" presName="textRect" presStyleLbl="revTx" presStyleIdx="0" presStyleCnt="4">
        <dgm:presLayoutVars>
          <dgm:chMax val="1"/>
          <dgm:chPref val="1"/>
        </dgm:presLayoutVars>
      </dgm:prSet>
      <dgm:spPr/>
    </dgm:pt>
    <dgm:pt modelId="{BCB8B38F-3D47-4D8D-9669-CA422C1937BD}" type="pres">
      <dgm:prSet presAssocID="{960EDB4C-C240-4365-9616-4663A706054E}" presName="sibTrans" presStyleLbl="sibTrans2D1" presStyleIdx="0" presStyleCnt="0"/>
      <dgm:spPr/>
    </dgm:pt>
    <dgm:pt modelId="{6CC973F7-259A-4D00-BE29-39191A056A91}" type="pres">
      <dgm:prSet presAssocID="{85EB56F7-9189-468F-B0E3-CACB62CCE467}" presName="compNode" presStyleCnt="0"/>
      <dgm:spPr/>
    </dgm:pt>
    <dgm:pt modelId="{9A5BAE35-9D0F-42B7-8F4F-10C9D66BE96A}" type="pres">
      <dgm:prSet presAssocID="{85EB56F7-9189-468F-B0E3-CACB62CCE467}" presName="iconBgRect" presStyleLbl="bgShp" presStyleIdx="1" presStyleCnt="4"/>
      <dgm:spPr/>
    </dgm:pt>
    <dgm:pt modelId="{FDBE3B58-C57A-4832-AF35-B95C8881CD3E}" type="pres">
      <dgm:prSet presAssocID="{85EB56F7-9189-468F-B0E3-CACB62CCE4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tionskilde"/>
        </a:ext>
      </dgm:extLst>
    </dgm:pt>
    <dgm:pt modelId="{B6366E9E-FC1F-4343-8128-79522B65F8C6}" type="pres">
      <dgm:prSet presAssocID="{85EB56F7-9189-468F-B0E3-CACB62CCE467}" presName="spaceRect" presStyleCnt="0"/>
      <dgm:spPr/>
    </dgm:pt>
    <dgm:pt modelId="{A819152F-97B6-4E71-A706-9E87368CE52B}" type="pres">
      <dgm:prSet presAssocID="{85EB56F7-9189-468F-B0E3-CACB62CCE467}" presName="textRect" presStyleLbl="revTx" presStyleIdx="1" presStyleCnt="4">
        <dgm:presLayoutVars>
          <dgm:chMax val="1"/>
          <dgm:chPref val="1"/>
        </dgm:presLayoutVars>
      </dgm:prSet>
      <dgm:spPr/>
    </dgm:pt>
    <dgm:pt modelId="{890A57A6-DC0B-4D8E-9F1A-0BC67A51D4DD}" type="pres">
      <dgm:prSet presAssocID="{45331646-E3EC-4F23-9157-1E160BF94D72}" presName="sibTrans" presStyleLbl="sibTrans2D1" presStyleIdx="0" presStyleCnt="0"/>
      <dgm:spPr/>
    </dgm:pt>
    <dgm:pt modelId="{E434E3DC-0EEF-4139-A212-F74EC7E3D97B}" type="pres">
      <dgm:prSet presAssocID="{F4D89B2B-DA7C-4DA3-A781-BF3776300F79}" presName="compNode" presStyleCnt="0"/>
      <dgm:spPr/>
    </dgm:pt>
    <dgm:pt modelId="{24562E38-AEAD-49E7-8FE5-3AC6717B430C}" type="pres">
      <dgm:prSet presAssocID="{F4D89B2B-DA7C-4DA3-A781-BF3776300F79}" presName="iconBgRect" presStyleLbl="bgShp" presStyleIdx="2" presStyleCnt="4"/>
      <dgm:spPr/>
    </dgm:pt>
    <dgm:pt modelId="{9C519541-CAB5-4421-905E-3D47084F59A6}" type="pres">
      <dgm:prSet presAssocID="{F4D89B2B-DA7C-4DA3-A781-BF3776300F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04913671-7C30-4424-968C-56265141F6C3}" type="pres">
      <dgm:prSet presAssocID="{F4D89B2B-DA7C-4DA3-A781-BF3776300F79}" presName="spaceRect" presStyleCnt="0"/>
      <dgm:spPr/>
    </dgm:pt>
    <dgm:pt modelId="{12D390C9-66F2-47C8-9E7C-9FD2F54FE829}" type="pres">
      <dgm:prSet presAssocID="{F4D89B2B-DA7C-4DA3-A781-BF3776300F79}" presName="textRect" presStyleLbl="revTx" presStyleIdx="2" presStyleCnt="4">
        <dgm:presLayoutVars>
          <dgm:chMax val="1"/>
          <dgm:chPref val="1"/>
        </dgm:presLayoutVars>
      </dgm:prSet>
      <dgm:spPr/>
    </dgm:pt>
    <dgm:pt modelId="{EE1F449A-A5F4-4DE5-AA75-BCF7FDF799E2}" type="pres">
      <dgm:prSet presAssocID="{8D52F732-01C7-4230-B9A1-FDB4023D0BDD}" presName="sibTrans" presStyleLbl="sibTrans2D1" presStyleIdx="0" presStyleCnt="0"/>
      <dgm:spPr/>
    </dgm:pt>
    <dgm:pt modelId="{6AFA44FE-6E4C-4388-A392-F090DE27D91F}" type="pres">
      <dgm:prSet presAssocID="{53F7A737-38AA-496B-886C-946CBCD1419B}" presName="compNode" presStyleCnt="0"/>
      <dgm:spPr/>
    </dgm:pt>
    <dgm:pt modelId="{45C2747A-922F-44F8-A071-D3306AFBF05D}" type="pres">
      <dgm:prSet presAssocID="{53F7A737-38AA-496B-886C-946CBCD1419B}" presName="iconBgRect" presStyleLbl="bgShp" presStyleIdx="3" presStyleCnt="4"/>
      <dgm:spPr/>
    </dgm:pt>
    <dgm:pt modelId="{89A05AE0-D4AC-4418-845E-DC789E1BAA9F}" type="pres">
      <dgm:prSet presAssocID="{53F7A737-38AA-496B-886C-946CBCD141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09C649D4-0F9C-4ECA-9DD6-C9B1458EFB9B}" type="pres">
      <dgm:prSet presAssocID="{53F7A737-38AA-496B-886C-946CBCD1419B}" presName="spaceRect" presStyleCnt="0"/>
      <dgm:spPr/>
    </dgm:pt>
    <dgm:pt modelId="{8CB4A8C9-E3A1-4BF7-A213-9165AF0A5CDF}" type="pres">
      <dgm:prSet presAssocID="{53F7A737-38AA-496B-886C-946CBCD141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387EE04-D525-4B59-8788-AF2FEB25EFE5}" type="presOf" srcId="{45331646-E3EC-4F23-9157-1E160BF94D72}" destId="{890A57A6-DC0B-4D8E-9F1A-0BC67A51D4DD}" srcOrd="0" destOrd="0" presId="urn:microsoft.com/office/officeart/2018/2/layout/IconCircleList"/>
    <dgm:cxn modelId="{2126D539-3A7C-44F9-8DB4-0CDD8A8B870B}" srcId="{D9304E21-33E7-4C00-8244-EE020D1B8ADC}" destId="{F4260E13-229A-4F65-9A8D-EDE3968AE566}" srcOrd="0" destOrd="0" parTransId="{061C728D-8B06-4803-9902-2F272816A106}" sibTransId="{960EDB4C-C240-4365-9616-4663A706054E}"/>
    <dgm:cxn modelId="{23ECCD3C-FC0F-48B0-AF9D-F6DCB7FA2783}" srcId="{D9304E21-33E7-4C00-8244-EE020D1B8ADC}" destId="{85EB56F7-9189-468F-B0E3-CACB62CCE467}" srcOrd="1" destOrd="0" parTransId="{F2D64C57-58EC-4879-A9B9-DB65E991CF2B}" sibTransId="{45331646-E3EC-4F23-9157-1E160BF94D72}"/>
    <dgm:cxn modelId="{87D97161-F01A-4E2B-A8AB-40CF6A4F8F66}" type="presOf" srcId="{85EB56F7-9189-468F-B0E3-CACB62CCE467}" destId="{A819152F-97B6-4E71-A706-9E87368CE52B}" srcOrd="0" destOrd="0" presId="urn:microsoft.com/office/officeart/2018/2/layout/IconCircleList"/>
    <dgm:cxn modelId="{4C42274C-9A5A-4D21-B2AB-6D5B520C84A9}" type="presOf" srcId="{F4D89B2B-DA7C-4DA3-A781-BF3776300F79}" destId="{12D390C9-66F2-47C8-9E7C-9FD2F54FE829}" srcOrd="0" destOrd="0" presId="urn:microsoft.com/office/officeart/2018/2/layout/IconCircleList"/>
    <dgm:cxn modelId="{011E774F-AAEF-4D4F-B794-3A12149A9330}" type="presOf" srcId="{8D52F732-01C7-4230-B9A1-FDB4023D0BDD}" destId="{EE1F449A-A5F4-4DE5-AA75-BCF7FDF799E2}" srcOrd="0" destOrd="0" presId="urn:microsoft.com/office/officeart/2018/2/layout/IconCircleList"/>
    <dgm:cxn modelId="{A4E4B07B-94EC-4D13-A26C-9C68FAFB7942}" srcId="{D9304E21-33E7-4C00-8244-EE020D1B8ADC}" destId="{F4D89B2B-DA7C-4DA3-A781-BF3776300F79}" srcOrd="2" destOrd="0" parTransId="{AD0B326A-3732-478A-9FCC-BF557615DCDF}" sibTransId="{8D52F732-01C7-4230-B9A1-FDB4023D0BDD}"/>
    <dgm:cxn modelId="{CE5DE297-D5EB-41B5-A4BD-B3AA9479BA3F}" type="presOf" srcId="{F4260E13-229A-4F65-9A8D-EDE3968AE566}" destId="{D03C787A-BF72-4789-B9C9-FE291BDECACE}" srcOrd="0" destOrd="0" presId="urn:microsoft.com/office/officeart/2018/2/layout/IconCircleList"/>
    <dgm:cxn modelId="{4227A9CA-3E97-4261-BD02-245F255D3E4A}" type="presOf" srcId="{960EDB4C-C240-4365-9616-4663A706054E}" destId="{BCB8B38F-3D47-4D8D-9669-CA422C1937BD}" srcOrd="0" destOrd="0" presId="urn:microsoft.com/office/officeart/2018/2/layout/IconCircleList"/>
    <dgm:cxn modelId="{93C4B4DA-1D89-43E8-BD2B-1C16C2F89C42}" type="presOf" srcId="{53F7A737-38AA-496B-886C-946CBCD1419B}" destId="{8CB4A8C9-E3A1-4BF7-A213-9165AF0A5CDF}" srcOrd="0" destOrd="0" presId="urn:microsoft.com/office/officeart/2018/2/layout/IconCircleList"/>
    <dgm:cxn modelId="{1640F6F7-D0DB-42D0-ABEE-5A3AD40F3717}" type="presOf" srcId="{D9304E21-33E7-4C00-8244-EE020D1B8ADC}" destId="{9F4C35C2-5935-4CBE-8CA2-D477D13EBFFF}" srcOrd="0" destOrd="0" presId="urn:microsoft.com/office/officeart/2018/2/layout/IconCircleList"/>
    <dgm:cxn modelId="{6A5F21F9-00EF-414D-95C4-4A32DB4AEBFA}" srcId="{D9304E21-33E7-4C00-8244-EE020D1B8ADC}" destId="{53F7A737-38AA-496B-886C-946CBCD1419B}" srcOrd="3" destOrd="0" parTransId="{9D411CD8-B6B9-46A0-B344-7EDCE88E0FAF}" sibTransId="{7581D9DF-70D4-422D-BC66-F91FA1B3B186}"/>
    <dgm:cxn modelId="{4A818DB2-E64A-45EB-BEF5-F1653123F436}" type="presParOf" srcId="{9F4C35C2-5935-4CBE-8CA2-D477D13EBFFF}" destId="{28427923-7317-4392-990D-2A7B68DB2F1B}" srcOrd="0" destOrd="0" presId="urn:microsoft.com/office/officeart/2018/2/layout/IconCircleList"/>
    <dgm:cxn modelId="{58FA7680-9539-4CFA-825B-6C5579061801}" type="presParOf" srcId="{28427923-7317-4392-990D-2A7B68DB2F1B}" destId="{DA96B620-40E4-40B7-93AC-4137658ABECB}" srcOrd="0" destOrd="0" presId="urn:microsoft.com/office/officeart/2018/2/layout/IconCircleList"/>
    <dgm:cxn modelId="{2D227C31-A092-4C81-AE20-5DE92C2A9B43}" type="presParOf" srcId="{DA96B620-40E4-40B7-93AC-4137658ABECB}" destId="{45521D56-DF19-4888-A6CD-447FA2E6F2B3}" srcOrd="0" destOrd="0" presId="urn:microsoft.com/office/officeart/2018/2/layout/IconCircleList"/>
    <dgm:cxn modelId="{D1B2656D-B5AE-4C22-BD5D-02802A9CA30E}" type="presParOf" srcId="{DA96B620-40E4-40B7-93AC-4137658ABECB}" destId="{86A5D35A-1273-4EBF-9897-7438DC631232}" srcOrd="1" destOrd="0" presId="urn:microsoft.com/office/officeart/2018/2/layout/IconCircleList"/>
    <dgm:cxn modelId="{81D86392-915E-45B1-87FE-9B803E7FDB3D}" type="presParOf" srcId="{DA96B620-40E4-40B7-93AC-4137658ABECB}" destId="{9A7D2F27-CCD1-4468-826B-EE8A49E5139B}" srcOrd="2" destOrd="0" presId="urn:microsoft.com/office/officeart/2018/2/layout/IconCircleList"/>
    <dgm:cxn modelId="{ADAF9649-723F-4CE2-B773-9ED317EF3ACF}" type="presParOf" srcId="{DA96B620-40E4-40B7-93AC-4137658ABECB}" destId="{D03C787A-BF72-4789-B9C9-FE291BDECACE}" srcOrd="3" destOrd="0" presId="urn:microsoft.com/office/officeart/2018/2/layout/IconCircleList"/>
    <dgm:cxn modelId="{33E4DE48-F9B2-42DC-B3F4-9FB89A999F2D}" type="presParOf" srcId="{28427923-7317-4392-990D-2A7B68DB2F1B}" destId="{BCB8B38F-3D47-4D8D-9669-CA422C1937BD}" srcOrd="1" destOrd="0" presId="urn:microsoft.com/office/officeart/2018/2/layout/IconCircleList"/>
    <dgm:cxn modelId="{99B4983D-1ABC-4468-A5E4-D2E6A3FA6F41}" type="presParOf" srcId="{28427923-7317-4392-990D-2A7B68DB2F1B}" destId="{6CC973F7-259A-4D00-BE29-39191A056A91}" srcOrd="2" destOrd="0" presId="urn:microsoft.com/office/officeart/2018/2/layout/IconCircleList"/>
    <dgm:cxn modelId="{96D6F78E-2548-4C4A-8386-71439E08838D}" type="presParOf" srcId="{6CC973F7-259A-4D00-BE29-39191A056A91}" destId="{9A5BAE35-9D0F-42B7-8F4F-10C9D66BE96A}" srcOrd="0" destOrd="0" presId="urn:microsoft.com/office/officeart/2018/2/layout/IconCircleList"/>
    <dgm:cxn modelId="{843252EE-A2D4-428D-BC71-6A86CBEF066D}" type="presParOf" srcId="{6CC973F7-259A-4D00-BE29-39191A056A91}" destId="{FDBE3B58-C57A-4832-AF35-B95C8881CD3E}" srcOrd="1" destOrd="0" presId="urn:microsoft.com/office/officeart/2018/2/layout/IconCircleList"/>
    <dgm:cxn modelId="{73FAFBF2-C4B7-4C86-84A7-138A8C433E96}" type="presParOf" srcId="{6CC973F7-259A-4D00-BE29-39191A056A91}" destId="{B6366E9E-FC1F-4343-8128-79522B65F8C6}" srcOrd="2" destOrd="0" presId="urn:microsoft.com/office/officeart/2018/2/layout/IconCircleList"/>
    <dgm:cxn modelId="{68B91EFB-AA8F-4CD3-ACC0-2B4AC7B55837}" type="presParOf" srcId="{6CC973F7-259A-4D00-BE29-39191A056A91}" destId="{A819152F-97B6-4E71-A706-9E87368CE52B}" srcOrd="3" destOrd="0" presId="urn:microsoft.com/office/officeart/2018/2/layout/IconCircleList"/>
    <dgm:cxn modelId="{776E7612-0EAD-45F1-98F6-E9FBDF729F85}" type="presParOf" srcId="{28427923-7317-4392-990D-2A7B68DB2F1B}" destId="{890A57A6-DC0B-4D8E-9F1A-0BC67A51D4DD}" srcOrd="3" destOrd="0" presId="urn:microsoft.com/office/officeart/2018/2/layout/IconCircleList"/>
    <dgm:cxn modelId="{F5E22145-1589-4B5E-9DDD-6ABD5C352CB2}" type="presParOf" srcId="{28427923-7317-4392-990D-2A7B68DB2F1B}" destId="{E434E3DC-0EEF-4139-A212-F74EC7E3D97B}" srcOrd="4" destOrd="0" presId="urn:microsoft.com/office/officeart/2018/2/layout/IconCircleList"/>
    <dgm:cxn modelId="{A0DA38BA-2F14-44B0-BDB3-57E09E47A076}" type="presParOf" srcId="{E434E3DC-0EEF-4139-A212-F74EC7E3D97B}" destId="{24562E38-AEAD-49E7-8FE5-3AC6717B430C}" srcOrd="0" destOrd="0" presId="urn:microsoft.com/office/officeart/2018/2/layout/IconCircleList"/>
    <dgm:cxn modelId="{5C20E5F2-9AE6-40BE-B00D-168A4FD827F9}" type="presParOf" srcId="{E434E3DC-0EEF-4139-A212-F74EC7E3D97B}" destId="{9C519541-CAB5-4421-905E-3D47084F59A6}" srcOrd="1" destOrd="0" presId="urn:microsoft.com/office/officeart/2018/2/layout/IconCircleList"/>
    <dgm:cxn modelId="{56510E0B-B132-4647-BB9E-9739643257F3}" type="presParOf" srcId="{E434E3DC-0EEF-4139-A212-F74EC7E3D97B}" destId="{04913671-7C30-4424-968C-56265141F6C3}" srcOrd="2" destOrd="0" presId="urn:microsoft.com/office/officeart/2018/2/layout/IconCircleList"/>
    <dgm:cxn modelId="{6F05F217-4842-480B-A1F0-934DE1A418F9}" type="presParOf" srcId="{E434E3DC-0EEF-4139-A212-F74EC7E3D97B}" destId="{12D390C9-66F2-47C8-9E7C-9FD2F54FE829}" srcOrd="3" destOrd="0" presId="urn:microsoft.com/office/officeart/2018/2/layout/IconCircleList"/>
    <dgm:cxn modelId="{CE743CDC-52DD-4DEF-B109-68BF755360FA}" type="presParOf" srcId="{28427923-7317-4392-990D-2A7B68DB2F1B}" destId="{EE1F449A-A5F4-4DE5-AA75-BCF7FDF799E2}" srcOrd="5" destOrd="0" presId="urn:microsoft.com/office/officeart/2018/2/layout/IconCircleList"/>
    <dgm:cxn modelId="{A3CCA0CF-B251-4A8F-A76F-4BCF56AC0611}" type="presParOf" srcId="{28427923-7317-4392-990D-2A7B68DB2F1B}" destId="{6AFA44FE-6E4C-4388-A392-F090DE27D91F}" srcOrd="6" destOrd="0" presId="urn:microsoft.com/office/officeart/2018/2/layout/IconCircleList"/>
    <dgm:cxn modelId="{E3FD5DDE-8688-49E2-84BD-FF86D07163A5}" type="presParOf" srcId="{6AFA44FE-6E4C-4388-A392-F090DE27D91F}" destId="{45C2747A-922F-44F8-A071-D3306AFBF05D}" srcOrd="0" destOrd="0" presId="urn:microsoft.com/office/officeart/2018/2/layout/IconCircleList"/>
    <dgm:cxn modelId="{6051E766-39FB-475F-A272-5B1E48CC0DD7}" type="presParOf" srcId="{6AFA44FE-6E4C-4388-A392-F090DE27D91F}" destId="{89A05AE0-D4AC-4418-845E-DC789E1BAA9F}" srcOrd="1" destOrd="0" presId="urn:microsoft.com/office/officeart/2018/2/layout/IconCircleList"/>
    <dgm:cxn modelId="{5D1C615A-A2E5-44FF-B58D-BABC0F619E6E}" type="presParOf" srcId="{6AFA44FE-6E4C-4388-A392-F090DE27D91F}" destId="{09C649D4-0F9C-4ECA-9DD6-C9B1458EFB9B}" srcOrd="2" destOrd="0" presId="urn:microsoft.com/office/officeart/2018/2/layout/IconCircleList"/>
    <dgm:cxn modelId="{8ECCB60D-C887-4394-8A7F-78FF74C35B89}" type="presParOf" srcId="{6AFA44FE-6E4C-4388-A392-F090DE27D91F}" destId="{8CB4A8C9-E3A1-4BF7-A213-9165AF0A5CD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4E6344-F69E-49D8-8407-602B709E57B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2975A1-D71C-4B3F-86C5-E72916919751}">
      <dgm:prSet custT="1"/>
      <dgm:spPr/>
      <dgm:t>
        <a:bodyPr/>
        <a:lstStyle/>
        <a:p>
          <a:pPr>
            <a:defRPr cap="all"/>
          </a:pPr>
          <a:r>
            <a:rPr lang="da-DK" sz="1400" b="1" i="0" baseline="0" dirty="0"/>
            <a:t>Ret til adgang</a:t>
          </a:r>
          <a:r>
            <a:rPr lang="da-DK" sz="1400" b="0" i="0" baseline="0" dirty="0"/>
            <a:t>: </a:t>
          </a:r>
        </a:p>
        <a:p>
          <a:pPr>
            <a:defRPr cap="all"/>
          </a:pPr>
          <a:r>
            <a:rPr lang="da-DK" sz="1400" b="0" i="0" baseline="0" dirty="0"/>
            <a:t>En person kan anmode om at få indsigt i, hvilke personoplysninger der behandles. </a:t>
          </a:r>
          <a:endParaRPr lang="en-US" sz="1400" dirty="0"/>
        </a:p>
      </dgm:t>
    </dgm:pt>
    <dgm:pt modelId="{8B6ADD87-2308-444A-95DE-9588E635C519}" type="parTrans" cxnId="{CB634EBE-C6FE-46BC-ADD9-646913E5E889}">
      <dgm:prSet/>
      <dgm:spPr/>
      <dgm:t>
        <a:bodyPr/>
        <a:lstStyle/>
        <a:p>
          <a:endParaRPr lang="en-US"/>
        </a:p>
      </dgm:t>
    </dgm:pt>
    <dgm:pt modelId="{630D8003-9254-4E70-8B35-9F6EB54A1790}" type="sibTrans" cxnId="{CB634EBE-C6FE-46BC-ADD9-646913E5E889}">
      <dgm:prSet/>
      <dgm:spPr/>
      <dgm:t>
        <a:bodyPr/>
        <a:lstStyle/>
        <a:p>
          <a:endParaRPr lang="en-US"/>
        </a:p>
      </dgm:t>
    </dgm:pt>
    <dgm:pt modelId="{F01F959B-CA03-4A31-8DEB-BC0814800C5D}">
      <dgm:prSet custT="1"/>
      <dgm:spPr/>
      <dgm:t>
        <a:bodyPr/>
        <a:lstStyle/>
        <a:p>
          <a:pPr>
            <a:defRPr cap="all"/>
          </a:pPr>
          <a:r>
            <a:rPr lang="da-DK" sz="1400" b="1" i="0" baseline="0" dirty="0"/>
            <a:t>Ret til berigtigelse</a:t>
          </a:r>
          <a:r>
            <a:rPr lang="da-DK" sz="1400" b="0" i="0" baseline="0" dirty="0"/>
            <a:t>: Personen kan få rettet urigtige oplysninger. </a:t>
          </a:r>
          <a:endParaRPr lang="en-US" sz="1400" dirty="0"/>
        </a:p>
      </dgm:t>
    </dgm:pt>
    <dgm:pt modelId="{8C82D40A-B153-4E88-97E6-1FBAC8A73DD9}" type="parTrans" cxnId="{89FCD4F1-2ACC-4BFA-B443-1297BA5D0932}">
      <dgm:prSet/>
      <dgm:spPr/>
      <dgm:t>
        <a:bodyPr/>
        <a:lstStyle/>
        <a:p>
          <a:endParaRPr lang="en-US"/>
        </a:p>
      </dgm:t>
    </dgm:pt>
    <dgm:pt modelId="{4F2B9A22-E5A8-41A1-9EAD-EF7D1D7D188C}" type="sibTrans" cxnId="{89FCD4F1-2ACC-4BFA-B443-1297BA5D0932}">
      <dgm:prSet/>
      <dgm:spPr/>
      <dgm:t>
        <a:bodyPr/>
        <a:lstStyle/>
        <a:p>
          <a:endParaRPr lang="en-US"/>
        </a:p>
      </dgm:t>
    </dgm:pt>
    <dgm:pt modelId="{6EF5E5BB-3BF4-497A-AB10-4808DB805DEA}">
      <dgm:prSet custT="1"/>
      <dgm:spPr/>
      <dgm:t>
        <a:bodyPr/>
        <a:lstStyle/>
        <a:p>
          <a:pPr>
            <a:defRPr cap="all"/>
          </a:pPr>
          <a:r>
            <a:rPr lang="da-DK" sz="1300" b="1" i="0" baseline="0" dirty="0"/>
            <a:t>Ret til sletning </a:t>
          </a:r>
          <a:r>
            <a:rPr lang="da-DK" sz="1400" b="1" i="0" baseline="0" dirty="0"/>
            <a:t>("retten til at blive glemt")</a:t>
          </a:r>
          <a:r>
            <a:rPr lang="da-DK" sz="1400" b="0" i="0" baseline="0" dirty="0"/>
            <a:t>: </a:t>
          </a:r>
        </a:p>
        <a:p>
          <a:pPr>
            <a:defRPr cap="all"/>
          </a:pPr>
          <a:r>
            <a:rPr lang="da-DK" sz="1400" b="0" i="0" baseline="0" dirty="0"/>
            <a:t>Personen kan få sine data slettet under visse betingelser. </a:t>
          </a:r>
          <a:endParaRPr lang="en-US" sz="1400" dirty="0"/>
        </a:p>
      </dgm:t>
    </dgm:pt>
    <dgm:pt modelId="{40960FF2-EBDF-41E4-B52E-3B2AF372813F}" type="parTrans" cxnId="{657358C2-F0D4-4B62-BD65-67ED10C5760D}">
      <dgm:prSet/>
      <dgm:spPr/>
      <dgm:t>
        <a:bodyPr/>
        <a:lstStyle/>
        <a:p>
          <a:endParaRPr lang="en-US"/>
        </a:p>
      </dgm:t>
    </dgm:pt>
    <dgm:pt modelId="{1AD72392-5E27-4B2F-B35A-9154511A8DD3}" type="sibTrans" cxnId="{657358C2-F0D4-4B62-BD65-67ED10C5760D}">
      <dgm:prSet/>
      <dgm:spPr/>
      <dgm:t>
        <a:bodyPr/>
        <a:lstStyle/>
        <a:p>
          <a:endParaRPr lang="en-US"/>
        </a:p>
      </dgm:t>
    </dgm:pt>
    <dgm:pt modelId="{25488AB5-FE0D-478F-82B9-470A8107F040}">
      <dgm:prSet custT="1"/>
      <dgm:spPr/>
      <dgm:t>
        <a:bodyPr/>
        <a:lstStyle/>
        <a:p>
          <a:pPr>
            <a:defRPr cap="all"/>
          </a:pPr>
          <a:r>
            <a:rPr lang="da-DK" sz="1400" b="1" i="0" baseline="0" dirty="0"/>
            <a:t>Ret til </a:t>
          </a:r>
          <a:r>
            <a:rPr lang="da-DK" sz="1400" b="1" i="0" baseline="0" dirty="0" err="1"/>
            <a:t>dataportabilitet</a:t>
          </a:r>
          <a:r>
            <a:rPr lang="da-DK" sz="1400" b="0" i="0" baseline="0" dirty="0"/>
            <a:t>: Personen kan få sine data overført til en anden tjenesteudbyder</a:t>
          </a:r>
          <a:r>
            <a:rPr lang="da-DK" sz="1300" b="0" i="0" baseline="0" dirty="0"/>
            <a:t>. </a:t>
          </a:r>
          <a:endParaRPr lang="en-US" sz="1300" dirty="0"/>
        </a:p>
      </dgm:t>
    </dgm:pt>
    <dgm:pt modelId="{D7978CC0-6C96-4DF4-9C69-B81E7B9EA400}" type="parTrans" cxnId="{729CB9CC-4A12-4AB9-BB05-355113B480B9}">
      <dgm:prSet/>
      <dgm:spPr/>
      <dgm:t>
        <a:bodyPr/>
        <a:lstStyle/>
        <a:p>
          <a:endParaRPr lang="en-US"/>
        </a:p>
      </dgm:t>
    </dgm:pt>
    <dgm:pt modelId="{32276CF5-36CE-437E-8BC3-D1B45575922A}" type="sibTrans" cxnId="{729CB9CC-4A12-4AB9-BB05-355113B480B9}">
      <dgm:prSet/>
      <dgm:spPr/>
      <dgm:t>
        <a:bodyPr/>
        <a:lstStyle/>
        <a:p>
          <a:endParaRPr lang="en-US"/>
        </a:p>
      </dgm:t>
    </dgm:pt>
    <dgm:pt modelId="{042EBFF3-792F-4FAE-84C4-4ED6E91F2822}">
      <dgm:prSet custT="1"/>
      <dgm:spPr/>
      <dgm:t>
        <a:bodyPr/>
        <a:lstStyle/>
        <a:p>
          <a:pPr>
            <a:defRPr cap="all"/>
          </a:pPr>
          <a:r>
            <a:rPr lang="da-DK" sz="1400" b="1" i="0" baseline="0" dirty="0"/>
            <a:t>Ret til at protestere</a:t>
          </a:r>
          <a:r>
            <a:rPr lang="da-DK" sz="1400" b="0" i="0" baseline="0" dirty="0"/>
            <a:t>: Personen kan protestere mod visse former for behandling (fx direkte markedsføring). </a:t>
          </a:r>
          <a:endParaRPr lang="en-US" sz="1400" dirty="0"/>
        </a:p>
      </dgm:t>
    </dgm:pt>
    <dgm:pt modelId="{0F775782-4303-4F1D-AB2B-E41FFF7059B2}" type="parTrans" cxnId="{661FC5B2-2D89-4160-B948-C220BFC46CAC}">
      <dgm:prSet/>
      <dgm:spPr/>
      <dgm:t>
        <a:bodyPr/>
        <a:lstStyle/>
        <a:p>
          <a:endParaRPr lang="en-US"/>
        </a:p>
      </dgm:t>
    </dgm:pt>
    <dgm:pt modelId="{9371B178-BBAE-4437-AF50-C717CBAA197D}" type="sibTrans" cxnId="{661FC5B2-2D89-4160-B948-C220BFC46CAC}">
      <dgm:prSet/>
      <dgm:spPr/>
      <dgm:t>
        <a:bodyPr/>
        <a:lstStyle/>
        <a:p>
          <a:endParaRPr lang="en-US"/>
        </a:p>
      </dgm:t>
    </dgm:pt>
    <dgm:pt modelId="{DEE541E5-ACA3-4082-9960-FD99F5EABB8C}" type="pres">
      <dgm:prSet presAssocID="{894E6344-F69E-49D8-8407-602B709E57BF}" presName="root" presStyleCnt="0">
        <dgm:presLayoutVars>
          <dgm:dir/>
          <dgm:resizeHandles val="exact"/>
        </dgm:presLayoutVars>
      </dgm:prSet>
      <dgm:spPr/>
    </dgm:pt>
    <dgm:pt modelId="{A93404BC-758D-4B76-A9FE-03F7BB22901C}" type="pres">
      <dgm:prSet presAssocID="{B62975A1-D71C-4B3F-86C5-E72916919751}" presName="compNode" presStyleCnt="0"/>
      <dgm:spPr/>
    </dgm:pt>
    <dgm:pt modelId="{38D02736-8B92-45CF-A5CD-6093309C9FC3}" type="pres">
      <dgm:prSet presAssocID="{B62975A1-D71C-4B3F-86C5-E72916919751}" presName="iconBgRect" presStyleLbl="bgShp" presStyleIdx="0" presStyleCnt="5"/>
      <dgm:spPr/>
    </dgm:pt>
    <dgm:pt modelId="{DC11E6F2-7C34-4DFB-B21F-5EFB0DB47659}" type="pres">
      <dgm:prSet presAssocID="{B62975A1-D71C-4B3F-86C5-E7291691975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F6C99B1D-E427-40AC-8F5B-00E01B87E2CE}" type="pres">
      <dgm:prSet presAssocID="{B62975A1-D71C-4B3F-86C5-E72916919751}" presName="spaceRect" presStyleCnt="0"/>
      <dgm:spPr/>
    </dgm:pt>
    <dgm:pt modelId="{8C828FBD-5C17-4A0B-89EC-A18F40B7411A}" type="pres">
      <dgm:prSet presAssocID="{B62975A1-D71C-4B3F-86C5-E72916919751}" presName="textRect" presStyleLbl="revTx" presStyleIdx="0" presStyleCnt="5">
        <dgm:presLayoutVars>
          <dgm:chMax val="1"/>
          <dgm:chPref val="1"/>
        </dgm:presLayoutVars>
      </dgm:prSet>
      <dgm:spPr/>
    </dgm:pt>
    <dgm:pt modelId="{6E3DC0E1-9C34-492E-9E4D-48EA98D348C6}" type="pres">
      <dgm:prSet presAssocID="{630D8003-9254-4E70-8B35-9F6EB54A1790}" presName="sibTrans" presStyleCnt="0"/>
      <dgm:spPr/>
    </dgm:pt>
    <dgm:pt modelId="{E388F968-7D2A-490D-AE31-792A75DDA8B6}" type="pres">
      <dgm:prSet presAssocID="{F01F959B-CA03-4A31-8DEB-BC0814800C5D}" presName="compNode" presStyleCnt="0"/>
      <dgm:spPr/>
    </dgm:pt>
    <dgm:pt modelId="{9E7232CF-7352-4D68-94A2-63A46124DDB5}" type="pres">
      <dgm:prSet presAssocID="{F01F959B-CA03-4A31-8DEB-BC0814800C5D}" presName="iconBgRect" presStyleLbl="bgShp" presStyleIdx="1" presStyleCnt="5"/>
      <dgm:spPr/>
    </dgm:pt>
    <dgm:pt modelId="{E3358448-F50D-4599-B50F-2B296255865F}" type="pres">
      <dgm:prSet presAssocID="{F01F959B-CA03-4A31-8DEB-BC0814800C5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arsel"/>
        </a:ext>
      </dgm:extLst>
    </dgm:pt>
    <dgm:pt modelId="{27CC7FD7-8CF3-419D-BBC8-6EF09FE26C4E}" type="pres">
      <dgm:prSet presAssocID="{F01F959B-CA03-4A31-8DEB-BC0814800C5D}" presName="spaceRect" presStyleCnt="0"/>
      <dgm:spPr/>
    </dgm:pt>
    <dgm:pt modelId="{392F32F7-00A9-4331-815B-609D676ADBD3}" type="pres">
      <dgm:prSet presAssocID="{F01F959B-CA03-4A31-8DEB-BC0814800C5D}" presName="textRect" presStyleLbl="revTx" presStyleIdx="1" presStyleCnt="5">
        <dgm:presLayoutVars>
          <dgm:chMax val="1"/>
          <dgm:chPref val="1"/>
        </dgm:presLayoutVars>
      </dgm:prSet>
      <dgm:spPr/>
    </dgm:pt>
    <dgm:pt modelId="{B9002E95-9153-402B-A8B9-53EA0AD4605A}" type="pres">
      <dgm:prSet presAssocID="{4F2B9A22-E5A8-41A1-9EAD-EF7D1D7D188C}" presName="sibTrans" presStyleCnt="0"/>
      <dgm:spPr/>
    </dgm:pt>
    <dgm:pt modelId="{79445F23-83A0-470B-AF8C-7DC0F25F446D}" type="pres">
      <dgm:prSet presAssocID="{6EF5E5BB-3BF4-497A-AB10-4808DB805DEA}" presName="compNode" presStyleCnt="0"/>
      <dgm:spPr/>
    </dgm:pt>
    <dgm:pt modelId="{90D341C0-5D71-484D-827E-05762632122A}" type="pres">
      <dgm:prSet presAssocID="{6EF5E5BB-3BF4-497A-AB10-4808DB805DEA}" presName="iconBgRect" presStyleLbl="bgShp" presStyleIdx="2" presStyleCnt="5"/>
      <dgm:spPr/>
    </dgm:pt>
    <dgm:pt modelId="{2D6A2E83-BEAC-4BEC-80B4-D003CF70DFE4}" type="pres">
      <dgm:prSet presAssocID="{6EF5E5BB-3BF4-497A-AB10-4808DB805D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skelæder"/>
        </a:ext>
      </dgm:extLst>
    </dgm:pt>
    <dgm:pt modelId="{ADC6CCF7-C0F7-4694-AE7B-D474204C2A10}" type="pres">
      <dgm:prSet presAssocID="{6EF5E5BB-3BF4-497A-AB10-4808DB805DEA}" presName="spaceRect" presStyleCnt="0"/>
      <dgm:spPr/>
    </dgm:pt>
    <dgm:pt modelId="{5D9DD61F-2166-44A9-B864-2879A0BDB94D}" type="pres">
      <dgm:prSet presAssocID="{6EF5E5BB-3BF4-497A-AB10-4808DB805DEA}" presName="textRect" presStyleLbl="revTx" presStyleIdx="2" presStyleCnt="5">
        <dgm:presLayoutVars>
          <dgm:chMax val="1"/>
          <dgm:chPref val="1"/>
        </dgm:presLayoutVars>
      </dgm:prSet>
      <dgm:spPr/>
    </dgm:pt>
    <dgm:pt modelId="{131285B3-D84E-4E3B-9591-75793EB95F2F}" type="pres">
      <dgm:prSet presAssocID="{1AD72392-5E27-4B2F-B35A-9154511A8DD3}" presName="sibTrans" presStyleCnt="0"/>
      <dgm:spPr/>
    </dgm:pt>
    <dgm:pt modelId="{E25B3781-7A6A-4691-9CDA-226F5C2120C7}" type="pres">
      <dgm:prSet presAssocID="{25488AB5-FE0D-478F-82B9-470A8107F040}" presName="compNode" presStyleCnt="0"/>
      <dgm:spPr/>
    </dgm:pt>
    <dgm:pt modelId="{EAF4E7A5-9A33-4E72-BCFA-B40110425C6F}" type="pres">
      <dgm:prSet presAssocID="{25488AB5-FE0D-478F-82B9-470A8107F040}" presName="iconBgRect" presStyleLbl="bgShp" presStyleIdx="3" presStyleCnt="5"/>
      <dgm:spPr/>
    </dgm:pt>
    <dgm:pt modelId="{FD9A2FC5-269F-47C0-9FD1-CF085DAB337E}" type="pres">
      <dgm:prSet presAssocID="{25488AB5-FE0D-478F-82B9-470A8107F04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D90DDB89-F390-436D-8D13-FCF2F5972957}" type="pres">
      <dgm:prSet presAssocID="{25488AB5-FE0D-478F-82B9-470A8107F040}" presName="spaceRect" presStyleCnt="0"/>
      <dgm:spPr/>
    </dgm:pt>
    <dgm:pt modelId="{6C9B73CA-B805-4D24-9C5E-32CA0C16BB72}" type="pres">
      <dgm:prSet presAssocID="{25488AB5-FE0D-478F-82B9-470A8107F040}" presName="textRect" presStyleLbl="revTx" presStyleIdx="3" presStyleCnt="5" custScaleX="111075">
        <dgm:presLayoutVars>
          <dgm:chMax val="1"/>
          <dgm:chPref val="1"/>
        </dgm:presLayoutVars>
      </dgm:prSet>
      <dgm:spPr/>
    </dgm:pt>
    <dgm:pt modelId="{6B40696F-6B01-49EE-A0AE-B50BCA96149B}" type="pres">
      <dgm:prSet presAssocID="{32276CF5-36CE-437E-8BC3-D1B45575922A}" presName="sibTrans" presStyleCnt="0"/>
      <dgm:spPr/>
    </dgm:pt>
    <dgm:pt modelId="{04BFE81A-4F97-406F-A3C3-60B7C2DC8F5E}" type="pres">
      <dgm:prSet presAssocID="{042EBFF3-792F-4FAE-84C4-4ED6E91F2822}" presName="compNode" presStyleCnt="0"/>
      <dgm:spPr/>
    </dgm:pt>
    <dgm:pt modelId="{593D7E19-4BD7-4868-9E6E-7209366A6CBC}" type="pres">
      <dgm:prSet presAssocID="{042EBFF3-792F-4FAE-84C4-4ED6E91F2822}" presName="iconBgRect" presStyleLbl="bgShp" presStyleIdx="4" presStyleCnt="5"/>
      <dgm:spPr/>
    </dgm:pt>
    <dgm:pt modelId="{CF0C2B06-708D-4603-A2EE-B17713CD15F9}" type="pres">
      <dgm:prSet presAssocID="{042EBFF3-792F-4FAE-84C4-4ED6E91F28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dsføring"/>
        </a:ext>
      </dgm:extLst>
    </dgm:pt>
    <dgm:pt modelId="{02D03298-181A-4426-A3D6-8107ACCA050F}" type="pres">
      <dgm:prSet presAssocID="{042EBFF3-792F-4FAE-84C4-4ED6E91F2822}" presName="spaceRect" presStyleCnt="0"/>
      <dgm:spPr/>
    </dgm:pt>
    <dgm:pt modelId="{39802E42-C83F-4F5A-B277-6C8755014F2A}" type="pres">
      <dgm:prSet presAssocID="{042EBFF3-792F-4FAE-84C4-4ED6E91F282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4098225-0431-47D1-9939-383B8D434D7D}" type="presOf" srcId="{6EF5E5BB-3BF4-497A-AB10-4808DB805DEA}" destId="{5D9DD61F-2166-44A9-B864-2879A0BDB94D}" srcOrd="0" destOrd="0" presId="urn:microsoft.com/office/officeart/2018/5/layout/IconCircleLabelList"/>
    <dgm:cxn modelId="{8AA67548-8D16-4678-924B-C1ACA08AE27C}" type="presOf" srcId="{042EBFF3-792F-4FAE-84C4-4ED6E91F2822}" destId="{39802E42-C83F-4F5A-B277-6C8755014F2A}" srcOrd="0" destOrd="0" presId="urn:microsoft.com/office/officeart/2018/5/layout/IconCircleLabelList"/>
    <dgm:cxn modelId="{0EB2F34B-42AC-44BF-9F3A-EC2F4CB9C460}" type="presOf" srcId="{B62975A1-D71C-4B3F-86C5-E72916919751}" destId="{8C828FBD-5C17-4A0B-89EC-A18F40B7411A}" srcOrd="0" destOrd="0" presId="urn:microsoft.com/office/officeart/2018/5/layout/IconCircleLabelList"/>
    <dgm:cxn modelId="{F13C846E-4848-423F-828B-EAD212D8E080}" type="presOf" srcId="{F01F959B-CA03-4A31-8DEB-BC0814800C5D}" destId="{392F32F7-00A9-4331-815B-609D676ADBD3}" srcOrd="0" destOrd="0" presId="urn:microsoft.com/office/officeart/2018/5/layout/IconCircleLabelList"/>
    <dgm:cxn modelId="{661FC5B2-2D89-4160-B948-C220BFC46CAC}" srcId="{894E6344-F69E-49D8-8407-602B709E57BF}" destId="{042EBFF3-792F-4FAE-84C4-4ED6E91F2822}" srcOrd="4" destOrd="0" parTransId="{0F775782-4303-4F1D-AB2B-E41FFF7059B2}" sibTransId="{9371B178-BBAE-4437-AF50-C717CBAA197D}"/>
    <dgm:cxn modelId="{CB634EBE-C6FE-46BC-ADD9-646913E5E889}" srcId="{894E6344-F69E-49D8-8407-602B709E57BF}" destId="{B62975A1-D71C-4B3F-86C5-E72916919751}" srcOrd="0" destOrd="0" parTransId="{8B6ADD87-2308-444A-95DE-9588E635C519}" sibTransId="{630D8003-9254-4E70-8B35-9F6EB54A1790}"/>
    <dgm:cxn modelId="{657358C2-F0D4-4B62-BD65-67ED10C5760D}" srcId="{894E6344-F69E-49D8-8407-602B709E57BF}" destId="{6EF5E5BB-3BF4-497A-AB10-4808DB805DEA}" srcOrd="2" destOrd="0" parTransId="{40960FF2-EBDF-41E4-B52E-3B2AF372813F}" sibTransId="{1AD72392-5E27-4B2F-B35A-9154511A8DD3}"/>
    <dgm:cxn modelId="{729CB9CC-4A12-4AB9-BB05-355113B480B9}" srcId="{894E6344-F69E-49D8-8407-602B709E57BF}" destId="{25488AB5-FE0D-478F-82B9-470A8107F040}" srcOrd="3" destOrd="0" parTransId="{D7978CC0-6C96-4DF4-9C69-B81E7B9EA400}" sibTransId="{32276CF5-36CE-437E-8BC3-D1B45575922A}"/>
    <dgm:cxn modelId="{3D8253E1-589E-4658-A852-54FCEC1DE760}" type="presOf" srcId="{894E6344-F69E-49D8-8407-602B709E57BF}" destId="{DEE541E5-ACA3-4082-9960-FD99F5EABB8C}" srcOrd="0" destOrd="0" presId="urn:microsoft.com/office/officeart/2018/5/layout/IconCircleLabelList"/>
    <dgm:cxn modelId="{89FCD4F1-2ACC-4BFA-B443-1297BA5D0932}" srcId="{894E6344-F69E-49D8-8407-602B709E57BF}" destId="{F01F959B-CA03-4A31-8DEB-BC0814800C5D}" srcOrd="1" destOrd="0" parTransId="{8C82D40A-B153-4E88-97E6-1FBAC8A73DD9}" sibTransId="{4F2B9A22-E5A8-41A1-9EAD-EF7D1D7D188C}"/>
    <dgm:cxn modelId="{830222FC-D818-4903-AF6E-88FF6CF641CC}" type="presOf" srcId="{25488AB5-FE0D-478F-82B9-470A8107F040}" destId="{6C9B73CA-B805-4D24-9C5E-32CA0C16BB72}" srcOrd="0" destOrd="0" presId="urn:microsoft.com/office/officeart/2018/5/layout/IconCircleLabelList"/>
    <dgm:cxn modelId="{65388AB6-3778-4F18-ACB2-00DE220C3D2D}" type="presParOf" srcId="{DEE541E5-ACA3-4082-9960-FD99F5EABB8C}" destId="{A93404BC-758D-4B76-A9FE-03F7BB22901C}" srcOrd="0" destOrd="0" presId="urn:microsoft.com/office/officeart/2018/5/layout/IconCircleLabelList"/>
    <dgm:cxn modelId="{672B5A70-0AEF-485D-96CD-B6853F5D1F75}" type="presParOf" srcId="{A93404BC-758D-4B76-A9FE-03F7BB22901C}" destId="{38D02736-8B92-45CF-A5CD-6093309C9FC3}" srcOrd="0" destOrd="0" presId="urn:microsoft.com/office/officeart/2018/5/layout/IconCircleLabelList"/>
    <dgm:cxn modelId="{26BF808E-2EF3-4143-8396-A247821B3E34}" type="presParOf" srcId="{A93404BC-758D-4B76-A9FE-03F7BB22901C}" destId="{DC11E6F2-7C34-4DFB-B21F-5EFB0DB47659}" srcOrd="1" destOrd="0" presId="urn:microsoft.com/office/officeart/2018/5/layout/IconCircleLabelList"/>
    <dgm:cxn modelId="{02E97283-AAE2-4708-9494-E253E5FE2218}" type="presParOf" srcId="{A93404BC-758D-4B76-A9FE-03F7BB22901C}" destId="{F6C99B1D-E427-40AC-8F5B-00E01B87E2CE}" srcOrd="2" destOrd="0" presId="urn:microsoft.com/office/officeart/2018/5/layout/IconCircleLabelList"/>
    <dgm:cxn modelId="{4C350E1C-522B-462E-83A7-83D45DF5AAE4}" type="presParOf" srcId="{A93404BC-758D-4B76-A9FE-03F7BB22901C}" destId="{8C828FBD-5C17-4A0B-89EC-A18F40B7411A}" srcOrd="3" destOrd="0" presId="urn:microsoft.com/office/officeart/2018/5/layout/IconCircleLabelList"/>
    <dgm:cxn modelId="{EE927607-0161-47F1-9BF0-EF294A5CDC8E}" type="presParOf" srcId="{DEE541E5-ACA3-4082-9960-FD99F5EABB8C}" destId="{6E3DC0E1-9C34-492E-9E4D-48EA98D348C6}" srcOrd="1" destOrd="0" presId="urn:microsoft.com/office/officeart/2018/5/layout/IconCircleLabelList"/>
    <dgm:cxn modelId="{46A72947-B20D-4F0E-9EA3-61D205FC9047}" type="presParOf" srcId="{DEE541E5-ACA3-4082-9960-FD99F5EABB8C}" destId="{E388F968-7D2A-490D-AE31-792A75DDA8B6}" srcOrd="2" destOrd="0" presId="urn:microsoft.com/office/officeart/2018/5/layout/IconCircleLabelList"/>
    <dgm:cxn modelId="{4C7B4549-72EA-4825-B15F-1FAD024E090F}" type="presParOf" srcId="{E388F968-7D2A-490D-AE31-792A75DDA8B6}" destId="{9E7232CF-7352-4D68-94A2-63A46124DDB5}" srcOrd="0" destOrd="0" presId="urn:microsoft.com/office/officeart/2018/5/layout/IconCircleLabelList"/>
    <dgm:cxn modelId="{89454415-4B29-4036-90AB-DD92AA865C8E}" type="presParOf" srcId="{E388F968-7D2A-490D-AE31-792A75DDA8B6}" destId="{E3358448-F50D-4599-B50F-2B296255865F}" srcOrd="1" destOrd="0" presId="urn:microsoft.com/office/officeart/2018/5/layout/IconCircleLabelList"/>
    <dgm:cxn modelId="{24E7DCB8-1EB2-48E0-A648-40566A679F06}" type="presParOf" srcId="{E388F968-7D2A-490D-AE31-792A75DDA8B6}" destId="{27CC7FD7-8CF3-419D-BBC8-6EF09FE26C4E}" srcOrd="2" destOrd="0" presId="urn:microsoft.com/office/officeart/2018/5/layout/IconCircleLabelList"/>
    <dgm:cxn modelId="{18C5BCB8-2759-496C-A356-830A6C336DA5}" type="presParOf" srcId="{E388F968-7D2A-490D-AE31-792A75DDA8B6}" destId="{392F32F7-00A9-4331-815B-609D676ADBD3}" srcOrd="3" destOrd="0" presId="urn:microsoft.com/office/officeart/2018/5/layout/IconCircleLabelList"/>
    <dgm:cxn modelId="{DA416BA5-D5A2-4EC3-B6BE-FCCFFA096AC9}" type="presParOf" srcId="{DEE541E5-ACA3-4082-9960-FD99F5EABB8C}" destId="{B9002E95-9153-402B-A8B9-53EA0AD4605A}" srcOrd="3" destOrd="0" presId="urn:microsoft.com/office/officeart/2018/5/layout/IconCircleLabelList"/>
    <dgm:cxn modelId="{E5E4DE63-B10B-468F-B963-027E72FA2711}" type="presParOf" srcId="{DEE541E5-ACA3-4082-9960-FD99F5EABB8C}" destId="{79445F23-83A0-470B-AF8C-7DC0F25F446D}" srcOrd="4" destOrd="0" presId="urn:microsoft.com/office/officeart/2018/5/layout/IconCircleLabelList"/>
    <dgm:cxn modelId="{939F0DDC-0C4E-4836-8E1F-E1FBE4DC5836}" type="presParOf" srcId="{79445F23-83A0-470B-AF8C-7DC0F25F446D}" destId="{90D341C0-5D71-484D-827E-05762632122A}" srcOrd="0" destOrd="0" presId="urn:microsoft.com/office/officeart/2018/5/layout/IconCircleLabelList"/>
    <dgm:cxn modelId="{ABEB5EFD-6406-431D-A2B0-F57788D7171E}" type="presParOf" srcId="{79445F23-83A0-470B-AF8C-7DC0F25F446D}" destId="{2D6A2E83-BEAC-4BEC-80B4-D003CF70DFE4}" srcOrd="1" destOrd="0" presId="urn:microsoft.com/office/officeart/2018/5/layout/IconCircleLabelList"/>
    <dgm:cxn modelId="{076D1DE8-F275-44B8-A456-EC989595B953}" type="presParOf" srcId="{79445F23-83A0-470B-AF8C-7DC0F25F446D}" destId="{ADC6CCF7-C0F7-4694-AE7B-D474204C2A10}" srcOrd="2" destOrd="0" presId="urn:microsoft.com/office/officeart/2018/5/layout/IconCircleLabelList"/>
    <dgm:cxn modelId="{5DB8AABB-B191-4C2F-AC53-050CE13D71EB}" type="presParOf" srcId="{79445F23-83A0-470B-AF8C-7DC0F25F446D}" destId="{5D9DD61F-2166-44A9-B864-2879A0BDB94D}" srcOrd="3" destOrd="0" presId="urn:microsoft.com/office/officeart/2018/5/layout/IconCircleLabelList"/>
    <dgm:cxn modelId="{EDD078E6-DF9F-41A9-B6D6-AD2654CD1055}" type="presParOf" srcId="{DEE541E5-ACA3-4082-9960-FD99F5EABB8C}" destId="{131285B3-D84E-4E3B-9591-75793EB95F2F}" srcOrd="5" destOrd="0" presId="urn:microsoft.com/office/officeart/2018/5/layout/IconCircleLabelList"/>
    <dgm:cxn modelId="{D2D6B19E-14A9-48E5-B3D9-7C5F3966537B}" type="presParOf" srcId="{DEE541E5-ACA3-4082-9960-FD99F5EABB8C}" destId="{E25B3781-7A6A-4691-9CDA-226F5C2120C7}" srcOrd="6" destOrd="0" presId="urn:microsoft.com/office/officeart/2018/5/layout/IconCircleLabelList"/>
    <dgm:cxn modelId="{CFDD6443-7963-4963-BBDD-E03454557A30}" type="presParOf" srcId="{E25B3781-7A6A-4691-9CDA-226F5C2120C7}" destId="{EAF4E7A5-9A33-4E72-BCFA-B40110425C6F}" srcOrd="0" destOrd="0" presId="urn:microsoft.com/office/officeart/2018/5/layout/IconCircleLabelList"/>
    <dgm:cxn modelId="{6D1D58CA-61CE-4CA2-86C2-5CBF90665B60}" type="presParOf" srcId="{E25B3781-7A6A-4691-9CDA-226F5C2120C7}" destId="{FD9A2FC5-269F-47C0-9FD1-CF085DAB337E}" srcOrd="1" destOrd="0" presId="urn:microsoft.com/office/officeart/2018/5/layout/IconCircleLabelList"/>
    <dgm:cxn modelId="{3C463404-829C-4A44-A938-F1CA94278B53}" type="presParOf" srcId="{E25B3781-7A6A-4691-9CDA-226F5C2120C7}" destId="{D90DDB89-F390-436D-8D13-FCF2F5972957}" srcOrd="2" destOrd="0" presId="urn:microsoft.com/office/officeart/2018/5/layout/IconCircleLabelList"/>
    <dgm:cxn modelId="{9C7D00F7-6F49-48CF-9A88-63C01CCBF63C}" type="presParOf" srcId="{E25B3781-7A6A-4691-9CDA-226F5C2120C7}" destId="{6C9B73CA-B805-4D24-9C5E-32CA0C16BB72}" srcOrd="3" destOrd="0" presId="urn:microsoft.com/office/officeart/2018/5/layout/IconCircleLabelList"/>
    <dgm:cxn modelId="{A34F0682-5A85-4AB4-BBED-B00D0CE0D6AC}" type="presParOf" srcId="{DEE541E5-ACA3-4082-9960-FD99F5EABB8C}" destId="{6B40696F-6B01-49EE-A0AE-B50BCA96149B}" srcOrd="7" destOrd="0" presId="urn:microsoft.com/office/officeart/2018/5/layout/IconCircleLabelList"/>
    <dgm:cxn modelId="{D8B30BEF-D286-4DD6-870F-23FEF994B875}" type="presParOf" srcId="{DEE541E5-ACA3-4082-9960-FD99F5EABB8C}" destId="{04BFE81A-4F97-406F-A3C3-60B7C2DC8F5E}" srcOrd="8" destOrd="0" presId="urn:microsoft.com/office/officeart/2018/5/layout/IconCircleLabelList"/>
    <dgm:cxn modelId="{B1E49775-C765-4974-8554-B6247DE09865}" type="presParOf" srcId="{04BFE81A-4F97-406F-A3C3-60B7C2DC8F5E}" destId="{593D7E19-4BD7-4868-9E6E-7209366A6CBC}" srcOrd="0" destOrd="0" presId="urn:microsoft.com/office/officeart/2018/5/layout/IconCircleLabelList"/>
    <dgm:cxn modelId="{F589E403-5D0D-4F8C-9979-CD23E6ED2000}" type="presParOf" srcId="{04BFE81A-4F97-406F-A3C3-60B7C2DC8F5E}" destId="{CF0C2B06-708D-4603-A2EE-B17713CD15F9}" srcOrd="1" destOrd="0" presId="urn:microsoft.com/office/officeart/2018/5/layout/IconCircleLabelList"/>
    <dgm:cxn modelId="{A1E1BBA8-6522-4433-8128-33AA9A13210E}" type="presParOf" srcId="{04BFE81A-4F97-406F-A3C3-60B7C2DC8F5E}" destId="{02D03298-181A-4426-A3D6-8107ACCA050F}" srcOrd="2" destOrd="0" presId="urn:microsoft.com/office/officeart/2018/5/layout/IconCircleLabelList"/>
    <dgm:cxn modelId="{9B0A1809-4EE2-4AF8-875D-DE5A0B44EB74}" type="presParOf" srcId="{04BFE81A-4F97-406F-A3C3-60B7C2DC8F5E}" destId="{39802E42-C83F-4F5A-B277-6C8755014F2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A0FB9A-51C5-4B09-B877-5B8595F7B4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840F8E-C5EC-432A-A6DF-36C7F577C931}">
      <dgm:prSet custT="1"/>
      <dgm:spPr/>
      <dgm:t>
        <a:bodyPr/>
        <a:lstStyle/>
        <a:p>
          <a:r>
            <a:rPr lang="da-DK" sz="1400" b="1" dirty="0"/>
            <a:t>Databehandler og behandlingsansvarlig</a:t>
          </a:r>
          <a:r>
            <a:rPr lang="da-DK" sz="1400" dirty="0"/>
            <a:t>: Organisationer skal tydeligt skelne mellem den, der indsamler data (behandlingsansvarlig) og den, der behandler data på vegne af en anden (databehandler).</a:t>
          </a:r>
          <a:endParaRPr lang="en-US" sz="1400" dirty="0"/>
        </a:p>
      </dgm:t>
    </dgm:pt>
    <dgm:pt modelId="{B0912907-3F35-45C8-B2F6-38DCC00AD849}" type="parTrans" cxnId="{EE1D374C-F058-4F13-9F02-2B2419BAD869}">
      <dgm:prSet/>
      <dgm:spPr/>
      <dgm:t>
        <a:bodyPr/>
        <a:lstStyle/>
        <a:p>
          <a:endParaRPr lang="en-US"/>
        </a:p>
      </dgm:t>
    </dgm:pt>
    <dgm:pt modelId="{AFF78D1B-6BF6-4181-8723-9B2D30DE7F44}" type="sibTrans" cxnId="{EE1D374C-F058-4F13-9F02-2B2419BAD869}">
      <dgm:prSet/>
      <dgm:spPr/>
      <dgm:t>
        <a:bodyPr/>
        <a:lstStyle/>
        <a:p>
          <a:endParaRPr lang="en-US"/>
        </a:p>
      </dgm:t>
    </dgm:pt>
    <dgm:pt modelId="{C537943D-C670-4CB9-B004-0068EDD003A7}">
      <dgm:prSet custT="1"/>
      <dgm:spPr/>
      <dgm:t>
        <a:bodyPr/>
        <a:lstStyle/>
        <a:p>
          <a:r>
            <a:rPr lang="da-DK" sz="1400" b="1" dirty="0"/>
            <a:t>Datasikkerhed</a:t>
          </a:r>
          <a:r>
            <a:rPr lang="da-DK" sz="1400" dirty="0"/>
            <a:t>: Organisationer er forpligtede til at implementere tekniske og organisatoriske foranstaltninger for at beskytte data mod uautoriseret adgang og brud.</a:t>
          </a:r>
          <a:endParaRPr lang="en-US" sz="1400" dirty="0"/>
        </a:p>
      </dgm:t>
    </dgm:pt>
    <dgm:pt modelId="{F7CAFA4E-FD51-4240-8B91-8515D0C3D968}" type="parTrans" cxnId="{3E6819D0-5B9F-4271-B7D7-932E811BF6C2}">
      <dgm:prSet/>
      <dgm:spPr/>
      <dgm:t>
        <a:bodyPr/>
        <a:lstStyle/>
        <a:p>
          <a:endParaRPr lang="en-US"/>
        </a:p>
      </dgm:t>
    </dgm:pt>
    <dgm:pt modelId="{A1779B35-7C75-4E88-8C6F-AE00062493AF}" type="sibTrans" cxnId="{3E6819D0-5B9F-4271-B7D7-932E811BF6C2}">
      <dgm:prSet/>
      <dgm:spPr/>
      <dgm:t>
        <a:bodyPr/>
        <a:lstStyle/>
        <a:p>
          <a:endParaRPr lang="en-US"/>
        </a:p>
      </dgm:t>
    </dgm:pt>
    <dgm:pt modelId="{EF6F1E30-BE8D-4279-92CC-89254729C238}">
      <dgm:prSet custT="1"/>
      <dgm:spPr/>
      <dgm:t>
        <a:bodyPr/>
        <a:lstStyle/>
        <a:p>
          <a:r>
            <a:rPr lang="da-DK" sz="1400" b="1" dirty="0"/>
            <a:t>Vurdering af persondatas konsekvenser (DPIA)</a:t>
          </a:r>
          <a:r>
            <a:rPr lang="da-DK" sz="1400" dirty="0"/>
            <a:t>: </a:t>
          </a:r>
        </a:p>
        <a:p>
          <a:r>
            <a:rPr lang="da-DK" sz="1400" dirty="0"/>
            <a:t>Hvis behandlingen kan medføre høj risiko for personens privatliv, skal organisationer udføre en konsekvensvurdering.</a:t>
          </a:r>
          <a:endParaRPr lang="en-US" sz="1400" dirty="0"/>
        </a:p>
      </dgm:t>
    </dgm:pt>
    <dgm:pt modelId="{814DF92C-8982-49C7-A4F5-6F4C5BD37B34}" type="parTrans" cxnId="{1759EA80-9D9D-461C-9CEC-864FA9BF8181}">
      <dgm:prSet/>
      <dgm:spPr/>
      <dgm:t>
        <a:bodyPr/>
        <a:lstStyle/>
        <a:p>
          <a:endParaRPr lang="en-US"/>
        </a:p>
      </dgm:t>
    </dgm:pt>
    <dgm:pt modelId="{AB66B8FD-D12C-451C-85A2-16D5743726F7}" type="sibTrans" cxnId="{1759EA80-9D9D-461C-9CEC-864FA9BF8181}">
      <dgm:prSet/>
      <dgm:spPr/>
      <dgm:t>
        <a:bodyPr/>
        <a:lstStyle/>
        <a:p>
          <a:endParaRPr lang="en-US"/>
        </a:p>
      </dgm:t>
    </dgm:pt>
    <dgm:pt modelId="{1D5ACC13-E49C-4DA2-9C46-42192D9B08FE}" type="pres">
      <dgm:prSet presAssocID="{08A0FB9A-51C5-4B09-B877-5B8595F7B4A1}" presName="root" presStyleCnt="0">
        <dgm:presLayoutVars>
          <dgm:dir/>
          <dgm:resizeHandles val="exact"/>
        </dgm:presLayoutVars>
      </dgm:prSet>
      <dgm:spPr/>
    </dgm:pt>
    <dgm:pt modelId="{ADF8BFD5-34CA-49B5-9222-F9386BD48493}" type="pres">
      <dgm:prSet presAssocID="{08A0FB9A-51C5-4B09-B877-5B8595F7B4A1}" presName="container" presStyleCnt="0">
        <dgm:presLayoutVars>
          <dgm:dir/>
          <dgm:resizeHandles val="exact"/>
        </dgm:presLayoutVars>
      </dgm:prSet>
      <dgm:spPr/>
    </dgm:pt>
    <dgm:pt modelId="{2EC1E03E-842C-48C0-A06F-EB26520038DC}" type="pres">
      <dgm:prSet presAssocID="{30840F8E-C5EC-432A-A6DF-36C7F577C931}" presName="compNode" presStyleCnt="0"/>
      <dgm:spPr/>
    </dgm:pt>
    <dgm:pt modelId="{A5E395BD-5099-4A92-A87C-CFD36F8ADFE7}" type="pres">
      <dgm:prSet presAssocID="{30840F8E-C5EC-432A-A6DF-36C7F577C931}" presName="iconBgRect" presStyleLbl="bgShp" presStyleIdx="0" presStyleCnt="3"/>
      <dgm:spPr/>
    </dgm:pt>
    <dgm:pt modelId="{6BCD62E9-7414-4E8B-89D3-12C8EE89EC17}" type="pres">
      <dgm:prSet presAssocID="{30840F8E-C5EC-432A-A6DF-36C7F577C9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E10EFD0-D630-4DA1-A538-1A7D20EC72C6}" type="pres">
      <dgm:prSet presAssocID="{30840F8E-C5EC-432A-A6DF-36C7F577C931}" presName="spaceRect" presStyleCnt="0"/>
      <dgm:spPr/>
    </dgm:pt>
    <dgm:pt modelId="{FA007B6E-0FCA-4172-A018-9F8391BC4B4E}" type="pres">
      <dgm:prSet presAssocID="{30840F8E-C5EC-432A-A6DF-36C7F577C931}" presName="textRect" presStyleLbl="revTx" presStyleIdx="0" presStyleCnt="3">
        <dgm:presLayoutVars>
          <dgm:chMax val="1"/>
          <dgm:chPref val="1"/>
        </dgm:presLayoutVars>
      </dgm:prSet>
      <dgm:spPr/>
    </dgm:pt>
    <dgm:pt modelId="{A0B66A76-D774-41BA-B158-DB5DD08F861F}" type="pres">
      <dgm:prSet presAssocID="{AFF78D1B-6BF6-4181-8723-9B2D30DE7F44}" presName="sibTrans" presStyleLbl="sibTrans2D1" presStyleIdx="0" presStyleCnt="0"/>
      <dgm:spPr/>
    </dgm:pt>
    <dgm:pt modelId="{A8A19106-8AC4-4569-AE9A-9788D42B319A}" type="pres">
      <dgm:prSet presAssocID="{C537943D-C670-4CB9-B004-0068EDD003A7}" presName="compNode" presStyleCnt="0"/>
      <dgm:spPr/>
    </dgm:pt>
    <dgm:pt modelId="{7D5AE63D-9E68-4C0D-A72D-8B7CD911084C}" type="pres">
      <dgm:prSet presAssocID="{C537943D-C670-4CB9-B004-0068EDD003A7}" presName="iconBgRect" presStyleLbl="bgShp" presStyleIdx="1" presStyleCnt="3"/>
      <dgm:spPr/>
    </dgm:pt>
    <dgm:pt modelId="{AF2DA801-4F53-42E0-B0C0-58A0C3638A7D}" type="pres">
      <dgm:prSet presAssocID="{C537943D-C670-4CB9-B004-0068EDD003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A62B698A-D2CC-4C50-9F85-72744A8865E1}" type="pres">
      <dgm:prSet presAssocID="{C537943D-C670-4CB9-B004-0068EDD003A7}" presName="spaceRect" presStyleCnt="0"/>
      <dgm:spPr/>
    </dgm:pt>
    <dgm:pt modelId="{9EB97890-7CA8-4E68-B472-00C89603D70E}" type="pres">
      <dgm:prSet presAssocID="{C537943D-C670-4CB9-B004-0068EDD003A7}" presName="textRect" presStyleLbl="revTx" presStyleIdx="1" presStyleCnt="3">
        <dgm:presLayoutVars>
          <dgm:chMax val="1"/>
          <dgm:chPref val="1"/>
        </dgm:presLayoutVars>
      </dgm:prSet>
      <dgm:spPr/>
    </dgm:pt>
    <dgm:pt modelId="{9CB77AA5-72B5-4541-A61D-0A3ADA732330}" type="pres">
      <dgm:prSet presAssocID="{A1779B35-7C75-4E88-8C6F-AE00062493AF}" presName="sibTrans" presStyleLbl="sibTrans2D1" presStyleIdx="0" presStyleCnt="0"/>
      <dgm:spPr/>
    </dgm:pt>
    <dgm:pt modelId="{FD647C1E-1D00-4257-973D-AB46248A7A08}" type="pres">
      <dgm:prSet presAssocID="{EF6F1E30-BE8D-4279-92CC-89254729C238}" presName="compNode" presStyleCnt="0"/>
      <dgm:spPr/>
    </dgm:pt>
    <dgm:pt modelId="{15A50A53-0B32-41E4-B976-57C3D144AF3E}" type="pres">
      <dgm:prSet presAssocID="{EF6F1E30-BE8D-4279-92CC-89254729C238}" presName="iconBgRect" presStyleLbl="bgShp" presStyleIdx="2" presStyleCnt="3"/>
      <dgm:spPr/>
    </dgm:pt>
    <dgm:pt modelId="{81EFC074-A4D4-4398-9C81-7F96FF1438D2}" type="pres">
      <dgm:prSet presAssocID="{EF6F1E30-BE8D-4279-92CC-89254729C2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arsel"/>
        </a:ext>
      </dgm:extLst>
    </dgm:pt>
    <dgm:pt modelId="{A74C6EB3-A56E-4D95-A222-ED9C1DE61885}" type="pres">
      <dgm:prSet presAssocID="{EF6F1E30-BE8D-4279-92CC-89254729C238}" presName="spaceRect" presStyleCnt="0"/>
      <dgm:spPr/>
    </dgm:pt>
    <dgm:pt modelId="{92FA136A-23A4-4363-A044-15C6A61FD0C4}" type="pres">
      <dgm:prSet presAssocID="{EF6F1E30-BE8D-4279-92CC-89254729C23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CD335E-022D-480E-A7CC-2B7FD3E10BA5}" type="presOf" srcId="{A1779B35-7C75-4E88-8C6F-AE00062493AF}" destId="{9CB77AA5-72B5-4541-A61D-0A3ADA732330}" srcOrd="0" destOrd="0" presId="urn:microsoft.com/office/officeart/2018/2/layout/IconCircleList"/>
    <dgm:cxn modelId="{EE1D374C-F058-4F13-9F02-2B2419BAD869}" srcId="{08A0FB9A-51C5-4B09-B877-5B8595F7B4A1}" destId="{30840F8E-C5EC-432A-A6DF-36C7F577C931}" srcOrd="0" destOrd="0" parTransId="{B0912907-3F35-45C8-B2F6-38DCC00AD849}" sibTransId="{AFF78D1B-6BF6-4181-8723-9B2D30DE7F44}"/>
    <dgm:cxn modelId="{95CC7557-C86F-41AB-91EC-928E13619F1B}" type="presOf" srcId="{EF6F1E30-BE8D-4279-92CC-89254729C238}" destId="{92FA136A-23A4-4363-A044-15C6A61FD0C4}" srcOrd="0" destOrd="0" presId="urn:microsoft.com/office/officeart/2018/2/layout/IconCircleList"/>
    <dgm:cxn modelId="{1759EA80-9D9D-461C-9CEC-864FA9BF8181}" srcId="{08A0FB9A-51C5-4B09-B877-5B8595F7B4A1}" destId="{EF6F1E30-BE8D-4279-92CC-89254729C238}" srcOrd="2" destOrd="0" parTransId="{814DF92C-8982-49C7-A4F5-6F4C5BD37B34}" sibTransId="{AB66B8FD-D12C-451C-85A2-16D5743726F7}"/>
    <dgm:cxn modelId="{CBB064CA-A28C-4E87-8F0B-32295B8E2F67}" type="presOf" srcId="{08A0FB9A-51C5-4B09-B877-5B8595F7B4A1}" destId="{1D5ACC13-E49C-4DA2-9C46-42192D9B08FE}" srcOrd="0" destOrd="0" presId="urn:microsoft.com/office/officeart/2018/2/layout/IconCircleList"/>
    <dgm:cxn modelId="{3E6819D0-5B9F-4271-B7D7-932E811BF6C2}" srcId="{08A0FB9A-51C5-4B09-B877-5B8595F7B4A1}" destId="{C537943D-C670-4CB9-B004-0068EDD003A7}" srcOrd="1" destOrd="0" parTransId="{F7CAFA4E-FD51-4240-8B91-8515D0C3D968}" sibTransId="{A1779B35-7C75-4E88-8C6F-AE00062493AF}"/>
    <dgm:cxn modelId="{8C5E95D8-7911-470D-88E0-192517D49E86}" type="presOf" srcId="{AFF78D1B-6BF6-4181-8723-9B2D30DE7F44}" destId="{A0B66A76-D774-41BA-B158-DB5DD08F861F}" srcOrd="0" destOrd="0" presId="urn:microsoft.com/office/officeart/2018/2/layout/IconCircleList"/>
    <dgm:cxn modelId="{3F501DEB-FAD4-43D1-9660-5C6302C30300}" type="presOf" srcId="{30840F8E-C5EC-432A-A6DF-36C7F577C931}" destId="{FA007B6E-0FCA-4172-A018-9F8391BC4B4E}" srcOrd="0" destOrd="0" presId="urn:microsoft.com/office/officeart/2018/2/layout/IconCircleList"/>
    <dgm:cxn modelId="{0E4538EB-78BA-449F-8474-EED40317FF46}" type="presOf" srcId="{C537943D-C670-4CB9-B004-0068EDD003A7}" destId="{9EB97890-7CA8-4E68-B472-00C89603D70E}" srcOrd="0" destOrd="0" presId="urn:microsoft.com/office/officeart/2018/2/layout/IconCircleList"/>
    <dgm:cxn modelId="{CEF17F72-B6ED-4E0D-8015-DF97ADA8F70D}" type="presParOf" srcId="{1D5ACC13-E49C-4DA2-9C46-42192D9B08FE}" destId="{ADF8BFD5-34CA-49B5-9222-F9386BD48493}" srcOrd="0" destOrd="0" presId="urn:microsoft.com/office/officeart/2018/2/layout/IconCircleList"/>
    <dgm:cxn modelId="{744AFB77-1057-4EF3-A681-3B1D211A832F}" type="presParOf" srcId="{ADF8BFD5-34CA-49B5-9222-F9386BD48493}" destId="{2EC1E03E-842C-48C0-A06F-EB26520038DC}" srcOrd="0" destOrd="0" presId="urn:microsoft.com/office/officeart/2018/2/layout/IconCircleList"/>
    <dgm:cxn modelId="{D6D9683E-7B32-4470-858B-16E7CA750716}" type="presParOf" srcId="{2EC1E03E-842C-48C0-A06F-EB26520038DC}" destId="{A5E395BD-5099-4A92-A87C-CFD36F8ADFE7}" srcOrd="0" destOrd="0" presId="urn:microsoft.com/office/officeart/2018/2/layout/IconCircleList"/>
    <dgm:cxn modelId="{B783D2D7-C30C-4BFE-90E5-5E447E0A9535}" type="presParOf" srcId="{2EC1E03E-842C-48C0-A06F-EB26520038DC}" destId="{6BCD62E9-7414-4E8B-89D3-12C8EE89EC17}" srcOrd="1" destOrd="0" presId="urn:microsoft.com/office/officeart/2018/2/layout/IconCircleList"/>
    <dgm:cxn modelId="{03AFD9B9-1FE8-4125-B136-C1F022EB09E6}" type="presParOf" srcId="{2EC1E03E-842C-48C0-A06F-EB26520038DC}" destId="{AE10EFD0-D630-4DA1-A538-1A7D20EC72C6}" srcOrd="2" destOrd="0" presId="urn:microsoft.com/office/officeart/2018/2/layout/IconCircleList"/>
    <dgm:cxn modelId="{4FC6B876-5224-44B0-A691-1C1C0CCC3A53}" type="presParOf" srcId="{2EC1E03E-842C-48C0-A06F-EB26520038DC}" destId="{FA007B6E-0FCA-4172-A018-9F8391BC4B4E}" srcOrd="3" destOrd="0" presId="urn:microsoft.com/office/officeart/2018/2/layout/IconCircleList"/>
    <dgm:cxn modelId="{17FFF905-4884-4D16-8024-635B19D4D6BE}" type="presParOf" srcId="{ADF8BFD5-34CA-49B5-9222-F9386BD48493}" destId="{A0B66A76-D774-41BA-B158-DB5DD08F861F}" srcOrd="1" destOrd="0" presId="urn:microsoft.com/office/officeart/2018/2/layout/IconCircleList"/>
    <dgm:cxn modelId="{233C07A5-7712-44D9-9290-9C46CB21DA75}" type="presParOf" srcId="{ADF8BFD5-34CA-49B5-9222-F9386BD48493}" destId="{A8A19106-8AC4-4569-AE9A-9788D42B319A}" srcOrd="2" destOrd="0" presId="urn:microsoft.com/office/officeart/2018/2/layout/IconCircleList"/>
    <dgm:cxn modelId="{5AF68D74-906C-48B1-8CF9-9D3C10737964}" type="presParOf" srcId="{A8A19106-8AC4-4569-AE9A-9788D42B319A}" destId="{7D5AE63D-9E68-4C0D-A72D-8B7CD911084C}" srcOrd="0" destOrd="0" presId="urn:microsoft.com/office/officeart/2018/2/layout/IconCircleList"/>
    <dgm:cxn modelId="{C8AE7250-C0EE-4F8E-B835-D9A73874D7FB}" type="presParOf" srcId="{A8A19106-8AC4-4569-AE9A-9788D42B319A}" destId="{AF2DA801-4F53-42E0-B0C0-58A0C3638A7D}" srcOrd="1" destOrd="0" presId="urn:microsoft.com/office/officeart/2018/2/layout/IconCircleList"/>
    <dgm:cxn modelId="{E3726F05-CE05-45D7-9ED8-D8A56BF02B7D}" type="presParOf" srcId="{A8A19106-8AC4-4569-AE9A-9788D42B319A}" destId="{A62B698A-D2CC-4C50-9F85-72744A8865E1}" srcOrd="2" destOrd="0" presId="urn:microsoft.com/office/officeart/2018/2/layout/IconCircleList"/>
    <dgm:cxn modelId="{C2461A77-2C94-44B9-AB0B-B8F4151463D4}" type="presParOf" srcId="{A8A19106-8AC4-4569-AE9A-9788D42B319A}" destId="{9EB97890-7CA8-4E68-B472-00C89603D70E}" srcOrd="3" destOrd="0" presId="urn:microsoft.com/office/officeart/2018/2/layout/IconCircleList"/>
    <dgm:cxn modelId="{8B4A9CC5-0E74-410F-BFF3-91303C8CACB9}" type="presParOf" srcId="{ADF8BFD5-34CA-49B5-9222-F9386BD48493}" destId="{9CB77AA5-72B5-4541-A61D-0A3ADA732330}" srcOrd="3" destOrd="0" presId="urn:microsoft.com/office/officeart/2018/2/layout/IconCircleList"/>
    <dgm:cxn modelId="{5834E89B-31F3-4590-B5D9-F544779C886F}" type="presParOf" srcId="{ADF8BFD5-34CA-49B5-9222-F9386BD48493}" destId="{FD647C1E-1D00-4257-973D-AB46248A7A08}" srcOrd="4" destOrd="0" presId="urn:microsoft.com/office/officeart/2018/2/layout/IconCircleList"/>
    <dgm:cxn modelId="{8E07AAF6-2F53-45B1-BE44-205D7D66279C}" type="presParOf" srcId="{FD647C1E-1D00-4257-973D-AB46248A7A08}" destId="{15A50A53-0B32-41E4-B976-57C3D144AF3E}" srcOrd="0" destOrd="0" presId="urn:microsoft.com/office/officeart/2018/2/layout/IconCircleList"/>
    <dgm:cxn modelId="{7A1841C6-6A21-40D9-834D-24A9A1662539}" type="presParOf" srcId="{FD647C1E-1D00-4257-973D-AB46248A7A08}" destId="{81EFC074-A4D4-4398-9C81-7F96FF1438D2}" srcOrd="1" destOrd="0" presId="urn:microsoft.com/office/officeart/2018/2/layout/IconCircleList"/>
    <dgm:cxn modelId="{65BF55DB-09EE-4D3B-B892-80F4E8D957E6}" type="presParOf" srcId="{FD647C1E-1D00-4257-973D-AB46248A7A08}" destId="{A74C6EB3-A56E-4D95-A222-ED9C1DE61885}" srcOrd="2" destOrd="0" presId="urn:microsoft.com/office/officeart/2018/2/layout/IconCircleList"/>
    <dgm:cxn modelId="{31037839-0514-4C05-9B01-6389C3028991}" type="presParOf" srcId="{FD647C1E-1D00-4257-973D-AB46248A7A08}" destId="{92FA136A-23A4-4363-A044-15C6A61FD0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705133-60A6-434C-8FAA-81C5C472A03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F6664E-53B2-4048-8BBE-2A15C9F47FC4}">
      <dgm:prSet/>
      <dgm:spPr/>
      <dgm:t>
        <a:bodyPr/>
        <a:lstStyle/>
        <a:p>
          <a:r>
            <a:rPr lang="da-DK" b="1" i="0" baseline="0"/>
            <a:t>Bøder</a:t>
          </a:r>
          <a:r>
            <a:rPr lang="da-DK" b="0" i="0" baseline="0"/>
            <a:t>: GDPR pålægger strenge bøder ved overtrædelser af reglerne. </a:t>
          </a:r>
          <a:endParaRPr lang="en-US"/>
        </a:p>
      </dgm:t>
    </dgm:pt>
    <dgm:pt modelId="{6E3ABF47-3F05-44EB-A0FB-6DE323E06D92}" type="parTrans" cxnId="{C1C5F1C4-551F-4EA0-9DB3-FB7BE3035809}">
      <dgm:prSet/>
      <dgm:spPr/>
      <dgm:t>
        <a:bodyPr/>
        <a:lstStyle/>
        <a:p>
          <a:endParaRPr lang="en-US"/>
        </a:p>
      </dgm:t>
    </dgm:pt>
    <dgm:pt modelId="{0EACADEC-41A7-4454-9D57-0B8CC8642CDE}" type="sibTrans" cxnId="{C1C5F1C4-551F-4EA0-9DB3-FB7BE3035809}">
      <dgm:prSet/>
      <dgm:spPr/>
      <dgm:t>
        <a:bodyPr/>
        <a:lstStyle/>
        <a:p>
          <a:endParaRPr lang="en-US"/>
        </a:p>
      </dgm:t>
    </dgm:pt>
    <dgm:pt modelId="{69860807-980F-4208-94D3-879164E23090}">
      <dgm:prSet/>
      <dgm:spPr/>
      <dgm:t>
        <a:bodyPr/>
        <a:lstStyle/>
        <a:p>
          <a:r>
            <a:rPr lang="da-DK" b="0" i="0" baseline="0"/>
            <a:t>Maksimalt </a:t>
          </a:r>
          <a:r>
            <a:rPr lang="da-DK" b="1" i="0" baseline="0"/>
            <a:t>20 millioner euro</a:t>
          </a:r>
          <a:r>
            <a:rPr lang="da-DK" b="0" i="0" baseline="0"/>
            <a:t> eller </a:t>
          </a:r>
          <a:r>
            <a:rPr lang="da-DK" b="1" i="0" baseline="0"/>
            <a:t>4 % af global omsætning</a:t>
          </a:r>
          <a:r>
            <a:rPr lang="da-DK" b="0" i="0" baseline="0"/>
            <a:t>, alt efter hvad der er højest. </a:t>
          </a:r>
          <a:endParaRPr lang="en-US"/>
        </a:p>
      </dgm:t>
    </dgm:pt>
    <dgm:pt modelId="{8B2CB2C5-43B0-4457-9169-3AEF602FC2B6}" type="parTrans" cxnId="{888E7D41-0703-4D0C-B54D-AAD499710892}">
      <dgm:prSet/>
      <dgm:spPr/>
      <dgm:t>
        <a:bodyPr/>
        <a:lstStyle/>
        <a:p>
          <a:endParaRPr lang="en-US"/>
        </a:p>
      </dgm:t>
    </dgm:pt>
    <dgm:pt modelId="{A5FAD993-DB62-4065-8EFF-2816D7E45656}" type="sibTrans" cxnId="{888E7D41-0703-4D0C-B54D-AAD499710892}">
      <dgm:prSet/>
      <dgm:spPr/>
      <dgm:t>
        <a:bodyPr/>
        <a:lstStyle/>
        <a:p>
          <a:endParaRPr lang="en-US"/>
        </a:p>
      </dgm:t>
    </dgm:pt>
    <dgm:pt modelId="{AFE8B4D2-360A-4C30-87B0-4E598ADAA087}">
      <dgm:prSet/>
      <dgm:spPr/>
      <dgm:t>
        <a:bodyPr/>
        <a:lstStyle/>
        <a:p>
          <a:r>
            <a:rPr lang="da-DK" b="0" i="0" baseline="0" dirty="0"/>
            <a:t>Bøderne kan variere afhængigt af alvoren af overtrædelsen, men kan også omfatte advarsler og krav om at ændre behandlingspraksis </a:t>
          </a:r>
          <a:endParaRPr lang="en-US" dirty="0"/>
        </a:p>
      </dgm:t>
    </dgm:pt>
    <dgm:pt modelId="{224DCDFC-3D31-4E12-902D-AEFD2ADC0BC2}" type="parTrans" cxnId="{50175568-51A3-4CE7-B5A3-1C4B83C83B7D}">
      <dgm:prSet/>
      <dgm:spPr/>
      <dgm:t>
        <a:bodyPr/>
        <a:lstStyle/>
        <a:p>
          <a:endParaRPr lang="en-US"/>
        </a:p>
      </dgm:t>
    </dgm:pt>
    <dgm:pt modelId="{3D486825-C48F-4E32-B00C-38FD15838967}" type="sibTrans" cxnId="{50175568-51A3-4CE7-B5A3-1C4B83C83B7D}">
      <dgm:prSet/>
      <dgm:spPr/>
      <dgm:t>
        <a:bodyPr/>
        <a:lstStyle/>
        <a:p>
          <a:endParaRPr lang="en-US"/>
        </a:p>
      </dgm:t>
    </dgm:pt>
    <dgm:pt modelId="{2438C7A4-B427-49E0-8A77-29DED8DCB264}" type="pres">
      <dgm:prSet presAssocID="{56705133-60A6-434C-8FAA-81C5C472A035}" presName="root" presStyleCnt="0">
        <dgm:presLayoutVars>
          <dgm:dir/>
          <dgm:resizeHandles val="exact"/>
        </dgm:presLayoutVars>
      </dgm:prSet>
      <dgm:spPr/>
    </dgm:pt>
    <dgm:pt modelId="{D7C17311-8EDC-474F-9FCE-A9893ED1DCC3}" type="pres">
      <dgm:prSet presAssocID="{75F6664E-53B2-4048-8BBE-2A15C9F47FC4}" presName="compNode" presStyleCnt="0"/>
      <dgm:spPr/>
    </dgm:pt>
    <dgm:pt modelId="{99E8ED1A-EDCA-4846-9507-788453B8C331}" type="pres">
      <dgm:prSet presAssocID="{75F6664E-53B2-4048-8BBE-2A15C9F47FC4}" presName="bgRect" presStyleLbl="bgShp" presStyleIdx="0" presStyleCnt="3"/>
      <dgm:spPr/>
    </dgm:pt>
    <dgm:pt modelId="{9E4AB361-EAB0-44C5-B94B-93730550270D}" type="pres">
      <dgm:prSet presAssocID="{75F6664E-53B2-4048-8BBE-2A15C9F47F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mmer"/>
        </a:ext>
      </dgm:extLst>
    </dgm:pt>
    <dgm:pt modelId="{DBAF3054-13CD-4AE8-8BED-C797A6D840F9}" type="pres">
      <dgm:prSet presAssocID="{75F6664E-53B2-4048-8BBE-2A15C9F47FC4}" presName="spaceRect" presStyleCnt="0"/>
      <dgm:spPr/>
    </dgm:pt>
    <dgm:pt modelId="{EF31D1CF-F04C-4E1B-8752-22B46B3F302C}" type="pres">
      <dgm:prSet presAssocID="{75F6664E-53B2-4048-8BBE-2A15C9F47FC4}" presName="parTx" presStyleLbl="revTx" presStyleIdx="0" presStyleCnt="3">
        <dgm:presLayoutVars>
          <dgm:chMax val="0"/>
          <dgm:chPref val="0"/>
        </dgm:presLayoutVars>
      </dgm:prSet>
      <dgm:spPr/>
    </dgm:pt>
    <dgm:pt modelId="{B257E85D-EAE4-47DB-9421-8B9839DBDDA3}" type="pres">
      <dgm:prSet presAssocID="{0EACADEC-41A7-4454-9D57-0B8CC8642CDE}" presName="sibTrans" presStyleCnt="0"/>
      <dgm:spPr/>
    </dgm:pt>
    <dgm:pt modelId="{F4B6B59F-D590-495E-B669-60A2843B0341}" type="pres">
      <dgm:prSet presAssocID="{69860807-980F-4208-94D3-879164E23090}" presName="compNode" presStyleCnt="0"/>
      <dgm:spPr/>
    </dgm:pt>
    <dgm:pt modelId="{3FA8205D-7A14-4CFD-A128-67A424BCF29B}" type="pres">
      <dgm:prSet presAssocID="{69860807-980F-4208-94D3-879164E23090}" presName="bgRect" presStyleLbl="bgShp" presStyleIdx="1" presStyleCnt="3"/>
      <dgm:spPr/>
    </dgm:pt>
    <dgm:pt modelId="{57DE7AC9-DB81-4EE5-AB98-104C110B2A0B}" type="pres">
      <dgm:prSet presAssocID="{69860807-980F-4208-94D3-879164E230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7DFFAD53-E5DE-4581-B8FC-12C9236F2174}" type="pres">
      <dgm:prSet presAssocID="{69860807-980F-4208-94D3-879164E23090}" presName="spaceRect" presStyleCnt="0"/>
      <dgm:spPr/>
    </dgm:pt>
    <dgm:pt modelId="{1A37B3B3-E285-406F-B488-E7FE170AD3F7}" type="pres">
      <dgm:prSet presAssocID="{69860807-980F-4208-94D3-879164E23090}" presName="parTx" presStyleLbl="revTx" presStyleIdx="1" presStyleCnt="3">
        <dgm:presLayoutVars>
          <dgm:chMax val="0"/>
          <dgm:chPref val="0"/>
        </dgm:presLayoutVars>
      </dgm:prSet>
      <dgm:spPr/>
    </dgm:pt>
    <dgm:pt modelId="{D9C47734-3F2E-4F15-B571-4B731FE628F2}" type="pres">
      <dgm:prSet presAssocID="{A5FAD993-DB62-4065-8EFF-2816D7E45656}" presName="sibTrans" presStyleCnt="0"/>
      <dgm:spPr/>
    </dgm:pt>
    <dgm:pt modelId="{10ADA084-D01C-4417-8812-E10FB08F9ADA}" type="pres">
      <dgm:prSet presAssocID="{AFE8B4D2-360A-4C30-87B0-4E598ADAA087}" presName="compNode" presStyleCnt="0"/>
      <dgm:spPr/>
    </dgm:pt>
    <dgm:pt modelId="{7A8375A6-5847-4559-8C65-3A8222DC21A2}" type="pres">
      <dgm:prSet presAssocID="{AFE8B4D2-360A-4C30-87B0-4E598ADAA087}" presName="bgRect" presStyleLbl="bgShp" presStyleIdx="2" presStyleCnt="3"/>
      <dgm:spPr/>
    </dgm:pt>
    <dgm:pt modelId="{200C6FD5-04DD-425E-8832-87E3F41C4D5B}" type="pres">
      <dgm:prSet presAssocID="{AFE8B4D2-360A-4C30-87B0-4E598ADAA08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tionskilde"/>
        </a:ext>
      </dgm:extLst>
    </dgm:pt>
    <dgm:pt modelId="{CDB65F31-5EBF-4197-B179-365A348C7C5F}" type="pres">
      <dgm:prSet presAssocID="{AFE8B4D2-360A-4C30-87B0-4E598ADAA087}" presName="spaceRect" presStyleCnt="0"/>
      <dgm:spPr/>
    </dgm:pt>
    <dgm:pt modelId="{FCB91469-F668-4EC1-90F5-946492DE9C77}" type="pres">
      <dgm:prSet presAssocID="{AFE8B4D2-360A-4C30-87B0-4E598ADAA08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69043F-4535-470D-A41C-96E39A3F8C3D}" type="presOf" srcId="{75F6664E-53B2-4048-8BBE-2A15C9F47FC4}" destId="{EF31D1CF-F04C-4E1B-8752-22B46B3F302C}" srcOrd="0" destOrd="0" presId="urn:microsoft.com/office/officeart/2018/2/layout/IconVerticalSolidList"/>
    <dgm:cxn modelId="{888E7D41-0703-4D0C-B54D-AAD499710892}" srcId="{56705133-60A6-434C-8FAA-81C5C472A035}" destId="{69860807-980F-4208-94D3-879164E23090}" srcOrd="1" destOrd="0" parTransId="{8B2CB2C5-43B0-4457-9169-3AEF602FC2B6}" sibTransId="{A5FAD993-DB62-4065-8EFF-2816D7E45656}"/>
    <dgm:cxn modelId="{A32CD761-7622-4F07-B442-3DC59BF36CFA}" type="presOf" srcId="{69860807-980F-4208-94D3-879164E23090}" destId="{1A37B3B3-E285-406F-B488-E7FE170AD3F7}" srcOrd="0" destOrd="0" presId="urn:microsoft.com/office/officeart/2018/2/layout/IconVerticalSolidList"/>
    <dgm:cxn modelId="{50175568-51A3-4CE7-B5A3-1C4B83C83B7D}" srcId="{56705133-60A6-434C-8FAA-81C5C472A035}" destId="{AFE8B4D2-360A-4C30-87B0-4E598ADAA087}" srcOrd="2" destOrd="0" parTransId="{224DCDFC-3D31-4E12-902D-AEFD2ADC0BC2}" sibTransId="{3D486825-C48F-4E32-B00C-38FD15838967}"/>
    <dgm:cxn modelId="{4224697B-0C1C-41D1-9BCB-8E262AE268A7}" type="presOf" srcId="{AFE8B4D2-360A-4C30-87B0-4E598ADAA087}" destId="{FCB91469-F668-4EC1-90F5-946492DE9C77}" srcOrd="0" destOrd="0" presId="urn:microsoft.com/office/officeart/2018/2/layout/IconVerticalSolidList"/>
    <dgm:cxn modelId="{C1C5F1C4-551F-4EA0-9DB3-FB7BE3035809}" srcId="{56705133-60A6-434C-8FAA-81C5C472A035}" destId="{75F6664E-53B2-4048-8BBE-2A15C9F47FC4}" srcOrd="0" destOrd="0" parTransId="{6E3ABF47-3F05-44EB-A0FB-6DE323E06D92}" sibTransId="{0EACADEC-41A7-4454-9D57-0B8CC8642CDE}"/>
    <dgm:cxn modelId="{188DA7DF-407B-46B6-9A50-BC99A8198C7B}" type="presOf" srcId="{56705133-60A6-434C-8FAA-81C5C472A035}" destId="{2438C7A4-B427-49E0-8A77-29DED8DCB264}" srcOrd="0" destOrd="0" presId="urn:microsoft.com/office/officeart/2018/2/layout/IconVerticalSolidList"/>
    <dgm:cxn modelId="{5060B682-D3FB-41A2-A7E4-51F7461015B6}" type="presParOf" srcId="{2438C7A4-B427-49E0-8A77-29DED8DCB264}" destId="{D7C17311-8EDC-474F-9FCE-A9893ED1DCC3}" srcOrd="0" destOrd="0" presId="urn:microsoft.com/office/officeart/2018/2/layout/IconVerticalSolidList"/>
    <dgm:cxn modelId="{553CBAD5-C1A8-459E-87A2-5266ECC19BDB}" type="presParOf" srcId="{D7C17311-8EDC-474F-9FCE-A9893ED1DCC3}" destId="{99E8ED1A-EDCA-4846-9507-788453B8C331}" srcOrd="0" destOrd="0" presId="urn:microsoft.com/office/officeart/2018/2/layout/IconVerticalSolidList"/>
    <dgm:cxn modelId="{086E0495-D4F0-4C70-802C-8FA2C8623171}" type="presParOf" srcId="{D7C17311-8EDC-474F-9FCE-A9893ED1DCC3}" destId="{9E4AB361-EAB0-44C5-B94B-93730550270D}" srcOrd="1" destOrd="0" presId="urn:microsoft.com/office/officeart/2018/2/layout/IconVerticalSolidList"/>
    <dgm:cxn modelId="{4A04E3F6-1AE2-4FC1-AA18-0D44168FC387}" type="presParOf" srcId="{D7C17311-8EDC-474F-9FCE-A9893ED1DCC3}" destId="{DBAF3054-13CD-4AE8-8BED-C797A6D840F9}" srcOrd="2" destOrd="0" presId="urn:microsoft.com/office/officeart/2018/2/layout/IconVerticalSolidList"/>
    <dgm:cxn modelId="{484B0A97-CBB4-4FC2-A18C-222BF317ABD8}" type="presParOf" srcId="{D7C17311-8EDC-474F-9FCE-A9893ED1DCC3}" destId="{EF31D1CF-F04C-4E1B-8752-22B46B3F302C}" srcOrd="3" destOrd="0" presId="urn:microsoft.com/office/officeart/2018/2/layout/IconVerticalSolidList"/>
    <dgm:cxn modelId="{C0180738-86B6-4FCB-B6E0-5EDB2E7713D1}" type="presParOf" srcId="{2438C7A4-B427-49E0-8A77-29DED8DCB264}" destId="{B257E85D-EAE4-47DB-9421-8B9839DBDDA3}" srcOrd="1" destOrd="0" presId="urn:microsoft.com/office/officeart/2018/2/layout/IconVerticalSolidList"/>
    <dgm:cxn modelId="{96ED8131-CE15-4063-9FFD-EDBA5C6F7C22}" type="presParOf" srcId="{2438C7A4-B427-49E0-8A77-29DED8DCB264}" destId="{F4B6B59F-D590-495E-B669-60A2843B0341}" srcOrd="2" destOrd="0" presId="urn:microsoft.com/office/officeart/2018/2/layout/IconVerticalSolidList"/>
    <dgm:cxn modelId="{B0DDDA80-62BD-430B-A5A4-812300C3434E}" type="presParOf" srcId="{F4B6B59F-D590-495E-B669-60A2843B0341}" destId="{3FA8205D-7A14-4CFD-A128-67A424BCF29B}" srcOrd="0" destOrd="0" presId="urn:microsoft.com/office/officeart/2018/2/layout/IconVerticalSolidList"/>
    <dgm:cxn modelId="{8DE0BD17-815B-46F2-9F2F-C4A43EC2BD00}" type="presParOf" srcId="{F4B6B59F-D590-495E-B669-60A2843B0341}" destId="{57DE7AC9-DB81-4EE5-AB98-104C110B2A0B}" srcOrd="1" destOrd="0" presId="urn:microsoft.com/office/officeart/2018/2/layout/IconVerticalSolidList"/>
    <dgm:cxn modelId="{39302E4A-4FBC-447D-BB64-7B32CB98E818}" type="presParOf" srcId="{F4B6B59F-D590-495E-B669-60A2843B0341}" destId="{7DFFAD53-E5DE-4581-B8FC-12C9236F2174}" srcOrd="2" destOrd="0" presId="urn:microsoft.com/office/officeart/2018/2/layout/IconVerticalSolidList"/>
    <dgm:cxn modelId="{28A1E232-CA40-420B-935E-06C3FA874B49}" type="presParOf" srcId="{F4B6B59F-D590-495E-B669-60A2843B0341}" destId="{1A37B3B3-E285-406F-B488-E7FE170AD3F7}" srcOrd="3" destOrd="0" presId="urn:microsoft.com/office/officeart/2018/2/layout/IconVerticalSolidList"/>
    <dgm:cxn modelId="{0FCC3EDE-60D3-4C2F-BB19-A670520CBA6F}" type="presParOf" srcId="{2438C7A4-B427-49E0-8A77-29DED8DCB264}" destId="{D9C47734-3F2E-4F15-B571-4B731FE628F2}" srcOrd="3" destOrd="0" presId="urn:microsoft.com/office/officeart/2018/2/layout/IconVerticalSolidList"/>
    <dgm:cxn modelId="{C267F0D2-139A-499E-A686-734BB55495AE}" type="presParOf" srcId="{2438C7A4-B427-49E0-8A77-29DED8DCB264}" destId="{10ADA084-D01C-4417-8812-E10FB08F9ADA}" srcOrd="4" destOrd="0" presId="urn:microsoft.com/office/officeart/2018/2/layout/IconVerticalSolidList"/>
    <dgm:cxn modelId="{CBFAC1AA-E5F2-40DA-8A92-4FD40B5FB09F}" type="presParOf" srcId="{10ADA084-D01C-4417-8812-E10FB08F9ADA}" destId="{7A8375A6-5847-4559-8C65-3A8222DC21A2}" srcOrd="0" destOrd="0" presId="urn:microsoft.com/office/officeart/2018/2/layout/IconVerticalSolidList"/>
    <dgm:cxn modelId="{6CEDAA0D-6C87-40D0-BCCB-CB0804DCBE47}" type="presParOf" srcId="{10ADA084-D01C-4417-8812-E10FB08F9ADA}" destId="{200C6FD5-04DD-425E-8832-87E3F41C4D5B}" srcOrd="1" destOrd="0" presId="urn:microsoft.com/office/officeart/2018/2/layout/IconVerticalSolidList"/>
    <dgm:cxn modelId="{536EE3B4-D5FA-4920-8918-4BDD94FFCCD6}" type="presParOf" srcId="{10ADA084-D01C-4417-8812-E10FB08F9ADA}" destId="{CDB65F31-5EBF-4197-B179-365A348C7C5F}" srcOrd="2" destOrd="0" presId="urn:microsoft.com/office/officeart/2018/2/layout/IconVerticalSolidList"/>
    <dgm:cxn modelId="{A873AB1B-580C-4094-85B8-9E712C89C2E4}" type="presParOf" srcId="{10ADA084-D01C-4417-8812-E10FB08F9ADA}" destId="{FCB91469-F668-4EC1-90F5-946492DE9C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ED7A8A-37BA-440A-94FA-27C6764065B4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82BBF0-5B4F-4FAD-985D-F88A45CD522D}">
      <dgm:prSet/>
      <dgm:spPr/>
      <dgm:t>
        <a:bodyPr/>
        <a:lstStyle/>
        <a:p>
          <a:r>
            <a:rPr lang="da-DK" b="1" dirty="0">
              <a:solidFill>
                <a:schemeClr val="tx1"/>
              </a:solidFill>
            </a:rPr>
            <a:t>Forbedre modstandsdygtigheden</a:t>
          </a:r>
          <a:r>
            <a:rPr lang="da-DK" dirty="0">
              <a:solidFill>
                <a:schemeClr val="tx1"/>
              </a:solidFill>
            </a:rPr>
            <a:t>: Beskytte finansielle institutioner mod </a:t>
          </a:r>
          <a:r>
            <a:rPr lang="da-DK" dirty="0" err="1">
              <a:solidFill>
                <a:schemeClr val="tx1"/>
              </a:solidFill>
            </a:rPr>
            <a:t>cyberangreb</a:t>
          </a:r>
          <a:r>
            <a:rPr lang="da-DK" dirty="0">
              <a:solidFill>
                <a:schemeClr val="tx1"/>
              </a:solidFill>
            </a:rPr>
            <a:t>, systemfejl og andre digitale trusler.</a:t>
          </a:r>
          <a:endParaRPr lang="en-US" dirty="0">
            <a:solidFill>
              <a:schemeClr val="tx1"/>
            </a:solidFill>
          </a:endParaRPr>
        </a:p>
      </dgm:t>
    </dgm:pt>
    <dgm:pt modelId="{8EA0D6F5-E774-450D-971A-3B48FAEFC6C1}" type="parTrans" cxnId="{541F6FA9-92C0-4B4D-821F-0D053C968C8E}">
      <dgm:prSet/>
      <dgm:spPr/>
      <dgm:t>
        <a:bodyPr/>
        <a:lstStyle/>
        <a:p>
          <a:endParaRPr lang="en-US"/>
        </a:p>
      </dgm:t>
    </dgm:pt>
    <dgm:pt modelId="{1EED0DDA-6EC8-45CE-8370-11CE48F65484}" type="sibTrans" cxnId="{541F6FA9-92C0-4B4D-821F-0D053C968C8E}">
      <dgm:prSet/>
      <dgm:spPr/>
      <dgm:t>
        <a:bodyPr/>
        <a:lstStyle/>
        <a:p>
          <a:endParaRPr lang="en-US"/>
        </a:p>
      </dgm:t>
    </dgm:pt>
    <dgm:pt modelId="{6B7570F7-D4A4-42C8-9049-B33393D2B4C3}">
      <dgm:prSet/>
      <dgm:spPr/>
      <dgm:t>
        <a:bodyPr/>
        <a:lstStyle/>
        <a:p>
          <a:r>
            <a:rPr lang="da-DK" b="1" dirty="0">
              <a:solidFill>
                <a:schemeClr val="tx1"/>
              </a:solidFill>
            </a:rPr>
            <a:t>Fremme harmonisering</a:t>
          </a:r>
          <a:r>
            <a:rPr lang="da-DK" dirty="0">
              <a:solidFill>
                <a:schemeClr val="tx1"/>
              </a:solidFill>
            </a:rPr>
            <a:t>: Ensartede regler og standarder på tværs af EU for at sikre en fælles forståelse af risikostyring.</a:t>
          </a:r>
          <a:endParaRPr lang="en-US" dirty="0">
            <a:solidFill>
              <a:schemeClr val="tx1"/>
            </a:solidFill>
          </a:endParaRPr>
        </a:p>
      </dgm:t>
    </dgm:pt>
    <dgm:pt modelId="{2CCC69E8-D947-4619-8AF2-618491A9D55A}" type="parTrans" cxnId="{05AE763E-C4E2-4916-8F54-82421427A661}">
      <dgm:prSet/>
      <dgm:spPr/>
      <dgm:t>
        <a:bodyPr/>
        <a:lstStyle/>
        <a:p>
          <a:endParaRPr lang="en-US"/>
        </a:p>
      </dgm:t>
    </dgm:pt>
    <dgm:pt modelId="{28AD39D6-99AD-4D9A-BC18-56DE7D7DFBC5}" type="sibTrans" cxnId="{05AE763E-C4E2-4916-8F54-82421427A661}">
      <dgm:prSet/>
      <dgm:spPr/>
      <dgm:t>
        <a:bodyPr/>
        <a:lstStyle/>
        <a:p>
          <a:endParaRPr lang="en-US"/>
        </a:p>
      </dgm:t>
    </dgm:pt>
    <dgm:pt modelId="{AC08C13F-1D4A-459F-9DBB-86E6AA5C30E5}">
      <dgm:prSet/>
      <dgm:spPr/>
      <dgm:t>
        <a:bodyPr/>
        <a:lstStyle/>
        <a:p>
          <a:r>
            <a:rPr lang="da-DK" b="1" dirty="0">
              <a:solidFill>
                <a:schemeClr val="tx1"/>
              </a:solidFill>
            </a:rPr>
            <a:t>Øge tilliden</a:t>
          </a:r>
          <a:r>
            <a:rPr lang="da-DK" dirty="0">
              <a:solidFill>
                <a:schemeClr val="tx1"/>
              </a:solidFill>
            </a:rPr>
            <a:t>: Styrke tilliden til EU’s finansielle system ved at sikre stabilitet i driften, selv under digitale angreb.</a:t>
          </a:r>
          <a:endParaRPr lang="en-US" dirty="0">
            <a:solidFill>
              <a:schemeClr val="tx1"/>
            </a:solidFill>
          </a:endParaRPr>
        </a:p>
      </dgm:t>
    </dgm:pt>
    <dgm:pt modelId="{CC0E52A6-3AAE-4579-B47C-E12D443ED572}" type="parTrans" cxnId="{655B2D0F-48D3-47B5-A263-6BF1C96585BB}">
      <dgm:prSet/>
      <dgm:spPr/>
      <dgm:t>
        <a:bodyPr/>
        <a:lstStyle/>
        <a:p>
          <a:endParaRPr lang="en-US"/>
        </a:p>
      </dgm:t>
    </dgm:pt>
    <dgm:pt modelId="{EAAF3842-D2D4-4636-83A1-6C85FAF46D74}" type="sibTrans" cxnId="{655B2D0F-48D3-47B5-A263-6BF1C96585BB}">
      <dgm:prSet/>
      <dgm:spPr/>
      <dgm:t>
        <a:bodyPr/>
        <a:lstStyle/>
        <a:p>
          <a:endParaRPr lang="en-US"/>
        </a:p>
      </dgm:t>
    </dgm:pt>
    <dgm:pt modelId="{EFD9AD0A-0762-4BFF-8B3F-AAD4B5725432}" type="pres">
      <dgm:prSet presAssocID="{97ED7A8A-37BA-440A-94FA-27C6764065B4}" presName="linear" presStyleCnt="0">
        <dgm:presLayoutVars>
          <dgm:animLvl val="lvl"/>
          <dgm:resizeHandles val="exact"/>
        </dgm:presLayoutVars>
      </dgm:prSet>
      <dgm:spPr/>
    </dgm:pt>
    <dgm:pt modelId="{45092485-A0DC-49F4-A005-D7D0E9D61BF7}" type="pres">
      <dgm:prSet presAssocID="{ED82BBF0-5B4F-4FAD-985D-F88A45CD522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16CF21-0D36-49E8-AD68-882813AAED01}" type="pres">
      <dgm:prSet presAssocID="{1EED0DDA-6EC8-45CE-8370-11CE48F65484}" presName="spacer" presStyleCnt="0"/>
      <dgm:spPr/>
    </dgm:pt>
    <dgm:pt modelId="{78419EAF-1F60-49BA-972E-8ACBB0126659}" type="pres">
      <dgm:prSet presAssocID="{6B7570F7-D4A4-42C8-9049-B33393D2B4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E0F6A8-EB27-44FF-A3AE-7B03EBC22530}" type="pres">
      <dgm:prSet presAssocID="{28AD39D6-99AD-4D9A-BC18-56DE7D7DFBC5}" presName="spacer" presStyleCnt="0"/>
      <dgm:spPr/>
    </dgm:pt>
    <dgm:pt modelId="{25D8C886-8A93-4A36-B259-3937F69CCB22}" type="pres">
      <dgm:prSet presAssocID="{AC08C13F-1D4A-459F-9DBB-86E6AA5C30E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475670D-58D1-4A29-A21C-3EE2BC3964FC}" type="presOf" srcId="{6B7570F7-D4A4-42C8-9049-B33393D2B4C3}" destId="{78419EAF-1F60-49BA-972E-8ACBB0126659}" srcOrd="0" destOrd="0" presId="urn:microsoft.com/office/officeart/2005/8/layout/vList2"/>
    <dgm:cxn modelId="{655B2D0F-48D3-47B5-A263-6BF1C96585BB}" srcId="{97ED7A8A-37BA-440A-94FA-27C6764065B4}" destId="{AC08C13F-1D4A-459F-9DBB-86E6AA5C30E5}" srcOrd="2" destOrd="0" parTransId="{CC0E52A6-3AAE-4579-B47C-E12D443ED572}" sibTransId="{EAAF3842-D2D4-4636-83A1-6C85FAF46D74}"/>
    <dgm:cxn modelId="{1075AC11-F05E-4F73-8897-DF048A9BD1B0}" type="presOf" srcId="{97ED7A8A-37BA-440A-94FA-27C6764065B4}" destId="{EFD9AD0A-0762-4BFF-8B3F-AAD4B5725432}" srcOrd="0" destOrd="0" presId="urn:microsoft.com/office/officeart/2005/8/layout/vList2"/>
    <dgm:cxn modelId="{03F4B034-A88A-462A-A3BE-B8E123F5AF16}" type="presOf" srcId="{ED82BBF0-5B4F-4FAD-985D-F88A45CD522D}" destId="{45092485-A0DC-49F4-A005-D7D0E9D61BF7}" srcOrd="0" destOrd="0" presId="urn:microsoft.com/office/officeart/2005/8/layout/vList2"/>
    <dgm:cxn modelId="{05AE763E-C4E2-4916-8F54-82421427A661}" srcId="{97ED7A8A-37BA-440A-94FA-27C6764065B4}" destId="{6B7570F7-D4A4-42C8-9049-B33393D2B4C3}" srcOrd="1" destOrd="0" parTransId="{2CCC69E8-D947-4619-8AF2-618491A9D55A}" sibTransId="{28AD39D6-99AD-4D9A-BC18-56DE7D7DFBC5}"/>
    <dgm:cxn modelId="{541F6FA9-92C0-4B4D-821F-0D053C968C8E}" srcId="{97ED7A8A-37BA-440A-94FA-27C6764065B4}" destId="{ED82BBF0-5B4F-4FAD-985D-F88A45CD522D}" srcOrd="0" destOrd="0" parTransId="{8EA0D6F5-E774-450D-971A-3B48FAEFC6C1}" sibTransId="{1EED0DDA-6EC8-45CE-8370-11CE48F65484}"/>
    <dgm:cxn modelId="{ED5B30C5-3FF0-42AF-AF55-D8A99F8F3374}" type="presOf" srcId="{AC08C13F-1D4A-459F-9DBB-86E6AA5C30E5}" destId="{25D8C886-8A93-4A36-B259-3937F69CCB22}" srcOrd="0" destOrd="0" presId="urn:microsoft.com/office/officeart/2005/8/layout/vList2"/>
    <dgm:cxn modelId="{AFCCBBB7-E54D-4041-BF00-882DB0773189}" type="presParOf" srcId="{EFD9AD0A-0762-4BFF-8B3F-AAD4B5725432}" destId="{45092485-A0DC-49F4-A005-D7D0E9D61BF7}" srcOrd="0" destOrd="0" presId="urn:microsoft.com/office/officeart/2005/8/layout/vList2"/>
    <dgm:cxn modelId="{F35B3A0B-FB34-45C7-A833-58978A76524D}" type="presParOf" srcId="{EFD9AD0A-0762-4BFF-8B3F-AAD4B5725432}" destId="{7016CF21-0D36-49E8-AD68-882813AAED01}" srcOrd="1" destOrd="0" presId="urn:microsoft.com/office/officeart/2005/8/layout/vList2"/>
    <dgm:cxn modelId="{80279D15-9B7B-4630-A36D-439D2A01788E}" type="presParOf" srcId="{EFD9AD0A-0762-4BFF-8B3F-AAD4B5725432}" destId="{78419EAF-1F60-49BA-972E-8ACBB0126659}" srcOrd="2" destOrd="0" presId="urn:microsoft.com/office/officeart/2005/8/layout/vList2"/>
    <dgm:cxn modelId="{08EAFA37-5BBF-40D8-AE81-A53E76A187DF}" type="presParOf" srcId="{EFD9AD0A-0762-4BFF-8B3F-AAD4B5725432}" destId="{4EE0F6A8-EB27-44FF-A3AE-7B03EBC22530}" srcOrd="3" destOrd="0" presId="urn:microsoft.com/office/officeart/2005/8/layout/vList2"/>
    <dgm:cxn modelId="{B39217E7-D377-4987-BBE1-74D25FA8840A}" type="presParOf" srcId="{EFD9AD0A-0762-4BFF-8B3F-AAD4B5725432}" destId="{25D8C886-8A93-4A36-B259-3937F69CCB2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FA382A0-9BE4-4D98-ABF7-10F8B46DD7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3E4774-1301-4F4F-AEDD-5CDA554ADE1D}">
      <dgm:prSet/>
      <dgm:spPr/>
      <dgm:t>
        <a:bodyPr/>
        <a:lstStyle/>
        <a:p>
          <a:r>
            <a:rPr lang="da-DK" b="1"/>
            <a:t>Risikostyring</a:t>
          </a:r>
          <a:r>
            <a:rPr lang="da-DK"/>
            <a:t>: Finansielle institutioner skal have robuste systemer på plads til at identificere, vurdere og håndtere digitale risici.</a:t>
          </a:r>
          <a:endParaRPr lang="en-US"/>
        </a:p>
      </dgm:t>
    </dgm:pt>
    <dgm:pt modelId="{0B3E371B-7604-4A9E-87A1-253F8CBCABFE}" type="parTrans" cxnId="{B3EC438B-5875-48E7-8D4D-C58B4C92DCB2}">
      <dgm:prSet/>
      <dgm:spPr/>
      <dgm:t>
        <a:bodyPr/>
        <a:lstStyle/>
        <a:p>
          <a:endParaRPr lang="en-US"/>
        </a:p>
      </dgm:t>
    </dgm:pt>
    <dgm:pt modelId="{162E4272-4F55-4EBF-BC1F-E162C01E8EEC}" type="sibTrans" cxnId="{B3EC438B-5875-48E7-8D4D-C58B4C92DCB2}">
      <dgm:prSet/>
      <dgm:spPr/>
      <dgm:t>
        <a:bodyPr/>
        <a:lstStyle/>
        <a:p>
          <a:endParaRPr lang="en-US"/>
        </a:p>
      </dgm:t>
    </dgm:pt>
    <dgm:pt modelId="{A0F4547B-1294-470E-9508-76E5B79A4ABE}">
      <dgm:prSet/>
      <dgm:spPr/>
      <dgm:t>
        <a:bodyPr/>
        <a:lstStyle/>
        <a:p>
          <a:r>
            <a:rPr lang="da-DK" b="1"/>
            <a:t>Rapportering</a:t>
          </a:r>
          <a:r>
            <a:rPr lang="da-DK"/>
            <a:t>: Institutioner skal hurtigt rapportere digitale risici og hændelser til relevante myndigheder.</a:t>
          </a:r>
          <a:endParaRPr lang="en-US"/>
        </a:p>
      </dgm:t>
    </dgm:pt>
    <dgm:pt modelId="{BC294D49-7978-4BC0-90A9-23BEDE82F284}" type="parTrans" cxnId="{C19589CF-2A13-4883-8A56-B1711C94E619}">
      <dgm:prSet/>
      <dgm:spPr/>
      <dgm:t>
        <a:bodyPr/>
        <a:lstStyle/>
        <a:p>
          <a:endParaRPr lang="en-US"/>
        </a:p>
      </dgm:t>
    </dgm:pt>
    <dgm:pt modelId="{9C4901FB-8EF1-4991-B980-AB199877310A}" type="sibTrans" cxnId="{C19589CF-2A13-4883-8A56-B1711C94E619}">
      <dgm:prSet/>
      <dgm:spPr/>
      <dgm:t>
        <a:bodyPr/>
        <a:lstStyle/>
        <a:p>
          <a:endParaRPr lang="en-US"/>
        </a:p>
      </dgm:t>
    </dgm:pt>
    <dgm:pt modelId="{CFC33649-53B6-4F13-A973-1CB954399A0A}">
      <dgm:prSet/>
      <dgm:spPr/>
      <dgm:t>
        <a:bodyPr/>
        <a:lstStyle/>
        <a:p>
          <a:r>
            <a:rPr lang="da-DK" b="1"/>
            <a:t>IT-sikkerhed</a:t>
          </a:r>
          <a:r>
            <a:rPr lang="da-DK"/>
            <a:t>: Der stilles krav om at implementere avancerede cybersikkerhedsforanstaltninger for at beskytte kritiske IT-systemer.</a:t>
          </a:r>
          <a:endParaRPr lang="en-US"/>
        </a:p>
      </dgm:t>
    </dgm:pt>
    <dgm:pt modelId="{FD8FD548-39F3-4028-916A-D1C784FA22D3}" type="parTrans" cxnId="{998512BD-409A-425A-8213-CF3383EEE1E5}">
      <dgm:prSet/>
      <dgm:spPr/>
      <dgm:t>
        <a:bodyPr/>
        <a:lstStyle/>
        <a:p>
          <a:endParaRPr lang="en-US"/>
        </a:p>
      </dgm:t>
    </dgm:pt>
    <dgm:pt modelId="{A3E3B954-653A-4839-A570-359CDD321152}" type="sibTrans" cxnId="{998512BD-409A-425A-8213-CF3383EEE1E5}">
      <dgm:prSet/>
      <dgm:spPr/>
      <dgm:t>
        <a:bodyPr/>
        <a:lstStyle/>
        <a:p>
          <a:endParaRPr lang="en-US"/>
        </a:p>
      </dgm:t>
    </dgm:pt>
    <dgm:pt modelId="{E99D6858-BB94-4A62-8755-69223DB2B9B3}">
      <dgm:prSet/>
      <dgm:spPr/>
      <dgm:t>
        <a:bodyPr/>
        <a:lstStyle/>
        <a:p>
          <a:r>
            <a:rPr lang="da-DK" b="1"/>
            <a:t>Test af modstandsdygtighed</a:t>
          </a:r>
          <a:r>
            <a:rPr lang="da-DK"/>
            <a:t>: Institutioner skal regelmæssigt teste deres IT-systemers modstandsdygtighed mod cyberangreb og systemfejl.</a:t>
          </a:r>
          <a:endParaRPr lang="en-US"/>
        </a:p>
      </dgm:t>
    </dgm:pt>
    <dgm:pt modelId="{5A863CE7-CB6E-4F20-8706-DA228629DB9C}" type="parTrans" cxnId="{0AAD6B9D-06E1-44BE-B0C9-685B812B8666}">
      <dgm:prSet/>
      <dgm:spPr/>
      <dgm:t>
        <a:bodyPr/>
        <a:lstStyle/>
        <a:p>
          <a:endParaRPr lang="en-US"/>
        </a:p>
      </dgm:t>
    </dgm:pt>
    <dgm:pt modelId="{87DBD9AF-BE87-4DD1-A23B-43F4CAF2CF9B}" type="sibTrans" cxnId="{0AAD6B9D-06E1-44BE-B0C9-685B812B8666}">
      <dgm:prSet/>
      <dgm:spPr/>
      <dgm:t>
        <a:bodyPr/>
        <a:lstStyle/>
        <a:p>
          <a:endParaRPr lang="en-US"/>
        </a:p>
      </dgm:t>
    </dgm:pt>
    <dgm:pt modelId="{699B1866-5926-4D15-BF95-9488402C57A0}" type="pres">
      <dgm:prSet presAssocID="{CFA382A0-9BE4-4D98-ABF7-10F8B46DD745}" presName="root" presStyleCnt="0">
        <dgm:presLayoutVars>
          <dgm:dir/>
          <dgm:resizeHandles val="exact"/>
        </dgm:presLayoutVars>
      </dgm:prSet>
      <dgm:spPr/>
    </dgm:pt>
    <dgm:pt modelId="{1C66AB58-D36E-405E-BA2F-9EEF618E6508}" type="pres">
      <dgm:prSet presAssocID="{283E4774-1301-4F4F-AEDD-5CDA554ADE1D}" presName="compNode" presStyleCnt="0"/>
      <dgm:spPr/>
    </dgm:pt>
    <dgm:pt modelId="{DB7DF705-0824-4D9A-BF4D-BA20466EA09A}" type="pres">
      <dgm:prSet presAssocID="{283E4774-1301-4F4F-AEDD-5CDA554ADE1D}" presName="bgRect" presStyleLbl="bgShp" presStyleIdx="0" presStyleCnt="4"/>
      <dgm:spPr/>
    </dgm:pt>
    <dgm:pt modelId="{60D4F89F-7E7A-4B72-BD81-CC9D950BC444}" type="pres">
      <dgm:prSet presAssocID="{283E4774-1301-4F4F-AEDD-5CDA554ADE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DBD27F3F-AFDC-48C7-9C2C-79B50A62F120}" type="pres">
      <dgm:prSet presAssocID="{283E4774-1301-4F4F-AEDD-5CDA554ADE1D}" presName="spaceRect" presStyleCnt="0"/>
      <dgm:spPr/>
    </dgm:pt>
    <dgm:pt modelId="{E3E3D732-5BC9-47CE-B1E7-1E204352B3DF}" type="pres">
      <dgm:prSet presAssocID="{283E4774-1301-4F4F-AEDD-5CDA554ADE1D}" presName="parTx" presStyleLbl="revTx" presStyleIdx="0" presStyleCnt="4">
        <dgm:presLayoutVars>
          <dgm:chMax val="0"/>
          <dgm:chPref val="0"/>
        </dgm:presLayoutVars>
      </dgm:prSet>
      <dgm:spPr/>
    </dgm:pt>
    <dgm:pt modelId="{49DA6A7F-BAC8-4A5F-8C15-BD21A2177BD7}" type="pres">
      <dgm:prSet presAssocID="{162E4272-4F55-4EBF-BC1F-E162C01E8EEC}" presName="sibTrans" presStyleCnt="0"/>
      <dgm:spPr/>
    </dgm:pt>
    <dgm:pt modelId="{8C2016D4-AA1B-469B-BC74-B351FE430F0C}" type="pres">
      <dgm:prSet presAssocID="{A0F4547B-1294-470E-9508-76E5B79A4ABE}" presName="compNode" presStyleCnt="0"/>
      <dgm:spPr/>
    </dgm:pt>
    <dgm:pt modelId="{5D3B8DBE-B577-4B0B-A8BA-44132277FAD8}" type="pres">
      <dgm:prSet presAssocID="{A0F4547B-1294-470E-9508-76E5B79A4ABE}" presName="bgRect" presStyleLbl="bgShp" presStyleIdx="1" presStyleCnt="4"/>
      <dgm:spPr/>
    </dgm:pt>
    <dgm:pt modelId="{3BD97832-3931-40FB-915E-264DCFB9427D}" type="pres">
      <dgm:prSet presAssocID="{A0F4547B-1294-470E-9508-76E5B79A4A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arsel"/>
        </a:ext>
      </dgm:extLst>
    </dgm:pt>
    <dgm:pt modelId="{4BFA9DF8-B776-491A-B258-216DB2AA4EC9}" type="pres">
      <dgm:prSet presAssocID="{A0F4547B-1294-470E-9508-76E5B79A4ABE}" presName="spaceRect" presStyleCnt="0"/>
      <dgm:spPr/>
    </dgm:pt>
    <dgm:pt modelId="{26D75FF1-A4DF-40D5-A3BE-5D6756E177A2}" type="pres">
      <dgm:prSet presAssocID="{A0F4547B-1294-470E-9508-76E5B79A4ABE}" presName="parTx" presStyleLbl="revTx" presStyleIdx="1" presStyleCnt="4">
        <dgm:presLayoutVars>
          <dgm:chMax val="0"/>
          <dgm:chPref val="0"/>
        </dgm:presLayoutVars>
      </dgm:prSet>
      <dgm:spPr/>
    </dgm:pt>
    <dgm:pt modelId="{8186F1DD-F964-4F3D-8BAA-46CD7B1A2DCE}" type="pres">
      <dgm:prSet presAssocID="{9C4901FB-8EF1-4991-B980-AB199877310A}" presName="sibTrans" presStyleCnt="0"/>
      <dgm:spPr/>
    </dgm:pt>
    <dgm:pt modelId="{90586236-5E4B-4F64-9FE5-C64D3DB29B09}" type="pres">
      <dgm:prSet presAssocID="{CFC33649-53B6-4F13-A973-1CB954399A0A}" presName="compNode" presStyleCnt="0"/>
      <dgm:spPr/>
    </dgm:pt>
    <dgm:pt modelId="{FDD01C72-30A1-4B61-9E6C-F41A6E5C187F}" type="pres">
      <dgm:prSet presAssocID="{CFC33649-53B6-4F13-A973-1CB954399A0A}" presName="bgRect" presStyleLbl="bgShp" presStyleIdx="2" presStyleCnt="4"/>
      <dgm:spPr/>
    </dgm:pt>
    <dgm:pt modelId="{DE97E14C-6079-4652-9ADD-A4B84486F3E3}" type="pres">
      <dgm:prSet presAssocID="{CFC33649-53B6-4F13-A973-1CB954399A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ås"/>
        </a:ext>
      </dgm:extLst>
    </dgm:pt>
    <dgm:pt modelId="{B21584FD-CAD2-410E-B890-B79966713D9A}" type="pres">
      <dgm:prSet presAssocID="{CFC33649-53B6-4F13-A973-1CB954399A0A}" presName="spaceRect" presStyleCnt="0"/>
      <dgm:spPr/>
    </dgm:pt>
    <dgm:pt modelId="{DB99DEB3-65B5-4254-BFA9-84FDCA25A2E0}" type="pres">
      <dgm:prSet presAssocID="{CFC33649-53B6-4F13-A973-1CB954399A0A}" presName="parTx" presStyleLbl="revTx" presStyleIdx="2" presStyleCnt="4">
        <dgm:presLayoutVars>
          <dgm:chMax val="0"/>
          <dgm:chPref val="0"/>
        </dgm:presLayoutVars>
      </dgm:prSet>
      <dgm:spPr/>
    </dgm:pt>
    <dgm:pt modelId="{AC4EA852-FCF4-4CE5-853E-12CBA1326C44}" type="pres">
      <dgm:prSet presAssocID="{A3E3B954-653A-4839-A570-359CDD321152}" presName="sibTrans" presStyleCnt="0"/>
      <dgm:spPr/>
    </dgm:pt>
    <dgm:pt modelId="{1DFF9EC5-822D-4ED8-AE6E-5CAB2A804A9E}" type="pres">
      <dgm:prSet presAssocID="{E99D6858-BB94-4A62-8755-69223DB2B9B3}" presName="compNode" presStyleCnt="0"/>
      <dgm:spPr/>
    </dgm:pt>
    <dgm:pt modelId="{2D572CC2-EFFD-4211-80F7-5D018EBA54B8}" type="pres">
      <dgm:prSet presAssocID="{E99D6858-BB94-4A62-8755-69223DB2B9B3}" presName="bgRect" presStyleLbl="bgShp" presStyleIdx="3" presStyleCnt="4"/>
      <dgm:spPr/>
    </dgm:pt>
    <dgm:pt modelId="{A9F6393A-CF46-4C9F-8512-D0C4B8C2193E}" type="pres">
      <dgm:prSet presAssocID="{E99D6858-BB94-4A62-8755-69223DB2B9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nskabsmand"/>
        </a:ext>
      </dgm:extLst>
    </dgm:pt>
    <dgm:pt modelId="{AF0B54F7-EB81-4543-941A-3A358ECAF284}" type="pres">
      <dgm:prSet presAssocID="{E99D6858-BB94-4A62-8755-69223DB2B9B3}" presName="spaceRect" presStyleCnt="0"/>
      <dgm:spPr/>
    </dgm:pt>
    <dgm:pt modelId="{D37CD4B5-4F76-4F50-9D6C-D2BE157BB1EF}" type="pres">
      <dgm:prSet presAssocID="{E99D6858-BB94-4A62-8755-69223DB2B9B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2D063F-DF0E-42EA-9207-ADCD6DEDE306}" type="presOf" srcId="{CFC33649-53B6-4F13-A973-1CB954399A0A}" destId="{DB99DEB3-65B5-4254-BFA9-84FDCA25A2E0}" srcOrd="0" destOrd="0" presId="urn:microsoft.com/office/officeart/2018/2/layout/IconVerticalSolidList"/>
    <dgm:cxn modelId="{B3EC438B-5875-48E7-8D4D-C58B4C92DCB2}" srcId="{CFA382A0-9BE4-4D98-ABF7-10F8B46DD745}" destId="{283E4774-1301-4F4F-AEDD-5CDA554ADE1D}" srcOrd="0" destOrd="0" parTransId="{0B3E371B-7604-4A9E-87A1-253F8CBCABFE}" sibTransId="{162E4272-4F55-4EBF-BC1F-E162C01E8EEC}"/>
    <dgm:cxn modelId="{0AAD6B9D-06E1-44BE-B0C9-685B812B8666}" srcId="{CFA382A0-9BE4-4D98-ABF7-10F8B46DD745}" destId="{E99D6858-BB94-4A62-8755-69223DB2B9B3}" srcOrd="3" destOrd="0" parTransId="{5A863CE7-CB6E-4F20-8706-DA228629DB9C}" sibTransId="{87DBD9AF-BE87-4DD1-A23B-43F4CAF2CF9B}"/>
    <dgm:cxn modelId="{998512BD-409A-425A-8213-CF3383EEE1E5}" srcId="{CFA382A0-9BE4-4D98-ABF7-10F8B46DD745}" destId="{CFC33649-53B6-4F13-A973-1CB954399A0A}" srcOrd="2" destOrd="0" parTransId="{FD8FD548-39F3-4028-916A-D1C784FA22D3}" sibTransId="{A3E3B954-653A-4839-A570-359CDD321152}"/>
    <dgm:cxn modelId="{4F8F41CA-FA5E-4E36-A758-475FD0456D94}" type="presOf" srcId="{A0F4547B-1294-470E-9508-76E5B79A4ABE}" destId="{26D75FF1-A4DF-40D5-A3BE-5D6756E177A2}" srcOrd="0" destOrd="0" presId="urn:microsoft.com/office/officeart/2018/2/layout/IconVerticalSolidList"/>
    <dgm:cxn modelId="{C19589CF-2A13-4883-8A56-B1711C94E619}" srcId="{CFA382A0-9BE4-4D98-ABF7-10F8B46DD745}" destId="{A0F4547B-1294-470E-9508-76E5B79A4ABE}" srcOrd="1" destOrd="0" parTransId="{BC294D49-7978-4BC0-90A9-23BEDE82F284}" sibTransId="{9C4901FB-8EF1-4991-B980-AB199877310A}"/>
    <dgm:cxn modelId="{9B1AA2EA-3CC2-4F6B-98D9-D27FC486BECB}" type="presOf" srcId="{E99D6858-BB94-4A62-8755-69223DB2B9B3}" destId="{D37CD4B5-4F76-4F50-9D6C-D2BE157BB1EF}" srcOrd="0" destOrd="0" presId="urn:microsoft.com/office/officeart/2018/2/layout/IconVerticalSolidList"/>
    <dgm:cxn modelId="{AD856CF1-A0AB-4E5E-8ECB-919EE323EB83}" type="presOf" srcId="{283E4774-1301-4F4F-AEDD-5CDA554ADE1D}" destId="{E3E3D732-5BC9-47CE-B1E7-1E204352B3DF}" srcOrd="0" destOrd="0" presId="urn:microsoft.com/office/officeart/2018/2/layout/IconVerticalSolidList"/>
    <dgm:cxn modelId="{BD0323F8-B1CF-4DBE-BD1D-BFEB14FE2924}" type="presOf" srcId="{CFA382A0-9BE4-4D98-ABF7-10F8B46DD745}" destId="{699B1866-5926-4D15-BF95-9488402C57A0}" srcOrd="0" destOrd="0" presId="urn:microsoft.com/office/officeart/2018/2/layout/IconVerticalSolidList"/>
    <dgm:cxn modelId="{C9D41906-AA2C-41DB-9873-AB8826C889C7}" type="presParOf" srcId="{699B1866-5926-4D15-BF95-9488402C57A0}" destId="{1C66AB58-D36E-405E-BA2F-9EEF618E6508}" srcOrd="0" destOrd="0" presId="urn:microsoft.com/office/officeart/2018/2/layout/IconVerticalSolidList"/>
    <dgm:cxn modelId="{FF405053-37C3-41E1-8F1A-903C75099490}" type="presParOf" srcId="{1C66AB58-D36E-405E-BA2F-9EEF618E6508}" destId="{DB7DF705-0824-4D9A-BF4D-BA20466EA09A}" srcOrd="0" destOrd="0" presId="urn:microsoft.com/office/officeart/2018/2/layout/IconVerticalSolidList"/>
    <dgm:cxn modelId="{32B3BA45-322D-4950-B9DF-3EC1E2DC0427}" type="presParOf" srcId="{1C66AB58-D36E-405E-BA2F-9EEF618E6508}" destId="{60D4F89F-7E7A-4B72-BD81-CC9D950BC444}" srcOrd="1" destOrd="0" presId="urn:microsoft.com/office/officeart/2018/2/layout/IconVerticalSolidList"/>
    <dgm:cxn modelId="{2C7EFD02-A4BB-4E8E-8EA6-C24DC7E19BFA}" type="presParOf" srcId="{1C66AB58-D36E-405E-BA2F-9EEF618E6508}" destId="{DBD27F3F-AFDC-48C7-9C2C-79B50A62F120}" srcOrd="2" destOrd="0" presId="urn:microsoft.com/office/officeart/2018/2/layout/IconVerticalSolidList"/>
    <dgm:cxn modelId="{E3E34631-1B43-49CD-BCCE-2CC04BD6F919}" type="presParOf" srcId="{1C66AB58-D36E-405E-BA2F-9EEF618E6508}" destId="{E3E3D732-5BC9-47CE-B1E7-1E204352B3DF}" srcOrd="3" destOrd="0" presId="urn:microsoft.com/office/officeart/2018/2/layout/IconVerticalSolidList"/>
    <dgm:cxn modelId="{77A3FDAA-AF10-4727-8DAD-FCD273C1FBFD}" type="presParOf" srcId="{699B1866-5926-4D15-BF95-9488402C57A0}" destId="{49DA6A7F-BAC8-4A5F-8C15-BD21A2177BD7}" srcOrd="1" destOrd="0" presId="urn:microsoft.com/office/officeart/2018/2/layout/IconVerticalSolidList"/>
    <dgm:cxn modelId="{9FD124C9-EEF5-4CD3-93F8-E410ADD7F72F}" type="presParOf" srcId="{699B1866-5926-4D15-BF95-9488402C57A0}" destId="{8C2016D4-AA1B-469B-BC74-B351FE430F0C}" srcOrd="2" destOrd="0" presId="urn:microsoft.com/office/officeart/2018/2/layout/IconVerticalSolidList"/>
    <dgm:cxn modelId="{6CD27852-341E-4B3A-B841-185E9006BB21}" type="presParOf" srcId="{8C2016D4-AA1B-469B-BC74-B351FE430F0C}" destId="{5D3B8DBE-B577-4B0B-A8BA-44132277FAD8}" srcOrd="0" destOrd="0" presId="urn:microsoft.com/office/officeart/2018/2/layout/IconVerticalSolidList"/>
    <dgm:cxn modelId="{48AAA27D-0B20-4BD0-A465-9569AC522617}" type="presParOf" srcId="{8C2016D4-AA1B-469B-BC74-B351FE430F0C}" destId="{3BD97832-3931-40FB-915E-264DCFB9427D}" srcOrd="1" destOrd="0" presId="urn:microsoft.com/office/officeart/2018/2/layout/IconVerticalSolidList"/>
    <dgm:cxn modelId="{9B95E664-0DF9-4BF0-B629-0C3F22842411}" type="presParOf" srcId="{8C2016D4-AA1B-469B-BC74-B351FE430F0C}" destId="{4BFA9DF8-B776-491A-B258-216DB2AA4EC9}" srcOrd="2" destOrd="0" presId="urn:microsoft.com/office/officeart/2018/2/layout/IconVerticalSolidList"/>
    <dgm:cxn modelId="{763C1998-893B-4EC5-814C-762A21DCBFA8}" type="presParOf" srcId="{8C2016D4-AA1B-469B-BC74-B351FE430F0C}" destId="{26D75FF1-A4DF-40D5-A3BE-5D6756E177A2}" srcOrd="3" destOrd="0" presId="urn:microsoft.com/office/officeart/2018/2/layout/IconVerticalSolidList"/>
    <dgm:cxn modelId="{C7E3D6EC-F232-4716-A577-7D4ECA27AED9}" type="presParOf" srcId="{699B1866-5926-4D15-BF95-9488402C57A0}" destId="{8186F1DD-F964-4F3D-8BAA-46CD7B1A2DCE}" srcOrd="3" destOrd="0" presId="urn:microsoft.com/office/officeart/2018/2/layout/IconVerticalSolidList"/>
    <dgm:cxn modelId="{E8ACA185-789F-437C-AC56-91A9EABF30A4}" type="presParOf" srcId="{699B1866-5926-4D15-BF95-9488402C57A0}" destId="{90586236-5E4B-4F64-9FE5-C64D3DB29B09}" srcOrd="4" destOrd="0" presId="urn:microsoft.com/office/officeart/2018/2/layout/IconVerticalSolidList"/>
    <dgm:cxn modelId="{00913D5D-C6FE-4EF9-ABE8-8DC9416EB691}" type="presParOf" srcId="{90586236-5E4B-4F64-9FE5-C64D3DB29B09}" destId="{FDD01C72-30A1-4B61-9E6C-F41A6E5C187F}" srcOrd="0" destOrd="0" presId="urn:microsoft.com/office/officeart/2018/2/layout/IconVerticalSolidList"/>
    <dgm:cxn modelId="{66FFD061-9DDC-4264-9582-758E49BB848D}" type="presParOf" srcId="{90586236-5E4B-4F64-9FE5-C64D3DB29B09}" destId="{DE97E14C-6079-4652-9ADD-A4B84486F3E3}" srcOrd="1" destOrd="0" presId="urn:microsoft.com/office/officeart/2018/2/layout/IconVerticalSolidList"/>
    <dgm:cxn modelId="{0444FC46-8AB9-4D3C-8344-C43D78D31AFF}" type="presParOf" srcId="{90586236-5E4B-4F64-9FE5-C64D3DB29B09}" destId="{B21584FD-CAD2-410E-B890-B79966713D9A}" srcOrd="2" destOrd="0" presId="urn:microsoft.com/office/officeart/2018/2/layout/IconVerticalSolidList"/>
    <dgm:cxn modelId="{21B50514-D3BC-44E6-B10B-F5682BDE3C7D}" type="presParOf" srcId="{90586236-5E4B-4F64-9FE5-C64D3DB29B09}" destId="{DB99DEB3-65B5-4254-BFA9-84FDCA25A2E0}" srcOrd="3" destOrd="0" presId="urn:microsoft.com/office/officeart/2018/2/layout/IconVerticalSolidList"/>
    <dgm:cxn modelId="{4151F4C3-4396-404F-B2C3-4BE18F1A7626}" type="presParOf" srcId="{699B1866-5926-4D15-BF95-9488402C57A0}" destId="{AC4EA852-FCF4-4CE5-853E-12CBA1326C44}" srcOrd="5" destOrd="0" presId="urn:microsoft.com/office/officeart/2018/2/layout/IconVerticalSolidList"/>
    <dgm:cxn modelId="{BB8259EB-2D8B-447C-9142-8B8E1CE4F5FD}" type="presParOf" srcId="{699B1866-5926-4D15-BF95-9488402C57A0}" destId="{1DFF9EC5-822D-4ED8-AE6E-5CAB2A804A9E}" srcOrd="6" destOrd="0" presId="urn:microsoft.com/office/officeart/2018/2/layout/IconVerticalSolidList"/>
    <dgm:cxn modelId="{6AB28F0F-159E-4717-8BA4-BE5306600C71}" type="presParOf" srcId="{1DFF9EC5-822D-4ED8-AE6E-5CAB2A804A9E}" destId="{2D572CC2-EFFD-4211-80F7-5D018EBA54B8}" srcOrd="0" destOrd="0" presId="urn:microsoft.com/office/officeart/2018/2/layout/IconVerticalSolidList"/>
    <dgm:cxn modelId="{A3A67499-AE4D-40E3-97E8-173BB1E63204}" type="presParOf" srcId="{1DFF9EC5-822D-4ED8-AE6E-5CAB2A804A9E}" destId="{A9F6393A-CF46-4C9F-8512-D0C4B8C2193E}" srcOrd="1" destOrd="0" presId="urn:microsoft.com/office/officeart/2018/2/layout/IconVerticalSolidList"/>
    <dgm:cxn modelId="{37D53876-9EC7-437C-8C90-B1EA2776CF64}" type="presParOf" srcId="{1DFF9EC5-822D-4ED8-AE6E-5CAB2A804A9E}" destId="{AF0B54F7-EB81-4543-941A-3A358ECAF284}" srcOrd="2" destOrd="0" presId="urn:microsoft.com/office/officeart/2018/2/layout/IconVerticalSolidList"/>
    <dgm:cxn modelId="{2B739E5C-8CD7-4C68-B860-20315BBBDDF8}" type="presParOf" srcId="{1DFF9EC5-822D-4ED8-AE6E-5CAB2A804A9E}" destId="{D37CD4B5-4F76-4F50-9D6C-D2BE157BB1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9FDFA0-7B42-4109-9ADA-C3A39CF603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7FF7DE-7C8A-41DC-B200-DC51DF8CC449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Tredjepartsrisici</a:t>
          </a:r>
          <a:r>
            <a:rPr lang="da-DK" b="0" i="0" baseline="0" dirty="0">
              <a:solidFill>
                <a:schemeClr val="tx1"/>
              </a:solidFill>
            </a:rPr>
            <a:t>: DORA stiller krav om, at finansielle institutioner nøje vurderer og overvåger risiciene ved outsourcing af kritiske tjenester til tredjepartsleverandører, især ved brug af cloud-tjenester. </a:t>
          </a:r>
          <a:endParaRPr lang="en-US" dirty="0">
            <a:solidFill>
              <a:schemeClr val="tx1"/>
            </a:solidFill>
          </a:endParaRPr>
        </a:p>
      </dgm:t>
    </dgm:pt>
    <dgm:pt modelId="{AA46BF36-C0AE-4B3F-B79F-FDBDFE0BBD46}" type="parTrans" cxnId="{338723FC-3F40-48D8-B2FB-1E7024ED1404}">
      <dgm:prSet/>
      <dgm:spPr/>
      <dgm:t>
        <a:bodyPr/>
        <a:lstStyle/>
        <a:p>
          <a:endParaRPr lang="en-US"/>
        </a:p>
      </dgm:t>
    </dgm:pt>
    <dgm:pt modelId="{6A323FD8-0E05-462C-915F-C9F2B3600ED9}" type="sibTrans" cxnId="{338723FC-3F40-48D8-B2FB-1E7024ED1404}">
      <dgm:prSet/>
      <dgm:spPr/>
      <dgm:t>
        <a:bodyPr/>
        <a:lstStyle/>
        <a:p>
          <a:endParaRPr lang="en-US"/>
        </a:p>
      </dgm:t>
    </dgm:pt>
    <dgm:pt modelId="{1F32408C-3E58-4007-879D-2F889AD2183A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Kontraktkrav</a:t>
          </a:r>
          <a:r>
            <a:rPr lang="da-DK" b="0" i="0" baseline="0" dirty="0">
              <a:solidFill>
                <a:schemeClr val="tx1"/>
              </a:solidFill>
            </a:rPr>
            <a:t>: Der skal indgås klare kontrakter med leverandører, som sikrer, at de overholder </a:t>
          </a:r>
          <a:r>
            <a:rPr lang="da-DK" b="0" i="0" baseline="0" dirty="0" err="1">
              <a:solidFill>
                <a:schemeClr val="tx1"/>
              </a:solidFill>
            </a:rPr>
            <a:t>DORA’s</a:t>
          </a:r>
          <a:r>
            <a:rPr lang="da-DK" b="0" i="0" baseline="0" dirty="0">
              <a:solidFill>
                <a:schemeClr val="tx1"/>
              </a:solidFill>
            </a:rPr>
            <a:t> krav og standarder. </a:t>
          </a:r>
          <a:endParaRPr lang="en-US" dirty="0">
            <a:solidFill>
              <a:schemeClr val="tx1"/>
            </a:solidFill>
          </a:endParaRPr>
        </a:p>
      </dgm:t>
    </dgm:pt>
    <dgm:pt modelId="{06C205DC-2C6E-4AB4-8315-FB30AD14347D}" type="parTrans" cxnId="{18D6957E-5D19-49B7-94AD-9CE301B9F34C}">
      <dgm:prSet/>
      <dgm:spPr/>
      <dgm:t>
        <a:bodyPr/>
        <a:lstStyle/>
        <a:p>
          <a:endParaRPr lang="en-US"/>
        </a:p>
      </dgm:t>
    </dgm:pt>
    <dgm:pt modelId="{855D3CA7-068B-4A87-B3C5-9C19BEB5B832}" type="sibTrans" cxnId="{18D6957E-5D19-49B7-94AD-9CE301B9F34C}">
      <dgm:prSet/>
      <dgm:spPr/>
      <dgm:t>
        <a:bodyPr/>
        <a:lstStyle/>
        <a:p>
          <a:endParaRPr lang="en-US"/>
        </a:p>
      </dgm:t>
    </dgm:pt>
    <dgm:pt modelId="{036866D5-A0AE-4718-84A2-236DFF037901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Regelmæssig overvågning</a:t>
          </a:r>
          <a:r>
            <a:rPr lang="da-DK" b="0" i="0" baseline="0" dirty="0">
              <a:solidFill>
                <a:schemeClr val="tx1"/>
              </a:solidFill>
            </a:rPr>
            <a:t>: Institutionerne skal løbende overvåge og teste de tjenester, der outsources, for at sikre, at de opretholder nødvendig modstandsdygtighed. </a:t>
          </a:r>
          <a:endParaRPr lang="en-US" dirty="0">
            <a:solidFill>
              <a:schemeClr val="tx1"/>
            </a:solidFill>
          </a:endParaRPr>
        </a:p>
      </dgm:t>
    </dgm:pt>
    <dgm:pt modelId="{1BB1E148-72FC-4F3C-984E-755C57081ED2}" type="parTrans" cxnId="{98BDD2EB-4CB2-41B7-A8E3-2D306BF8285E}">
      <dgm:prSet/>
      <dgm:spPr/>
      <dgm:t>
        <a:bodyPr/>
        <a:lstStyle/>
        <a:p>
          <a:endParaRPr lang="en-US"/>
        </a:p>
      </dgm:t>
    </dgm:pt>
    <dgm:pt modelId="{B26D3F6E-4AB9-4433-85E2-6472DDB1A126}" type="sibTrans" cxnId="{98BDD2EB-4CB2-41B7-A8E3-2D306BF8285E}">
      <dgm:prSet/>
      <dgm:spPr/>
      <dgm:t>
        <a:bodyPr/>
        <a:lstStyle/>
        <a:p>
          <a:endParaRPr lang="en-US"/>
        </a:p>
      </dgm:t>
    </dgm:pt>
    <dgm:pt modelId="{55299348-6F85-47C2-B5C8-38EE5FA3FDB5}" type="pres">
      <dgm:prSet presAssocID="{519FDFA0-7B42-4109-9ADA-C3A39CF60380}" presName="linear" presStyleCnt="0">
        <dgm:presLayoutVars>
          <dgm:animLvl val="lvl"/>
          <dgm:resizeHandles val="exact"/>
        </dgm:presLayoutVars>
      </dgm:prSet>
      <dgm:spPr/>
    </dgm:pt>
    <dgm:pt modelId="{E3D528FB-F4AE-45FD-B90B-5E5A255F63CC}" type="pres">
      <dgm:prSet presAssocID="{0B7FF7DE-7C8A-41DC-B200-DC51DF8CC4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50CBAF-EB38-4E53-9439-E0287BE1250C}" type="pres">
      <dgm:prSet presAssocID="{6A323FD8-0E05-462C-915F-C9F2B3600ED9}" presName="spacer" presStyleCnt="0"/>
      <dgm:spPr/>
    </dgm:pt>
    <dgm:pt modelId="{39B8EB32-C781-4D15-B4A7-09C1609A23D6}" type="pres">
      <dgm:prSet presAssocID="{1F32408C-3E58-4007-879D-2F889AD218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3503FF-5551-46CB-AD16-C8E2D8EFF5A2}" type="pres">
      <dgm:prSet presAssocID="{855D3CA7-068B-4A87-B3C5-9C19BEB5B832}" presName="spacer" presStyleCnt="0"/>
      <dgm:spPr/>
    </dgm:pt>
    <dgm:pt modelId="{BE89BDDB-7DC9-4420-B79D-190149D83378}" type="pres">
      <dgm:prSet presAssocID="{036866D5-A0AE-4718-84A2-236DFF03790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83E201C-1367-4A4E-BD3B-A7C6BE29C437}" type="presOf" srcId="{0B7FF7DE-7C8A-41DC-B200-DC51DF8CC449}" destId="{E3D528FB-F4AE-45FD-B90B-5E5A255F63CC}" srcOrd="0" destOrd="0" presId="urn:microsoft.com/office/officeart/2005/8/layout/vList2"/>
    <dgm:cxn modelId="{E2F49C2E-F32A-4F11-A2E2-AB9C0A1B0793}" type="presOf" srcId="{519FDFA0-7B42-4109-9ADA-C3A39CF60380}" destId="{55299348-6F85-47C2-B5C8-38EE5FA3FDB5}" srcOrd="0" destOrd="0" presId="urn:microsoft.com/office/officeart/2005/8/layout/vList2"/>
    <dgm:cxn modelId="{18D6957E-5D19-49B7-94AD-9CE301B9F34C}" srcId="{519FDFA0-7B42-4109-9ADA-C3A39CF60380}" destId="{1F32408C-3E58-4007-879D-2F889AD2183A}" srcOrd="1" destOrd="0" parTransId="{06C205DC-2C6E-4AB4-8315-FB30AD14347D}" sibTransId="{855D3CA7-068B-4A87-B3C5-9C19BEB5B832}"/>
    <dgm:cxn modelId="{F2A18FE8-E471-4910-AE72-D749FC8FBDC3}" type="presOf" srcId="{1F32408C-3E58-4007-879D-2F889AD2183A}" destId="{39B8EB32-C781-4D15-B4A7-09C1609A23D6}" srcOrd="0" destOrd="0" presId="urn:microsoft.com/office/officeart/2005/8/layout/vList2"/>
    <dgm:cxn modelId="{98BDD2EB-4CB2-41B7-A8E3-2D306BF8285E}" srcId="{519FDFA0-7B42-4109-9ADA-C3A39CF60380}" destId="{036866D5-A0AE-4718-84A2-236DFF037901}" srcOrd="2" destOrd="0" parTransId="{1BB1E148-72FC-4F3C-984E-755C57081ED2}" sibTransId="{B26D3F6E-4AB9-4433-85E2-6472DDB1A126}"/>
    <dgm:cxn modelId="{667A78F6-0914-4EEE-BEAD-1A50858854B9}" type="presOf" srcId="{036866D5-A0AE-4718-84A2-236DFF037901}" destId="{BE89BDDB-7DC9-4420-B79D-190149D83378}" srcOrd="0" destOrd="0" presId="urn:microsoft.com/office/officeart/2005/8/layout/vList2"/>
    <dgm:cxn modelId="{338723FC-3F40-48D8-B2FB-1E7024ED1404}" srcId="{519FDFA0-7B42-4109-9ADA-C3A39CF60380}" destId="{0B7FF7DE-7C8A-41DC-B200-DC51DF8CC449}" srcOrd="0" destOrd="0" parTransId="{AA46BF36-C0AE-4B3F-B79F-FDBDFE0BBD46}" sibTransId="{6A323FD8-0E05-462C-915F-C9F2B3600ED9}"/>
    <dgm:cxn modelId="{5AB8ECE2-56D4-4A56-97AB-1850EA6FC4EC}" type="presParOf" srcId="{55299348-6F85-47C2-B5C8-38EE5FA3FDB5}" destId="{E3D528FB-F4AE-45FD-B90B-5E5A255F63CC}" srcOrd="0" destOrd="0" presId="urn:microsoft.com/office/officeart/2005/8/layout/vList2"/>
    <dgm:cxn modelId="{BAFC94D9-A31C-4D37-8236-B23CB5E5D179}" type="presParOf" srcId="{55299348-6F85-47C2-B5C8-38EE5FA3FDB5}" destId="{9B50CBAF-EB38-4E53-9439-E0287BE1250C}" srcOrd="1" destOrd="0" presId="urn:microsoft.com/office/officeart/2005/8/layout/vList2"/>
    <dgm:cxn modelId="{C0224151-0931-428F-AD47-BDC5C0FBC33D}" type="presParOf" srcId="{55299348-6F85-47C2-B5C8-38EE5FA3FDB5}" destId="{39B8EB32-C781-4D15-B4A7-09C1609A23D6}" srcOrd="2" destOrd="0" presId="urn:microsoft.com/office/officeart/2005/8/layout/vList2"/>
    <dgm:cxn modelId="{4AC03E36-36E2-4754-801E-57531209E4E5}" type="presParOf" srcId="{55299348-6F85-47C2-B5C8-38EE5FA3FDB5}" destId="{1A3503FF-5551-46CB-AD16-C8E2D8EFF5A2}" srcOrd="3" destOrd="0" presId="urn:microsoft.com/office/officeart/2005/8/layout/vList2"/>
    <dgm:cxn modelId="{EF984F84-4679-42AF-A14E-9620C297A723}" type="presParOf" srcId="{55299348-6F85-47C2-B5C8-38EE5FA3FDB5}" destId="{BE89BDDB-7DC9-4420-B79D-190149D833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757FACE-C16D-4AA6-A35E-228D43F42EF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BB39F5-F6E4-481C-B6A1-2F9DDC808F7F}">
      <dgm:prSet custT="1"/>
      <dgm:spPr/>
      <dgm:t>
        <a:bodyPr/>
        <a:lstStyle/>
        <a:p>
          <a:r>
            <a:rPr lang="da-DK" sz="1600" b="1" dirty="0"/>
            <a:t>Manglende risikostyring</a:t>
          </a:r>
          <a:r>
            <a:rPr lang="da-DK" sz="1600" dirty="0"/>
            <a:t>: Manglende implementering af de nødvendige foranstaltninger for at håndtere digitale risici kan medføre bøder</a:t>
          </a:r>
          <a:r>
            <a:rPr lang="da-DK" sz="1100" dirty="0"/>
            <a:t>.</a:t>
          </a:r>
          <a:endParaRPr lang="en-US" sz="1100" dirty="0"/>
        </a:p>
      </dgm:t>
    </dgm:pt>
    <dgm:pt modelId="{F964B243-0B31-40AE-9EF2-93729044CDEF}" type="parTrans" cxnId="{F2682B19-1B03-4885-A153-4745561BF669}">
      <dgm:prSet/>
      <dgm:spPr/>
      <dgm:t>
        <a:bodyPr/>
        <a:lstStyle/>
        <a:p>
          <a:endParaRPr lang="en-US"/>
        </a:p>
      </dgm:t>
    </dgm:pt>
    <dgm:pt modelId="{4D24D31D-4626-42A0-932D-1445CB9C77FE}" type="sibTrans" cxnId="{F2682B19-1B03-4885-A153-4745561BF669}">
      <dgm:prSet/>
      <dgm:spPr/>
      <dgm:t>
        <a:bodyPr/>
        <a:lstStyle/>
        <a:p>
          <a:endParaRPr lang="en-US"/>
        </a:p>
      </dgm:t>
    </dgm:pt>
    <dgm:pt modelId="{5B940C45-AF9D-4143-917B-AF0DAE241D9E}">
      <dgm:prSet custT="1"/>
      <dgm:spPr/>
      <dgm:t>
        <a:bodyPr/>
        <a:lstStyle/>
        <a:p>
          <a:r>
            <a:rPr lang="da-DK" sz="1600" b="1" dirty="0"/>
            <a:t>Manglende rapportering</a:t>
          </a:r>
          <a:r>
            <a:rPr lang="da-DK" sz="1600" dirty="0"/>
            <a:t>: Institutioner, der ikke rapporterer hændelser eller risici rettidigt, kan blive straffet.</a:t>
          </a:r>
          <a:endParaRPr lang="en-US" sz="1600" dirty="0"/>
        </a:p>
      </dgm:t>
    </dgm:pt>
    <dgm:pt modelId="{804085BE-7D8C-49DD-AEFB-FA076AC8AFB0}" type="parTrans" cxnId="{A78125B9-F889-44E9-B91C-F44CEF80A109}">
      <dgm:prSet/>
      <dgm:spPr/>
      <dgm:t>
        <a:bodyPr/>
        <a:lstStyle/>
        <a:p>
          <a:endParaRPr lang="en-US"/>
        </a:p>
      </dgm:t>
    </dgm:pt>
    <dgm:pt modelId="{B051870C-E0D7-4FBD-B833-6E722233F377}" type="sibTrans" cxnId="{A78125B9-F889-44E9-B91C-F44CEF80A109}">
      <dgm:prSet/>
      <dgm:spPr/>
      <dgm:t>
        <a:bodyPr/>
        <a:lstStyle/>
        <a:p>
          <a:endParaRPr lang="en-US"/>
        </a:p>
      </dgm:t>
    </dgm:pt>
    <dgm:pt modelId="{B1DC0E4F-B350-4FB4-A2A6-3C20D2985424}">
      <dgm:prSet custT="1"/>
      <dgm:spPr/>
      <dgm:t>
        <a:bodyPr/>
        <a:lstStyle/>
        <a:p>
          <a:r>
            <a:rPr lang="da-DK" sz="1600" b="1" dirty="0"/>
            <a:t>Tredjepartsfejl</a:t>
          </a:r>
          <a:r>
            <a:rPr lang="da-DK" sz="1600" dirty="0"/>
            <a:t>: Overtrædelser relateret til outsourcing eller tredjepartsleverandører kan føre til store bøder.</a:t>
          </a:r>
          <a:endParaRPr lang="en-US" sz="1600" dirty="0"/>
        </a:p>
      </dgm:t>
    </dgm:pt>
    <dgm:pt modelId="{98B76B60-51FC-47B1-9F1F-8F43A6BBCFF2}" type="parTrans" cxnId="{1A578B8B-BCD8-4A13-A8ED-808F67099E5D}">
      <dgm:prSet/>
      <dgm:spPr/>
      <dgm:t>
        <a:bodyPr/>
        <a:lstStyle/>
        <a:p>
          <a:endParaRPr lang="en-US"/>
        </a:p>
      </dgm:t>
    </dgm:pt>
    <dgm:pt modelId="{A42A6D80-74C6-439A-A028-70214A6CD976}" type="sibTrans" cxnId="{1A578B8B-BCD8-4A13-A8ED-808F67099E5D}">
      <dgm:prSet/>
      <dgm:spPr/>
      <dgm:t>
        <a:bodyPr/>
        <a:lstStyle/>
        <a:p>
          <a:endParaRPr lang="en-US"/>
        </a:p>
      </dgm:t>
    </dgm:pt>
    <dgm:pt modelId="{DFECD3CF-1F4E-4846-8CB6-D763E6581DAA}" type="pres">
      <dgm:prSet presAssocID="{D757FACE-C16D-4AA6-A35E-228D43F42EF2}" presName="root" presStyleCnt="0">
        <dgm:presLayoutVars>
          <dgm:dir/>
          <dgm:resizeHandles val="exact"/>
        </dgm:presLayoutVars>
      </dgm:prSet>
      <dgm:spPr/>
    </dgm:pt>
    <dgm:pt modelId="{1636425A-4F6F-4142-9FA7-EA4979A4D653}" type="pres">
      <dgm:prSet presAssocID="{D757FACE-C16D-4AA6-A35E-228D43F42EF2}" presName="container" presStyleCnt="0">
        <dgm:presLayoutVars>
          <dgm:dir/>
          <dgm:resizeHandles val="exact"/>
        </dgm:presLayoutVars>
      </dgm:prSet>
      <dgm:spPr/>
    </dgm:pt>
    <dgm:pt modelId="{6EC31F89-F5EC-49BA-957D-7A7EBF811962}" type="pres">
      <dgm:prSet presAssocID="{4DBB39F5-F6E4-481C-B6A1-2F9DDC808F7F}" presName="compNode" presStyleCnt="0"/>
      <dgm:spPr/>
    </dgm:pt>
    <dgm:pt modelId="{0EB0F24B-52AB-4DEF-ACE2-E9AE7A711ED0}" type="pres">
      <dgm:prSet presAssocID="{4DBB39F5-F6E4-481C-B6A1-2F9DDC808F7F}" presName="iconBgRect" presStyleLbl="bgShp" presStyleIdx="0" presStyleCnt="3"/>
      <dgm:spPr/>
    </dgm:pt>
    <dgm:pt modelId="{8540CFA8-D561-4CF0-8DEC-1C4C0F5ECECA}" type="pres">
      <dgm:prSet presAssocID="{4DBB39F5-F6E4-481C-B6A1-2F9DDC808F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arsel"/>
        </a:ext>
      </dgm:extLst>
    </dgm:pt>
    <dgm:pt modelId="{3A2DF153-258C-4F85-AC7E-C3EB59DB3C2A}" type="pres">
      <dgm:prSet presAssocID="{4DBB39F5-F6E4-481C-B6A1-2F9DDC808F7F}" presName="spaceRect" presStyleCnt="0"/>
      <dgm:spPr/>
    </dgm:pt>
    <dgm:pt modelId="{83884060-7FD9-42AB-BDCA-7B00E29DA3E4}" type="pres">
      <dgm:prSet presAssocID="{4DBB39F5-F6E4-481C-B6A1-2F9DDC808F7F}" presName="textRect" presStyleLbl="revTx" presStyleIdx="0" presStyleCnt="3">
        <dgm:presLayoutVars>
          <dgm:chMax val="1"/>
          <dgm:chPref val="1"/>
        </dgm:presLayoutVars>
      </dgm:prSet>
      <dgm:spPr/>
    </dgm:pt>
    <dgm:pt modelId="{9CDC2145-B89F-4590-81E2-7EBF929F7953}" type="pres">
      <dgm:prSet presAssocID="{4D24D31D-4626-42A0-932D-1445CB9C77FE}" presName="sibTrans" presStyleLbl="sibTrans2D1" presStyleIdx="0" presStyleCnt="0"/>
      <dgm:spPr/>
    </dgm:pt>
    <dgm:pt modelId="{3527F889-92FB-4995-83EE-12B58513B203}" type="pres">
      <dgm:prSet presAssocID="{5B940C45-AF9D-4143-917B-AF0DAE241D9E}" presName="compNode" presStyleCnt="0"/>
      <dgm:spPr/>
    </dgm:pt>
    <dgm:pt modelId="{1EC0D2F4-5D23-437A-9A53-B52B0BD245F0}" type="pres">
      <dgm:prSet presAssocID="{5B940C45-AF9D-4143-917B-AF0DAE241D9E}" presName="iconBgRect" presStyleLbl="bgShp" presStyleIdx="1" presStyleCnt="3"/>
      <dgm:spPr/>
    </dgm:pt>
    <dgm:pt modelId="{96F0AD6A-FB10-4067-819A-6DB7B508854A}" type="pres">
      <dgm:prSet presAssocID="{5B940C45-AF9D-4143-917B-AF0DAE241D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mmer"/>
        </a:ext>
      </dgm:extLst>
    </dgm:pt>
    <dgm:pt modelId="{8CA949EF-B69F-428E-931F-70E3B7EBEEB3}" type="pres">
      <dgm:prSet presAssocID="{5B940C45-AF9D-4143-917B-AF0DAE241D9E}" presName="spaceRect" presStyleCnt="0"/>
      <dgm:spPr/>
    </dgm:pt>
    <dgm:pt modelId="{AEBD4BD2-F4FE-4304-8A4D-5096D5DC6B84}" type="pres">
      <dgm:prSet presAssocID="{5B940C45-AF9D-4143-917B-AF0DAE241D9E}" presName="textRect" presStyleLbl="revTx" presStyleIdx="1" presStyleCnt="3">
        <dgm:presLayoutVars>
          <dgm:chMax val="1"/>
          <dgm:chPref val="1"/>
        </dgm:presLayoutVars>
      </dgm:prSet>
      <dgm:spPr/>
    </dgm:pt>
    <dgm:pt modelId="{2D0DEEBE-9B92-4273-B303-A8D16758FBA5}" type="pres">
      <dgm:prSet presAssocID="{B051870C-E0D7-4FBD-B833-6E722233F377}" presName="sibTrans" presStyleLbl="sibTrans2D1" presStyleIdx="0" presStyleCnt="0"/>
      <dgm:spPr/>
    </dgm:pt>
    <dgm:pt modelId="{E05AAE3C-9408-458F-8A7E-927D074CAA1C}" type="pres">
      <dgm:prSet presAssocID="{B1DC0E4F-B350-4FB4-A2A6-3C20D2985424}" presName="compNode" presStyleCnt="0"/>
      <dgm:spPr/>
    </dgm:pt>
    <dgm:pt modelId="{C625E8D4-D7A4-4CAB-A608-D31D8E8EA3D1}" type="pres">
      <dgm:prSet presAssocID="{B1DC0E4F-B350-4FB4-A2A6-3C20D2985424}" presName="iconBgRect" presStyleLbl="bgShp" presStyleIdx="2" presStyleCnt="3"/>
      <dgm:spPr/>
    </dgm:pt>
    <dgm:pt modelId="{562972BA-C548-4221-A4AF-5BC6059DBC52}" type="pres">
      <dgm:prSet presAssocID="{B1DC0E4F-B350-4FB4-A2A6-3C20D29854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mmer"/>
        </a:ext>
      </dgm:extLst>
    </dgm:pt>
    <dgm:pt modelId="{95089BA4-64E3-4E05-8328-EC42CDAD2F0D}" type="pres">
      <dgm:prSet presAssocID="{B1DC0E4F-B350-4FB4-A2A6-3C20D2985424}" presName="spaceRect" presStyleCnt="0"/>
      <dgm:spPr/>
    </dgm:pt>
    <dgm:pt modelId="{8CFDF0ED-C863-4AAD-8B33-9F2A814F0397}" type="pres">
      <dgm:prSet presAssocID="{B1DC0E4F-B350-4FB4-A2A6-3C20D29854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0C5E20F-D5EB-4F3C-8A45-E86A8862D9CF}" type="presOf" srcId="{5B940C45-AF9D-4143-917B-AF0DAE241D9E}" destId="{AEBD4BD2-F4FE-4304-8A4D-5096D5DC6B84}" srcOrd="0" destOrd="0" presId="urn:microsoft.com/office/officeart/2018/2/layout/IconCircleList"/>
    <dgm:cxn modelId="{F2682B19-1B03-4885-A153-4745561BF669}" srcId="{D757FACE-C16D-4AA6-A35E-228D43F42EF2}" destId="{4DBB39F5-F6E4-481C-B6A1-2F9DDC808F7F}" srcOrd="0" destOrd="0" parTransId="{F964B243-0B31-40AE-9EF2-93729044CDEF}" sibTransId="{4D24D31D-4626-42A0-932D-1445CB9C77FE}"/>
    <dgm:cxn modelId="{F569BB2A-3F15-43F6-9C12-3EED0EC3E6DC}" type="presOf" srcId="{B051870C-E0D7-4FBD-B833-6E722233F377}" destId="{2D0DEEBE-9B92-4273-B303-A8D16758FBA5}" srcOrd="0" destOrd="0" presId="urn:microsoft.com/office/officeart/2018/2/layout/IconCircleList"/>
    <dgm:cxn modelId="{5E1E8C59-4F15-4717-B86F-9F1E33E56C9E}" type="presOf" srcId="{B1DC0E4F-B350-4FB4-A2A6-3C20D2985424}" destId="{8CFDF0ED-C863-4AAD-8B33-9F2A814F0397}" srcOrd="0" destOrd="0" presId="urn:microsoft.com/office/officeart/2018/2/layout/IconCircleList"/>
    <dgm:cxn modelId="{1A578B8B-BCD8-4A13-A8ED-808F67099E5D}" srcId="{D757FACE-C16D-4AA6-A35E-228D43F42EF2}" destId="{B1DC0E4F-B350-4FB4-A2A6-3C20D2985424}" srcOrd="2" destOrd="0" parTransId="{98B76B60-51FC-47B1-9F1F-8F43A6BBCFF2}" sibTransId="{A42A6D80-74C6-439A-A028-70214A6CD976}"/>
    <dgm:cxn modelId="{A78125B9-F889-44E9-B91C-F44CEF80A109}" srcId="{D757FACE-C16D-4AA6-A35E-228D43F42EF2}" destId="{5B940C45-AF9D-4143-917B-AF0DAE241D9E}" srcOrd="1" destOrd="0" parTransId="{804085BE-7D8C-49DD-AEFB-FA076AC8AFB0}" sibTransId="{B051870C-E0D7-4FBD-B833-6E722233F377}"/>
    <dgm:cxn modelId="{269827BD-7D3D-4003-84BE-8C6A500C8A9D}" type="presOf" srcId="{4DBB39F5-F6E4-481C-B6A1-2F9DDC808F7F}" destId="{83884060-7FD9-42AB-BDCA-7B00E29DA3E4}" srcOrd="0" destOrd="0" presId="urn:microsoft.com/office/officeart/2018/2/layout/IconCircleList"/>
    <dgm:cxn modelId="{2987D3C6-B056-417F-B738-21A2D0D242DA}" type="presOf" srcId="{4D24D31D-4626-42A0-932D-1445CB9C77FE}" destId="{9CDC2145-B89F-4590-81E2-7EBF929F7953}" srcOrd="0" destOrd="0" presId="urn:microsoft.com/office/officeart/2018/2/layout/IconCircleList"/>
    <dgm:cxn modelId="{59E62DFC-8C06-4153-8F82-B479CAF23A17}" type="presOf" srcId="{D757FACE-C16D-4AA6-A35E-228D43F42EF2}" destId="{DFECD3CF-1F4E-4846-8CB6-D763E6581DAA}" srcOrd="0" destOrd="0" presId="urn:microsoft.com/office/officeart/2018/2/layout/IconCircleList"/>
    <dgm:cxn modelId="{48C67BD4-0579-49B2-A869-D8670135248F}" type="presParOf" srcId="{DFECD3CF-1F4E-4846-8CB6-D763E6581DAA}" destId="{1636425A-4F6F-4142-9FA7-EA4979A4D653}" srcOrd="0" destOrd="0" presId="urn:microsoft.com/office/officeart/2018/2/layout/IconCircleList"/>
    <dgm:cxn modelId="{BC465A64-F229-4EEE-8B1A-C9C3F8B4D498}" type="presParOf" srcId="{1636425A-4F6F-4142-9FA7-EA4979A4D653}" destId="{6EC31F89-F5EC-49BA-957D-7A7EBF811962}" srcOrd="0" destOrd="0" presId="urn:microsoft.com/office/officeart/2018/2/layout/IconCircleList"/>
    <dgm:cxn modelId="{E4EFB013-2453-4487-BF85-7BEFEC896F5D}" type="presParOf" srcId="{6EC31F89-F5EC-49BA-957D-7A7EBF811962}" destId="{0EB0F24B-52AB-4DEF-ACE2-E9AE7A711ED0}" srcOrd="0" destOrd="0" presId="urn:microsoft.com/office/officeart/2018/2/layout/IconCircleList"/>
    <dgm:cxn modelId="{D5BD1497-160B-49A3-BCC1-5CF1F3D4561B}" type="presParOf" srcId="{6EC31F89-F5EC-49BA-957D-7A7EBF811962}" destId="{8540CFA8-D561-4CF0-8DEC-1C4C0F5ECECA}" srcOrd="1" destOrd="0" presId="urn:microsoft.com/office/officeart/2018/2/layout/IconCircleList"/>
    <dgm:cxn modelId="{EBC12497-1CD2-4371-B656-47272C0AD1D6}" type="presParOf" srcId="{6EC31F89-F5EC-49BA-957D-7A7EBF811962}" destId="{3A2DF153-258C-4F85-AC7E-C3EB59DB3C2A}" srcOrd="2" destOrd="0" presId="urn:microsoft.com/office/officeart/2018/2/layout/IconCircleList"/>
    <dgm:cxn modelId="{A47997FB-8EFC-4AC9-B70F-66C134870A4C}" type="presParOf" srcId="{6EC31F89-F5EC-49BA-957D-7A7EBF811962}" destId="{83884060-7FD9-42AB-BDCA-7B00E29DA3E4}" srcOrd="3" destOrd="0" presId="urn:microsoft.com/office/officeart/2018/2/layout/IconCircleList"/>
    <dgm:cxn modelId="{CC8657BF-BDBB-4AEA-888B-333E4E8AA618}" type="presParOf" srcId="{1636425A-4F6F-4142-9FA7-EA4979A4D653}" destId="{9CDC2145-B89F-4590-81E2-7EBF929F7953}" srcOrd="1" destOrd="0" presId="urn:microsoft.com/office/officeart/2018/2/layout/IconCircleList"/>
    <dgm:cxn modelId="{E378BFBC-485F-4FD5-9C67-337A9CD5529A}" type="presParOf" srcId="{1636425A-4F6F-4142-9FA7-EA4979A4D653}" destId="{3527F889-92FB-4995-83EE-12B58513B203}" srcOrd="2" destOrd="0" presId="urn:microsoft.com/office/officeart/2018/2/layout/IconCircleList"/>
    <dgm:cxn modelId="{BBF06422-14B8-4FE5-A794-242F7AEB0468}" type="presParOf" srcId="{3527F889-92FB-4995-83EE-12B58513B203}" destId="{1EC0D2F4-5D23-437A-9A53-B52B0BD245F0}" srcOrd="0" destOrd="0" presId="urn:microsoft.com/office/officeart/2018/2/layout/IconCircleList"/>
    <dgm:cxn modelId="{183BB33C-9D05-4879-B500-0BAB93C64563}" type="presParOf" srcId="{3527F889-92FB-4995-83EE-12B58513B203}" destId="{96F0AD6A-FB10-4067-819A-6DB7B508854A}" srcOrd="1" destOrd="0" presId="urn:microsoft.com/office/officeart/2018/2/layout/IconCircleList"/>
    <dgm:cxn modelId="{F4386825-7B9F-4A91-A575-1ED1EEAE9CA3}" type="presParOf" srcId="{3527F889-92FB-4995-83EE-12B58513B203}" destId="{8CA949EF-B69F-428E-931F-70E3B7EBEEB3}" srcOrd="2" destOrd="0" presId="urn:microsoft.com/office/officeart/2018/2/layout/IconCircleList"/>
    <dgm:cxn modelId="{BAC00C13-0A07-4CA9-A91C-7707B327285E}" type="presParOf" srcId="{3527F889-92FB-4995-83EE-12B58513B203}" destId="{AEBD4BD2-F4FE-4304-8A4D-5096D5DC6B84}" srcOrd="3" destOrd="0" presId="urn:microsoft.com/office/officeart/2018/2/layout/IconCircleList"/>
    <dgm:cxn modelId="{AA2DAE2F-E80F-47D9-B5FD-429D161732D8}" type="presParOf" srcId="{1636425A-4F6F-4142-9FA7-EA4979A4D653}" destId="{2D0DEEBE-9B92-4273-B303-A8D16758FBA5}" srcOrd="3" destOrd="0" presId="urn:microsoft.com/office/officeart/2018/2/layout/IconCircleList"/>
    <dgm:cxn modelId="{F409CF0B-C9CB-454E-BFDC-0ACB3A890251}" type="presParOf" srcId="{1636425A-4F6F-4142-9FA7-EA4979A4D653}" destId="{E05AAE3C-9408-458F-8A7E-927D074CAA1C}" srcOrd="4" destOrd="0" presId="urn:microsoft.com/office/officeart/2018/2/layout/IconCircleList"/>
    <dgm:cxn modelId="{D98A42CF-6457-45B2-BE35-2EFCAA33C0FD}" type="presParOf" srcId="{E05AAE3C-9408-458F-8A7E-927D074CAA1C}" destId="{C625E8D4-D7A4-4CAB-A608-D31D8E8EA3D1}" srcOrd="0" destOrd="0" presId="urn:microsoft.com/office/officeart/2018/2/layout/IconCircleList"/>
    <dgm:cxn modelId="{2AA2BF09-BF84-44E5-8701-38381CE58C9E}" type="presParOf" srcId="{E05AAE3C-9408-458F-8A7E-927D074CAA1C}" destId="{562972BA-C548-4221-A4AF-5BC6059DBC52}" srcOrd="1" destOrd="0" presId="urn:microsoft.com/office/officeart/2018/2/layout/IconCircleList"/>
    <dgm:cxn modelId="{859BA553-DB31-47E1-B3B0-73919BAD0897}" type="presParOf" srcId="{E05AAE3C-9408-458F-8A7E-927D074CAA1C}" destId="{95089BA4-64E3-4E05-8328-EC42CDAD2F0D}" srcOrd="2" destOrd="0" presId="urn:microsoft.com/office/officeart/2018/2/layout/IconCircleList"/>
    <dgm:cxn modelId="{2A96286E-4A55-43AF-AFAF-7D2067F20127}" type="presParOf" srcId="{E05AAE3C-9408-458F-8A7E-927D074CAA1C}" destId="{8CFDF0ED-C863-4AAD-8B33-9F2A814F039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958F6-0E38-47F5-B79D-4A3A985F4813}">
      <dsp:nvSpPr>
        <dsp:cNvPr id="0" name=""/>
        <dsp:cNvSpPr/>
      </dsp:nvSpPr>
      <dsp:spPr>
        <a:xfrm>
          <a:off x="1212569" y="1010682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590823-C117-4239-BDEC-10BD6DC2EC00}">
      <dsp:nvSpPr>
        <dsp:cNvPr id="0" name=""/>
        <dsp:cNvSpPr/>
      </dsp:nvSpPr>
      <dsp:spPr>
        <a:xfrm>
          <a:off x="417971" y="2667608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NIS2 (Netværk og informationssikkerhed)</a:t>
          </a:r>
          <a:endParaRPr lang="en-US" sz="1900" kern="1200"/>
        </a:p>
      </dsp:txBody>
      <dsp:txXfrm>
        <a:off x="417971" y="2667608"/>
        <a:ext cx="2889450" cy="720000"/>
      </dsp:txXfrm>
    </dsp:sp>
    <dsp:sp modelId="{D1F6D761-4809-4749-B183-669115F66BF3}">
      <dsp:nvSpPr>
        <dsp:cNvPr id="0" name=""/>
        <dsp:cNvSpPr/>
      </dsp:nvSpPr>
      <dsp:spPr>
        <a:xfrm>
          <a:off x="7276728" y="1146610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FDDB7-313E-48BF-8DA2-0EC887514A91}">
      <dsp:nvSpPr>
        <dsp:cNvPr id="0" name=""/>
        <dsp:cNvSpPr/>
      </dsp:nvSpPr>
      <dsp:spPr>
        <a:xfrm>
          <a:off x="3813075" y="2667608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GDPR (Beskyttelse af personlige oplysninger)</a:t>
          </a:r>
          <a:endParaRPr lang="en-US" sz="1900" kern="1200" dirty="0"/>
        </a:p>
      </dsp:txBody>
      <dsp:txXfrm>
        <a:off x="3813075" y="2667608"/>
        <a:ext cx="2889450" cy="720000"/>
      </dsp:txXfrm>
    </dsp:sp>
    <dsp:sp modelId="{2E9A398C-4787-456C-BD37-EBA7F7053024}">
      <dsp:nvSpPr>
        <dsp:cNvPr id="0" name=""/>
        <dsp:cNvSpPr/>
      </dsp:nvSpPr>
      <dsp:spPr>
        <a:xfrm>
          <a:off x="4189800" y="1022488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0A463-54BF-41EE-9FAC-C8FDB2A4BAAB}">
      <dsp:nvSpPr>
        <dsp:cNvPr id="0" name=""/>
        <dsp:cNvSpPr/>
      </dsp:nvSpPr>
      <dsp:spPr>
        <a:xfrm>
          <a:off x="6735927" y="2649306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Dora (Finansielle virksomheder)</a:t>
          </a:r>
          <a:endParaRPr lang="en-US" sz="1900" kern="1200" dirty="0"/>
        </a:p>
      </dsp:txBody>
      <dsp:txXfrm>
        <a:off x="6735927" y="2649306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21D56-DF19-4888-A6CD-447FA2E6F2B3}">
      <dsp:nvSpPr>
        <dsp:cNvPr id="0" name=""/>
        <dsp:cNvSpPr/>
      </dsp:nvSpPr>
      <dsp:spPr>
        <a:xfrm>
          <a:off x="212335" y="48965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5D35A-1273-4EBF-9897-7438DC631232}">
      <dsp:nvSpPr>
        <dsp:cNvPr id="0" name=""/>
        <dsp:cNvSpPr/>
      </dsp:nvSpPr>
      <dsp:spPr>
        <a:xfrm>
          <a:off x="492877" y="770196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C787A-BF72-4789-B9C9-FE291BDECACE}">
      <dsp:nvSpPr>
        <dsp:cNvPr id="0" name=""/>
        <dsp:cNvSpPr/>
      </dsp:nvSpPr>
      <dsp:spPr>
        <a:xfrm>
          <a:off x="1834517" y="48965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baseline="0" dirty="0"/>
            <a:t>Personoplysninger skal behandles lovligt, retfærdigt og på en gennemsigtig måde. </a:t>
          </a:r>
          <a:endParaRPr lang="en-US" sz="1900" kern="1200" dirty="0"/>
        </a:p>
      </dsp:txBody>
      <dsp:txXfrm>
        <a:off x="1834517" y="489654"/>
        <a:ext cx="3148942" cy="1335915"/>
      </dsp:txXfrm>
    </dsp:sp>
    <dsp:sp modelId="{9A5BAE35-9D0F-42B7-8F4F-10C9D66BE96A}">
      <dsp:nvSpPr>
        <dsp:cNvPr id="0" name=""/>
        <dsp:cNvSpPr/>
      </dsp:nvSpPr>
      <dsp:spPr>
        <a:xfrm>
          <a:off x="5532139" y="48965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E3B58-C57A-4832-AF35-B95C8881CD3E}">
      <dsp:nvSpPr>
        <dsp:cNvPr id="0" name=""/>
        <dsp:cNvSpPr/>
      </dsp:nvSpPr>
      <dsp:spPr>
        <a:xfrm>
          <a:off x="5812681" y="770196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9152F-97B6-4E71-A706-9E87368CE52B}">
      <dsp:nvSpPr>
        <dsp:cNvPr id="0" name=""/>
        <dsp:cNvSpPr/>
      </dsp:nvSpPr>
      <dsp:spPr>
        <a:xfrm>
          <a:off x="7154322" y="48965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baseline="0" dirty="0"/>
            <a:t>For at behandle personoplysninger skal der indhentes klart og specifikt samtykke fra den registrerede. </a:t>
          </a:r>
          <a:endParaRPr lang="en-US" sz="1900" kern="1200" dirty="0"/>
        </a:p>
      </dsp:txBody>
      <dsp:txXfrm>
        <a:off x="7154322" y="489654"/>
        <a:ext cx="3148942" cy="1335915"/>
      </dsp:txXfrm>
    </dsp:sp>
    <dsp:sp modelId="{24562E38-AEAD-49E7-8FE5-3AC6717B430C}">
      <dsp:nvSpPr>
        <dsp:cNvPr id="0" name=""/>
        <dsp:cNvSpPr/>
      </dsp:nvSpPr>
      <dsp:spPr>
        <a:xfrm>
          <a:off x="212335" y="2573393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19541-CAB5-4421-905E-3D47084F59A6}">
      <dsp:nvSpPr>
        <dsp:cNvPr id="0" name=""/>
        <dsp:cNvSpPr/>
      </dsp:nvSpPr>
      <dsp:spPr>
        <a:xfrm>
          <a:off x="492877" y="2853935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390C9-66F2-47C8-9E7C-9FD2F54FE829}">
      <dsp:nvSpPr>
        <dsp:cNvPr id="0" name=""/>
        <dsp:cNvSpPr/>
      </dsp:nvSpPr>
      <dsp:spPr>
        <a:xfrm>
          <a:off x="1834517" y="2573393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baseline="0" dirty="0"/>
            <a:t>Samtykket skal være frivilligt, informeret, specifikt og utvetydigt. </a:t>
          </a:r>
          <a:endParaRPr lang="en-US" sz="1900" kern="1200" dirty="0"/>
        </a:p>
      </dsp:txBody>
      <dsp:txXfrm>
        <a:off x="1834517" y="2573393"/>
        <a:ext cx="3148942" cy="1335915"/>
      </dsp:txXfrm>
    </dsp:sp>
    <dsp:sp modelId="{45C2747A-922F-44F8-A071-D3306AFBF05D}">
      <dsp:nvSpPr>
        <dsp:cNvPr id="0" name=""/>
        <dsp:cNvSpPr/>
      </dsp:nvSpPr>
      <dsp:spPr>
        <a:xfrm>
          <a:off x="5532139" y="2573393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05AE0-D4AC-4418-845E-DC789E1BAA9F}">
      <dsp:nvSpPr>
        <dsp:cNvPr id="0" name=""/>
        <dsp:cNvSpPr/>
      </dsp:nvSpPr>
      <dsp:spPr>
        <a:xfrm>
          <a:off x="5812681" y="2853935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4A8C9-E3A1-4BF7-A213-9165AF0A5CDF}">
      <dsp:nvSpPr>
        <dsp:cNvPr id="0" name=""/>
        <dsp:cNvSpPr/>
      </dsp:nvSpPr>
      <dsp:spPr>
        <a:xfrm>
          <a:off x="7154322" y="2573393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baseline="0"/>
            <a:t>Organisationer skal kunne dokumentere samtykke. </a:t>
          </a:r>
          <a:endParaRPr lang="en-US" sz="1900" kern="1200"/>
        </a:p>
      </dsp:txBody>
      <dsp:txXfrm>
        <a:off x="7154322" y="2573393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02736-8B92-45CF-A5CD-6093309C9FC3}">
      <dsp:nvSpPr>
        <dsp:cNvPr id="0" name=""/>
        <dsp:cNvSpPr/>
      </dsp:nvSpPr>
      <dsp:spPr>
        <a:xfrm>
          <a:off x="379124" y="64393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11E6F2-7C34-4DFB-B21F-5EFB0DB47659}">
      <dsp:nvSpPr>
        <dsp:cNvPr id="0" name=""/>
        <dsp:cNvSpPr/>
      </dsp:nvSpPr>
      <dsp:spPr>
        <a:xfrm>
          <a:off x="613125" y="87793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28FBD-5C17-4A0B-89EC-A18F40B7411A}">
      <dsp:nvSpPr>
        <dsp:cNvPr id="0" name=""/>
        <dsp:cNvSpPr/>
      </dsp:nvSpPr>
      <dsp:spPr>
        <a:xfrm>
          <a:off x="28125" y="2083931"/>
          <a:ext cx="1800000" cy="1493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400" b="1" i="0" kern="1200" baseline="0" dirty="0"/>
            <a:t>Ret til adgang</a:t>
          </a:r>
          <a:r>
            <a:rPr lang="da-DK" sz="1400" b="0" i="0" kern="1200" baseline="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400" b="0" i="0" kern="1200" baseline="0" dirty="0"/>
            <a:t>En person kan anmode om at få indsigt i, hvilke personoplysninger der behandles. </a:t>
          </a:r>
          <a:endParaRPr lang="en-US" sz="1400" kern="1200" dirty="0"/>
        </a:p>
      </dsp:txBody>
      <dsp:txXfrm>
        <a:off x="28125" y="2083931"/>
        <a:ext cx="1800000" cy="1493563"/>
      </dsp:txXfrm>
    </dsp:sp>
    <dsp:sp modelId="{9E7232CF-7352-4D68-94A2-63A46124DDB5}">
      <dsp:nvSpPr>
        <dsp:cNvPr id="0" name=""/>
        <dsp:cNvSpPr/>
      </dsp:nvSpPr>
      <dsp:spPr>
        <a:xfrm>
          <a:off x="2494125" y="64393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58448-F50D-4599-B50F-2B296255865F}">
      <dsp:nvSpPr>
        <dsp:cNvPr id="0" name=""/>
        <dsp:cNvSpPr/>
      </dsp:nvSpPr>
      <dsp:spPr>
        <a:xfrm>
          <a:off x="2728125" y="87793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F32F7-00A9-4331-815B-609D676ADBD3}">
      <dsp:nvSpPr>
        <dsp:cNvPr id="0" name=""/>
        <dsp:cNvSpPr/>
      </dsp:nvSpPr>
      <dsp:spPr>
        <a:xfrm>
          <a:off x="2143125" y="2083931"/>
          <a:ext cx="1800000" cy="1493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400" b="1" i="0" kern="1200" baseline="0" dirty="0"/>
            <a:t>Ret til berigtigelse</a:t>
          </a:r>
          <a:r>
            <a:rPr lang="da-DK" sz="1400" b="0" i="0" kern="1200" baseline="0" dirty="0"/>
            <a:t>: Personen kan få rettet urigtige oplysninger. </a:t>
          </a:r>
          <a:endParaRPr lang="en-US" sz="1400" kern="1200" dirty="0"/>
        </a:p>
      </dsp:txBody>
      <dsp:txXfrm>
        <a:off x="2143125" y="2083931"/>
        <a:ext cx="1800000" cy="1493563"/>
      </dsp:txXfrm>
    </dsp:sp>
    <dsp:sp modelId="{90D341C0-5D71-484D-827E-05762632122A}">
      <dsp:nvSpPr>
        <dsp:cNvPr id="0" name=""/>
        <dsp:cNvSpPr/>
      </dsp:nvSpPr>
      <dsp:spPr>
        <a:xfrm>
          <a:off x="4609125" y="64393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A2E83-BEAC-4BEC-80B4-D003CF70DFE4}">
      <dsp:nvSpPr>
        <dsp:cNvPr id="0" name=""/>
        <dsp:cNvSpPr/>
      </dsp:nvSpPr>
      <dsp:spPr>
        <a:xfrm>
          <a:off x="4843125" y="87793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DD61F-2166-44A9-B864-2879A0BDB94D}">
      <dsp:nvSpPr>
        <dsp:cNvPr id="0" name=""/>
        <dsp:cNvSpPr/>
      </dsp:nvSpPr>
      <dsp:spPr>
        <a:xfrm>
          <a:off x="4258125" y="2083931"/>
          <a:ext cx="1800000" cy="1493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b="1" i="0" kern="1200" baseline="0" dirty="0"/>
            <a:t>Ret til sletning </a:t>
          </a:r>
          <a:r>
            <a:rPr lang="da-DK" sz="1400" b="1" i="0" kern="1200" baseline="0" dirty="0"/>
            <a:t>("retten til at blive glemt")</a:t>
          </a:r>
          <a:r>
            <a:rPr lang="da-DK" sz="1400" b="0" i="0" kern="1200" baseline="0" dirty="0"/>
            <a:t>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400" b="0" i="0" kern="1200" baseline="0" dirty="0"/>
            <a:t>Personen kan få sine data slettet under visse betingelser. </a:t>
          </a:r>
          <a:endParaRPr lang="en-US" sz="1400" kern="1200" dirty="0"/>
        </a:p>
      </dsp:txBody>
      <dsp:txXfrm>
        <a:off x="4258125" y="2083931"/>
        <a:ext cx="1800000" cy="1493563"/>
      </dsp:txXfrm>
    </dsp:sp>
    <dsp:sp modelId="{EAF4E7A5-9A33-4E72-BCFA-B40110425C6F}">
      <dsp:nvSpPr>
        <dsp:cNvPr id="0" name=""/>
        <dsp:cNvSpPr/>
      </dsp:nvSpPr>
      <dsp:spPr>
        <a:xfrm>
          <a:off x="6823800" y="64393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9A2FC5-269F-47C0-9FD1-CF085DAB337E}">
      <dsp:nvSpPr>
        <dsp:cNvPr id="0" name=""/>
        <dsp:cNvSpPr/>
      </dsp:nvSpPr>
      <dsp:spPr>
        <a:xfrm>
          <a:off x="7057800" y="87793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B73CA-B805-4D24-9C5E-32CA0C16BB72}">
      <dsp:nvSpPr>
        <dsp:cNvPr id="0" name=""/>
        <dsp:cNvSpPr/>
      </dsp:nvSpPr>
      <dsp:spPr>
        <a:xfrm>
          <a:off x="6373125" y="2083931"/>
          <a:ext cx="1999350" cy="1493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400" b="1" i="0" kern="1200" baseline="0" dirty="0"/>
            <a:t>Ret til </a:t>
          </a:r>
          <a:r>
            <a:rPr lang="da-DK" sz="1400" b="1" i="0" kern="1200" baseline="0" dirty="0" err="1"/>
            <a:t>dataportabilitet</a:t>
          </a:r>
          <a:r>
            <a:rPr lang="da-DK" sz="1400" b="0" i="0" kern="1200" baseline="0" dirty="0"/>
            <a:t>: Personen kan få sine data overført til en anden tjenesteudbyder</a:t>
          </a:r>
          <a:r>
            <a:rPr lang="da-DK" sz="1300" b="0" i="0" kern="1200" baseline="0" dirty="0"/>
            <a:t>. </a:t>
          </a:r>
          <a:endParaRPr lang="en-US" sz="1300" kern="1200" dirty="0"/>
        </a:p>
      </dsp:txBody>
      <dsp:txXfrm>
        <a:off x="6373125" y="2083931"/>
        <a:ext cx="1999350" cy="1493563"/>
      </dsp:txXfrm>
    </dsp:sp>
    <dsp:sp modelId="{593D7E19-4BD7-4868-9E6E-7209366A6CBC}">
      <dsp:nvSpPr>
        <dsp:cNvPr id="0" name=""/>
        <dsp:cNvSpPr/>
      </dsp:nvSpPr>
      <dsp:spPr>
        <a:xfrm>
          <a:off x="9038475" y="64393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C2B06-708D-4603-A2EE-B17713CD15F9}">
      <dsp:nvSpPr>
        <dsp:cNvPr id="0" name=""/>
        <dsp:cNvSpPr/>
      </dsp:nvSpPr>
      <dsp:spPr>
        <a:xfrm>
          <a:off x="9272475" y="87793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02E42-C83F-4F5A-B277-6C8755014F2A}">
      <dsp:nvSpPr>
        <dsp:cNvPr id="0" name=""/>
        <dsp:cNvSpPr/>
      </dsp:nvSpPr>
      <dsp:spPr>
        <a:xfrm>
          <a:off x="8687475" y="2083931"/>
          <a:ext cx="1800000" cy="1493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400" b="1" i="0" kern="1200" baseline="0" dirty="0"/>
            <a:t>Ret til at protestere</a:t>
          </a:r>
          <a:r>
            <a:rPr lang="da-DK" sz="1400" b="0" i="0" kern="1200" baseline="0" dirty="0"/>
            <a:t>: Personen kan protestere mod visse former for behandling (fx direkte markedsføring). </a:t>
          </a:r>
          <a:endParaRPr lang="en-US" sz="1400" kern="1200" dirty="0"/>
        </a:p>
      </dsp:txBody>
      <dsp:txXfrm>
        <a:off x="8687475" y="2083931"/>
        <a:ext cx="1800000" cy="14935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395BD-5099-4A92-A87C-CFD36F8ADFE7}">
      <dsp:nvSpPr>
        <dsp:cNvPr id="0" name=""/>
        <dsp:cNvSpPr/>
      </dsp:nvSpPr>
      <dsp:spPr>
        <a:xfrm>
          <a:off x="82613" y="175052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D62E9-7414-4E8B-89D3-12C8EE89EC17}">
      <dsp:nvSpPr>
        <dsp:cNvPr id="0" name=""/>
        <dsp:cNvSpPr/>
      </dsp:nvSpPr>
      <dsp:spPr>
        <a:xfrm>
          <a:off x="271034" y="193894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07B6E-0FCA-4172-A018-9F8391BC4B4E}">
      <dsp:nvSpPr>
        <dsp:cNvPr id="0" name=""/>
        <dsp:cNvSpPr/>
      </dsp:nvSpPr>
      <dsp:spPr>
        <a:xfrm>
          <a:off x="1172126" y="175052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kern="1200" dirty="0"/>
            <a:t>Databehandler og behandlingsansvarlig</a:t>
          </a:r>
          <a:r>
            <a:rPr lang="da-DK" sz="1400" kern="1200" dirty="0"/>
            <a:t>: Organisationer skal tydeligt skelne mellem den, der indsamler data (behandlingsansvarlig) og den, der behandler data på vegne af en anden (databehandler).</a:t>
          </a:r>
          <a:endParaRPr lang="en-US" sz="1400" kern="1200" dirty="0"/>
        </a:p>
      </dsp:txBody>
      <dsp:txXfrm>
        <a:off x="1172126" y="1750522"/>
        <a:ext cx="2114937" cy="897246"/>
      </dsp:txXfrm>
    </dsp:sp>
    <dsp:sp modelId="{7D5AE63D-9E68-4C0D-A72D-8B7CD911084C}">
      <dsp:nvSpPr>
        <dsp:cNvPr id="0" name=""/>
        <dsp:cNvSpPr/>
      </dsp:nvSpPr>
      <dsp:spPr>
        <a:xfrm>
          <a:off x="3655575" y="175052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DA801-4F53-42E0-B0C0-58A0C3638A7D}">
      <dsp:nvSpPr>
        <dsp:cNvPr id="0" name=""/>
        <dsp:cNvSpPr/>
      </dsp:nvSpPr>
      <dsp:spPr>
        <a:xfrm>
          <a:off x="3843996" y="193894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97890-7CA8-4E68-B472-00C89603D70E}">
      <dsp:nvSpPr>
        <dsp:cNvPr id="0" name=""/>
        <dsp:cNvSpPr/>
      </dsp:nvSpPr>
      <dsp:spPr>
        <a:xfrm>
          <a:off x="4745088" y="175052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kern="1200" dirty="0"/>
            <a:t>Datasikkerhed</a:t>
          </a:r>
          <a:r>
            <a:rPr lang="da-DK" sz="1400" kern="1200" dirty="0"/>
            <a:t>: Organisationer er forpligtede til at implementere tekniske og organisatoriske foranstaltninger for at beskytte data mod uautoriseret adgang og brud.</a:t>
          </a:r>
          <a:endParaRPr lang="en-US" sz="1400" kern="1200" dirty="0"/>
        </a:p>
      </dsp:txBody>
      <dsp:txXfrm>
        <a:off x="4745088" y="1750522"/>
        <a:ext cx="2114937" cy="897246"/>
      </dsp:txXfrm>
    </dsp:sp>
    <dsp:sp modelId="{15A50A53-0B32-41E4-B976-57C3D144AF3E}">
      <dsp:nvSpPr>
        <dsp:cNvPr id="0" name=""/>
        <dsp:cNvSpPr/>
      </dsp:nvSpPr>
      <dsp:spPr>
        <a:xfrm>
          <a:off x="7228536" y="175052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FC074-A4D4-4398-9C81-7F96FF1438D2}">
      <dsp:nvSpPr>
        <dsp:cNvPr id="0" name=""/>
        <dsp:cNvSpPr/>
      </dsp:nvSpPr>
      <dsp:spPr>
        <a:xfrm>
          <a:off x="7416958" y="193894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A136A-23A4-4363-A044-15C6A61FD0C4}">
      <dsp:nvSpPr>
        <dsp:cNvPr id="0" name=""/>
        <dsp:cNvSpPr/>
      </dsp:nvSpPr>
      <dsp:spPr>
        <a:xfrm>
          <a:off x="8318049" y="175052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kern="1200" dirty="0"/>
            <a:t>Vurdering af persondatas konsekvenser (DPIA)</a:t>
          </a:r>
          <a:r>
            <a:rPr lang="da-DK" sz="1400" kern="1200" dirty="0"/>
            <a:t>: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/>
            <a:t>Hvis behandlingen kan medføre høj risiko for personens privatliv, skal organisationer udføre en konsekvensvurdering.</a:t>
          </a:r>
          <a:endParaRPr lang="en-US" sz="1400" kern="1200" dirty="0"/>
        </a:p>
      </dsp:txBody>
      <dsp:txXfrm>
        <a:off x="8318049" y="1750522"/>
        <a:ext cx="2114937" cy="8972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8ED1A-EDCA-4846-9507-788453B8C331}">
      <dsp:nvSpPr>
        <dsp:cNvPr id="0" name=""/>
        <dsp:cNvSpPr/>
      </dsp:nvSpPr>
      <dsp:spPr>
        <a:xfrm>
          <a:off x="0" y="536"/>
          <a:ext cx="10515600" cy="12565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AB361-EAB0-44C5-B94B-93730550270D}">
      <dsp:nvSpPr>
        <dsp:cNvPr id="0" name=""/>
        <dsp:cNvSpPr/>
      </dsp:nvSpPr>
      <dsp:spPr>
        <a:xfrm>
          <a:off x="380103" y="283258"/>
          <a:ext cx="691096" cy="6910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1D1CF-F04C-4E1B-8752-22B46B3F302C}">
      <dsp:nvSpPr>
        <dsp:cNvPr id="0" name=""/>
        <dsp:cNvSpPr/>
      </dsp:nvSpPr>
      <dsp:spPr>
        <a:xfrm>
          <a:off x="1451303" y="536"/>
          <a:ext cx="9064296" cy="1256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84" tIns="132984" rIns="132984" bIns="13298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baseline="0"/>
            <a:t>Bøder</a:t>
          </a:r>
          <a:r>
            <a:rPr lang="da-DK" sz="2300" b="0" i="0" kern="1200" baseline="0"/>
            <a:t>: GDPR pålægger strenge bøder ved overtrædelser af reglerne. </a:t>
          </a:r>
          <a:endParaRPr lang="en-US" sz="2300" kern="1200"/>
        </a:p>
      </dsp:txBody>
      <dsp:txXfrm>
        <a:off x="1451303" y="536"/>
        <a:ext cx="9064296" cy="1256539"/>
      </dsp:txXfrm>
    </dsp:sp>
    <dsp:sp modelId="{3FA8205D-7A14-4CFD-A128-67A424BCF29B}">
      <dsp:nvSpPr>
        <dsp:cNvPr id="0" name=""/>
        <dsp:cNvSpPr/>
      </dsp:nvSpPr>
      <dsp:spPr>
        <a:xfrm>
          <a:off x="0" y="1571211"/>
          <a:ext cx="10515600" cy="12565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E7AC9-DB81-4EE5-AB98-104C110B2A0B}">
      <dsp:nvSpPr>
        <dsp:cNvPr id="0" name=""/>
        <dsp:cNvSpPr/>
      </dsp:nvSpPr>
      <dsp:spPr>
        <a:xfrm>
          <a:off x="380103" y="1853933"/>
          <a:ext cx="691096" cy="6910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7B3B3-E285-406F-B488-E7FE170AD3F7}">
      <dsp:nvSpPr>
        <dsp:cNvPr id="0" name=""/>
        <dsp:cNvSpPr/>
      </dsp:nvSpPr>
      <dsp:spPr>
        <a:xfrm>
          <a:off x="1451303" y="1571211"/>
          <a:ext cx="9064296" cy="1256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84" tIns="132984" rIns="132984" bIns="13298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baseline="0"/>
            <a:t>Maksimalt </a:t>
          </a:r>
          <a:r>
            <a:rPr lang="da-DK" sz="2300" b="1" i="0" kern="1200" baseline="0"/>
            <a:t>20 millioner euro</a:t>
          </a:r>
          <a:r>
            <a:rPr lang="da-DK" sz="2300" b="0" i="0" kern="1200" baseline="0"/>
            <a:t> eller </a:t>
          </a:r>
          <a:r>
            <a:rPr lang="da-DK" sz="2300" b="1" i="0" kern="1200" baseline="0"/>
            <a:t>4 % af global omsætning</a:t>
          </a:r>
          <a:r>
            <a:rPr lang="da-DK" sz="2300" b="0" i="0" kern="1200" baseline="0"/>
            <a:t>, alt efter hvad der er højest. </a:t>
          </a:r>
          <a:endParaRPr lang="en-US" sz="2300" kern="1200"/>
        </a:p>
      </dsp:txBody>
      <dsp:txXfrm>
        <a:off x="1451303" y="1571211"/>
        <a:ext cx="9064296" cy="1256539"/>
      </dsp:txXfrm>
    </dsp:sp>
    <dsp:sp modelId="{7A8375A6-5847-4559-8C65-3A8222DC21A2}">
      <dsp:nvSpPr>
        <dsp:cNvPr id="0" name=""/>
        <dsp:cNvSpPr/>
      </dsp:nvSpPr>
      <dsp:spPr>
        <a:xfrm>
          <a:off x="0" y="3141886"/>
          <a:ext cx="10515600" cy="12565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C6FD5-04DD-425E-8832-87E3F41C4D5B}">
      <dsp:nvSpPr>
        <dsp:cNvPr id="0" name=""/>
        <dsp:cNvSpPr/>
      </dsp:nvSpPr>
      <dsp:spPr>
        <a:xfrm>
          <a:off x="380103" y="3424607"/>
          <a:ext cx="691096" cy="6910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91469-F668-4EC1-90F5-946492DE9C77}">
      <dsp:nvSpPr>
        <dsp:cNvPr id="0" name=""/>
        <dsp:cNvSpPr/>
      </dsp:nvSpPr>
      <dsp:spPr>
        <a:xfrm>
          <a:off x="1451303" y="3141886"/>
          <a:ext cx="9064296" cy="1256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84" tIns="132984" rIns="132984" bIns="13298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baseline="0" dirty="0"/>
            <a:t>Bøderne kan variere afhængigt af alvoren af overtrædelsen, men kan også omfatte advarsler og krav om at ændre behandlingspraksis </a:t>
          </a:r>
          <a:endParaRPr lang="en-US" sz="2300" kern="1200" dirty="0"/>
        </a:p>
      </dsp:txBody>
      <dsp:txXfrm>
        <a:off x="1451303" y="3141886"/>
        <a:ext cx="9064296" cy="12565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92485-A0DC-49F4-A005-D7D0E9D61BF7}">
      <dsp:nvSpPr>
        <dsp:cNvPr id="0" name=""/>
        <dsp:cNvSpPr/>
      </dsp:nvSpPr>
      <dsp:spPr>
        <a:xfrm>
          <a:off x="0" y="23601"/>
          <a:ext cx="10515600" cy="14297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kern="1200" dirty="0">
              <a:solidFill>
                <a:schemeClr val="tx1"/>
              </a:solidFill>
            </a:rPr>
            <a:t>Forbedre modstandsdygtigheden</a:t>
          </a:r>
          <a:r>
            <a:rPr lang="da-DK" sz="2600" kern="1200" dirty="0">
              <a:solidFill>
                <a:schemeClr val="tx1"/>
              </a:solidFill>
            </a:rPr>
            <a:t>: Beskytte finansielle institutioner mod </a:t>
          </a:r>
          <a:r>
            <a:rPr lang="da-DK" sz="2600" kern="1200" dirty="0" err="1">
              <a:solidFill>
                <a:schemeClr val="tx1"/>
              </a:solidFill>
            </a:rPr>
            <a:t>cyberangreb</a:t>
          </a:r>
          <a:r>
            <a:rPr lang="da-DK" sz="2600" kern="1200" dirty="0">
              <a:solidFill>
                <a:schemeClr val="tx1"/>
              </a:solidFill>
            </a:rPr>
            <a:t>, systemfejl og andre digitale trusler.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69794" y="93395"/>
        <a:ext cx="10376012" cy="1290152"/>
      </dsp:txXfrm>
    </dsp:sp>
    <dsp:sp modelId="{78419EAF-1F60-49BA-972E-8ACBB0126659}">
      <dsp:nvSpPr>
        <dsp:cNvPr id="0" name=""/>
        <dsp:cNvSpPr/>
      </dsp:nvSpPr>
      <dsp:spPr>
        <a:xfrm>
          <a:off x="0" y="1528221"/>
          <a:ext cx="10515600" cy="14297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kern="1200" dirty="0">
              <a:solidFill>
                <a:schemeClr val="tx1"/>
              </a:solidFill>
            </a:rPr>
            <a:t>Fremme harmonisering</a:t>
          </a:r>
          <a:r>
            <a:rPr lang="da-DK" sz="2600" kern="1200" dirty="0">
              <a:solidFill>
                <a:schemeClr val="tx1"/>
              </a:solidFill>
            </a:rPr>
            <a:t>: Ensartede regler og standarder på tværs af EU for at sikre en fælles forståelse af risikostyring.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69794" y="1598015"/>
        <a:ext cx="10376012" cy="1290152"/>
      </dsp:txXfrm>
    </dsp:sp>
    <dsp:sp modelId="{25D8C886-8A93-4A36-B259-3937F69CCB22}">
      <dsp:nvSpPr>
        <dsp:cNvPr id="0" name=""/>
        <dsp:cNvSpPr/>
      </dsp:nvSpPr>
      <dsp:spPr>
        <a:xfrm>
          <a:off x="0" y="3032841"/>
          <a:ext cx="10515600" cy="14297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kern="1200" dirty="0">
              <a:solidFill>
                <a:schemeClr val="tx1"/>
              </a:solidFill>
            </a:rPr>
            <a:t>Øge tilliden</a:t>
          </a:r>
          <a:r>
            <a:rPr lang="da-DK" sz="2600" kern="1200" dirty="0">
              <a:solidFill>
                <a:schemeClr val="tx1"/>
              </a:solidFill>
            </a:rPr>
            <a:t>: Styrke tilliden til EU’s finansielle system ved at sikre stabilitet i driften, selv under digitale angreb.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69794" y="3102635"/>
        <a:ext cx="10376012" cy="12901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DF705-0824-4D9A-BF4D-BA20466EA09A}">
      <dsp:nvSpPr>
        <dsp:cNvPr id="0" name=""/>
        <dsp:cNvSpPr/>
      </dsp:nvSpPr>
      <dsp:spPr>
        <a:xfrm>
          <a:off x="0" y="1861"/>
          <a:ext cx="10515600" cy="9436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4F89F-7E7A-4B72-BD81-CC9D950BC444}">
      <dsp:nvSpPr>
        <dsp:cNvPr id="0" name=""/>
        <dsp:cNvSpPr/>
      </dsp:nvSpPr>
      <dsp:spPr>
        <a:xfrm>
          <a:off x="285461" y="214188"/>
          <a:ext cx="519021" cy="5190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3D732-5BC9-47CE-B1E7-1E204352B3DF}">
      <dsp:nvSpPr>
        <dsp:cNvPr id="0" name=""/>
        <dsp:cNvSpPr/>
      </dsp:nvSpPr>
      <dsp:spPr>
        <a:xfrm>
          <a:off x="1089945" y="1861"/>
          <a:ext cx="9425654" cy="9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72" tIns="99872" rIns="99872" bIns="998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/>
            <a:t>Risikostyring</a:t>
          </a:r>
          <a:r>
            <a:rPr lang="da-DK" sz="1900" kern="1200"/>
            <a:t>: Finansielle institutioner skal have robuste systemer på plads til at identificere, vurdere og håndtere digitale risici.</a:t>
          </a:r>
          <a:endParaRPr lang="en-US" sz="1900" kern="1200"/>
        </a:p>
      </dsp:txBody>
      <dsp:txXfrm>
        <a:off x="1089945" y="1861"/>
        <a:ext cx="9425654" cy="943675"/>
      </dsp:txXfrm>
    </dsp:sp>
    <dsp:sp modelId="{5D3B8DBE-B577-4B0B-A8BA-44132277FAD8}">
      <dsp:nvSpPr>
        <dsp:cNvPr id="0" name=""/>
        <dsp:cNvSpPr/>
      </dsp:nvSpPr>
      <dsp:spPr>
        <a:xfrm>
          <a:off x="0" y="1181456"/>
          <a:ext cx="10515600" cy="9436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97832-3931-40FB-915E-264DCFB9427D}">
      <dsp:nvSpPr>
        <dsp:cNvPr id="0" name=""/>
        <dsp:cNvSpPr/>
      </dsp:nvSpPr>
      <dsp:spPr>
        <a:xfrm>
          <a:off x="285461" y="1393783"/>
          <a:ext cx="519021" cy="5190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75FF1-A4DF-40D5-A3BE-5D6756E177A2}">
      <dsp:nvSpPr>
        <dsp:cNvPr id="0" name=""/>
        <dsp:cNvSpPr/>
      </dsp:nvSpPr>
      <dsp:spPr>
        <a:xfrm>
          <a:off x="1089945" y="1181456"/>
          <a:ext cx="9425654" cy="9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72" tIns="99872" rIns="99872" bIns="998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/>
            <a:t>Rapportering</a:t>
          </a:r>
          <a:r>
            <a:rPr lang="da-DK" sz="1900" kern="1200"/>
            <a:t>: Institutioner skal hurtigt rapportere digitale risici og hændelser til relevante myndigheder.</a:t>
          </a:r>
          <a:endParaRPr lang="en-US" sz="1900" kern="1200"/>
        </a:p>
      </dsp:txBody>
      <dsp:txXfrm>
        <a:off x="1089945" y="1181456"/>
        <a:ext cx="9425654" cy="943675"/>
      </dsp:txXfrm>
    </dsp:sp>
    <dsp:sp modelId="{FDD01C72-30A1-4B61-9E6C-F41A6E5C187F}">
      <dsp:nvSpPr>
        <dsp:cNvPr id="0" name=""/>
        <dsp:cNvSpPr/>
      </dsp:nvSpPr>
      <dsp:spPr>
        <a:xfrm>
          <a:off x="0" y="2361050"/>
          <a:ext cx="10515600" cy="9436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7E14C-6079-4652-9ADD-A4B84486F3E3}">
      <dsp:nvSpPr>
        <dsp:cNvPr id="0" name=""/>
        <dsp:cNvSpPr/>
      </dsp:nvSpPr>
      <dsp:spPr>
        <a:xfrm>
          <a:off x="285461" y="2573377"/>
          <a:ext cx="519021" cy="5190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9DEB3-65B5-4254-BFA9-84FDCA25A2E0}">
      <dsp:nvSpPr>
        <dsp:cNvPr id="0" name=""/>
        <dsp:cNvSpPr/>
      </dsp:nvSpPr>
      <dsp:spPr>
        <a:xfrm>
          <a:off x="1089945" y="2361050"/>
          <a:ext cx="9425654" cy="9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72" tIns="99872" rIns="99872" bIns="998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/>
            <a:t>IT-sikkerhed</a:t>
          </a:r>
          <a:r>
            <a:rPr lang="da-DK" sz="1900" kern="1200"/>
            <a:t>: Der stilles krav om at implementere avancerede cybersikkerhedsforanstaltninger for at beskytte kritiske IT-systemer.</a:t>
          </a:r>
          <a:endParaRPr lang="en-US" sz="1900" kern="1200"/>
        </a:p>
      </dsp:txBody>
      <dsp:txXfrm>
        <a:off x="1089945" y="2361050"/>
        <a:ext cx="9425654" cy="943675"/>
      </dsp:txXfrm>
    </dsp:sp>
    <dsp:sp modelId="{2D572CC2-EFFD-4211-80F7-5D018EBA54B8}">
      <dsp:nvSpPr>
        <dsp:cNvPr id="0" name=""/>
        <dsp:cNvSpPr/>
      </dsp:nvSpPr>
      <dsp:spPr>
        <a:xfrm>
          <a:off x="0" y="3540645"/>
          <a:ext cx="10515600" cy="9436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6393A-CF46-4C9F-8512-D0C4B8C2193E}">
      <dsp:nvSpPr>
        <dsp:cNvPr id="0" name=""/>
        <dsp:cNvSpPr/>
      </dsp:nvSpPr>
      <dsp:spPr>
        <a:xfrm>
          <a:off x="285461" y="3752972"/>
          <a:ext cx="519021" cy="5190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CD4B5-4F76-4F50-9D6C-D2BE157BB1EF}">
      <dsp:nvSpPr>
        <dsp:cNvPr id="0" name=""/>
        <dsp:cNvSpPr/>
      </dsp:nvSpPr>
      <dsp:spPr>
        <a:xfrm>
          <a:off x="1089945" y="3540645"/>
          <a:ext cx="9425654" cy="9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72" tIns="99872" rIns="99872" bIns="998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/>
            <a:t>Test af modstandsdygtighed</a:t>
          </a:r>
          <a:r>
            <a:rPr lang="da-DK" sz="1900" kern="1200"/>
            <a:t>: Institutioner skal regelmæssigt teste deres IT-systemers modstandsdygtighed mod cyberangreb og systemfejl.</a:t>
          </a:r>
          <a:endParaRPr lang="en-US" sz="1900" kern="1200"/>
        </a:p>
      </dsp:txBody>
      <dsp:txXfrm>
        <a:off x="1089945" y="3540645"/>
        <a:ext cx="9425654" cy="9436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528FB-F4AE-45FD-B90B-5E5A255F63CC}">
      <dsp:nvSpPr>
        <dsp:cNvPr id="0" name=""/>
        <dsp:cNvSpPr/>
      </dsp:nvSpPr>
      <dsp:spPr>
        <a:xfrm>
          <a:off x="0" y="279696"/>
          <a:ext cx="10515600" cy="1264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baseline="0" dirty="0">
              <a:solidFill>
                <a:schemeClr val="tx1"/>
              </a:solidFill>
            </a:rPr>
            <a:t>Tredjepartsrisici</a:t>
          </a:r>
          <a:r>
            <a:rPr lang="da-DK" sz="2300" b="0" i="0" kern="1200" baseline="0" dirty="0">
              <a:solidFill>
                <a:schemeClr val="tx1"/>
              </a:solidFill>
            </a:rPr>
            <a:t>: DORA stiller krav om, at finansielle institutioner nøje vurderer og overvåger risiciene ved outsourcing af kritiske tjenester til tredjepartsleverandører, især ved brug af cloud-tjenester. </a:t>
          </a:r>
          <a:endParaRPr lang="en-US" sz="2300" kern="1200" dirty="0">
            <a:solidFill>
              <a:schemeClr val="tx1"/>
            </a:solidFill>
          </a:endParaRPr>
        </a:p>
      </dsp:txBody>
      <dsp:txXfrm>
        <a:off x="61741" y="341437"/>
        <a:ext cx="10392118" cy="1141288"/>
      </dsp:txXfrm>
    </dsp:sp>
    <dsp:sp modelId="{39B8EB32-C781-4D15-B4A7-09C1609A23D6}">
      <dsp:nvSpPr>
        <dsp:cNvPr id="0" name=""/>
        <dsp:cNvSpPr/>
      </dsp:nvSpPr>
      <dsp:spPr>
        <a:xfrm>
          <a:off x="0" y="1610706"/>
          <a:ext cx="10515600" cy="1264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baseline="0" dirty="0">
              <a:solidFill>
                <a:schemeClr val="tx1"/>
              </a:solidFill>
            </a:rPr>
            <a:t>Kontraktkrav</a:t>
          </a:r>
          <a:r>
            <a:rPr lang="da-DK" sz="2300" b="0" i="0" kern="1200" baseline="0" dirty="0">
              <a:solidFill>
                <a:schemeClr val="tx1"/>
              </a:solidFill>
            </a:rPr>
            <a:t>: Der skal indgås klare kontrakter med leverandører, som sikrer, at de overholder </a:t>
          </a:r>
          <a:r>
            <a:rPr lang="da-DK" sz="2300" b="0" i="0" kern="1200" baseline="0" dirty="0" err="1">
              <a:solidFill>
                <a:schemeClr val="tx1"/>
              </a:solidFill>
            </a:rPr>
            <a:t>DORA’s</a:t>
          </a:r>
          <a:r>
            <a:rPr lang="da-DK" sz="2300" b="0" i="0" kern="1200" baseline="0" dirty="0">
              <a:solidFill>
                <a:schemeClr val="tx1"/>
              </a:solidFill>
            </a:rPr>
            <a:t> krav og standarder. </a:t>
          </a:r>
          <a:endParaRPr lang="en-US" sz="2300" kern="1200" dirty="0">
            <a:solidFill>
              <a:schemeClr val="tx1"/>
            </a:solidFill>
          </a:endParaRPr>
        </a:p>
      </dsp:txBody>
      <dsp:txXfrm>
        <a:off x="61741" y="1672447"/>
        <a:ext cx="10392118" cy="1141288"/>
      </dsp:txXfrm>
    </dsp:sp>
    <dsp:sp modelId="{BE89BDDB-7DC9-4420-B79D-190149D83378}">
      <dsp:nvSpPr>
        <dsp:cNvPr id="0" name=""/>
        <dsp:cNvSpPr/>
      </dsp:nvSpPr>
      <dsp:spPr>
        <a:xfrm>
          <a:off x="0" y="2941716"/>
          <a:ext cx="10515600" cy="1264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baseline="0" dirty="0">
              <a:solidFill>
                <a:schemeClr val="tx1"/>
              </a:solidFill>
            </a:rPr>
            <a:t>Regelmæssig overvågning</a:t>
          </a:r>
          <a:r>
            <a:rPr lang="da-DK" sz="2300" b="0" i="0" kern="1200" baseline="0" dirty="0">
              <a:solidFill>
                <a:schemeClr val="tx1"/>
              </a:solidFill>
            </a:rPr>
            <a:t>: Institutionerne skal løbende overvåge og teste de tjenester, der outsources, for at sikre, at de opretholder nødvendig modstandsdygtighed. </a:t>
          </a:r>
          <a:endParaRPr lang="en-US" sz="2300" kern="1200" dirty="0">
            <a:solidFill>
              <a:schemeClr val="tx1"/>
            </a:solidFill>
          </a:endParaRPr>
        </a:p>
      </dsp:txBody>
      <dsp:txXfrm>
        <a:off x="61741" y="3003457"/>
        <a:ext cx="10392118" cy="11412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0F24B-52AB-4DEF-ACE2-E9AE7A711ED0}">
      <dsp:nvSpPr>
        <dsp:cNvPr id="0" name=""/>
        <dsp:cNvSpPr/>
      </dsp:nvSpPr>
      <dsp:spPr>
        <a:xfrm>
          <a:off x="82613" y="175052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0CFA8-D561-4CF0-8DEC-1C4C0F5ECECA}">
      <dsp:nvSpPr>
        <dsp:cNvPr id="0" name=""/>
        <dsp:cNvSpPr/>
      </dsp:nvSpPr>
      <dsp:spPr>
        <a:xfrm>
          <a:off x="271034" y="193894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84060-7FD9-42AB-BDCA-7B00E29DA3E4}">
      <dsp:nvSpPr>
        <dsp:cNvPr id="0" name=""/>
        <dsp:cNvSpPr/>
      </dsp:nvSpPr>
      <dsp:spPr>
        <a:xfrm>
          <a:off x="1172126" y="175052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Manglende risikostyring</a:t>
          </a:r>
          <a:r>
            <a:rPr lang="da-DK" sz="1600" kern="1200" dirty="0"/>
            <a:t>: Manglende implementering af de nødvendige foranstaltninger for at håndtere digitale risici kan medføre bøder</a:t>
          </a:r>
          <a:r>
            <a:rPr lang="da-DK" sz="1100" kern="1200" dirty="0"/>
            <a:t>.</a:t>
          </a:r>
          <a:endParaRPr lang="en-US" sz="1100" kern="1200" dirty="0"/>
        </a:p>
      </dsp:txBody>
      <dsp:txXfrm>
        <a:off x="1172126" y="1750522"/>
        <a:ext cx="2114937" cy="897246"/>
      </dsp:txXfrm>
    </dsp:sp>
    <dsp:sp modelId="{1EC0D2F4-5D23-437A-9A53-B52B0BD245F0}">
      <dsp:nvSpPr>
        <dsp:cNvPr id="0" name=""/>
        <dsp:cNvSpPr/>
      </dsp:nvSpPr>
      <dsp:spPr>
        <a:xfrm>
          <a:off x="3655575" y="175052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0AD6A-FB10-4067-819A-6DB7B508854A}">
      <dsp:nvSpPr>
        <dsp:cNvPr id="0" name=""/>
        <dsp:cNvSpPr/>
      </dsp:nvSpPr>
      <dsp:spPr>
        <a:xfrm>
          <a:off x="3843996" y="193894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D4BD2-F4FE-4304-8A4D-5096D5DC6B84}">
      <dsp:nvSpPr>
        <dsp:cNvPr id="0" name=""/>
        <dsp:cNvSpPr/>
      </dsp:nvSpPr>
      <dsp:spPr>
        <a:xfrm>
          <a:off x="4745088" y="175052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Manglende rapportering</a:t>
          </a:r>
          <a:r>
            <a:rPr lang="da-DK" sz="1600" kern="1200" dirty="0"/>
            <a:t>: Institutioner, der ikke rapporterer hændelser eller risici rettidigt, kan blive straffet.</a:t>
          </a:r>
          <a:endParaRPr lang="en-US" sz="1600" kern="1200" dirty="0"/>
        </a:p>
      </dsp:txBody>
      <dsp:txXfrm>
        <a:off x="4745088" y="1750522"/>
        <a:ext cx="2114937" cy="897246"/>
      </dsp:txXfrm>
    </dsp:sp>
    <dsp:sp modelId="{C625E8D4-D7A4-4CAB-A608-D31D8E8EA3D1}">
      <dsp:nvSpPr>
        <dsp:cNvPr id="0" name=""/>
        <dsp:cNvSpPr/>
      </dsp:nvSpPr>
      <dsp:spPr>
        <a:xfrm>
          <a:off x="7228536" y="175052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972BA-C548-4221-A4AF-5BC6059DBC52}">
      <dsp:nvSpPr>
        <dsp:cNvPr id="0" name=""/>
        <dsp:cNvSpPr/>
      </dsp:nvSpPr>
      <dsp:spPr>
        <a:xfrm>
          <a:off x="7416958" y="193894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DF0ED-C863-4AAD-8B33-9F2A814F0397}">
      <dsp:nvSpPr>
        <dsp:cNvPr id="0" name=""/>
        <dsp:cNvSpPr/>
      </dsp:nvSpPr>
      <dsp:spPr>
        <a:xfrm>
          <a:off x="8318049" y="175052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Tredjepartsfejl</a:t>
          </a:r>
          <a:r>
            <a:rPr lang="da-DK" sz="1600" kern="1200" dirty="0"/>
            <a:t>: Overtrædelser relateret til outsourcing eller tredjepartsleverandører kan føre til store bøder.</a:t>
          </a:r>
          <a:endParaRPr lang="en-US" sz="1600" kern="1200" dirty="0"/>
        </a:p>
      </dsp:txBody>
      <dsp:txXfrm>
        <a:off x="8318049" y="175052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3499D-0E01-48FE-9BA3-D935B7A41C59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DF7EB-7E6B-4DF1-8D61-CF110137F3B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194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DF7EB-7E6B-4DF1-8D61-CF110137F3B9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588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DF7EB-7E6B-4DF1-8D61-CF110137F3B9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83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2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11.png"/><Relationship Id="rId17" Type="http://schemas.openxmlformats.org/officeDocument/2006/relationships/image" Target="../media/image24.svg"/><Relationship Id="rId2" Type="http://schemas.openxmlformats.org/officeDocument/2006/relationships/image" Target="../media/image15.png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27237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428842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55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9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7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4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5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4824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407226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454294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26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25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27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45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26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68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01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11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5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81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99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994553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9662160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269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6955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112350783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378691563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25213214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6443" y="5805264"/>
            <a:ext cx="12192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800" dirty="0"/>
              <a:t>               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1295360" y="1448736"/>
            <a:ext cx="96012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295360" y="548616"/>
            <a:ext cx="9601280" cy="9001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4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1295360" y="1718773"/>
            <a:ext cx="9601280" cy="39605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E6072851-7882-4178-8020-B91172F2D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6468" y="5907978"/>
            <a:ext cx="2228093" cy="8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34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sp>
        <p:nvSpPr>
          <p:cNvPr id="13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1412876"/>
            <a:ext cx="10274300" cy="4032250"/>
          </a:xfrm>
          <a:prstGeom prst="rect">
            <a:avLst/>
          </a:prstGeom>
        </p:spPr>
        <p:txBody>
          <a:bodyPr/>
          <a:lstStyle>
            <a:lvl1pPr marL="3429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sz="2000" b="0">
                <a:latin typeface="+mn-lt"/>
              </a:defRPr>
            </a:lvl1pPr>
            <a:lvl2pPr marL="8001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Skriv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>
          <a:xfrm>
            <a:off x="958853" y="333376"/>
            <a:ext cx="10274299" cy="8270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400" b="0" cap="all" spc="120" baseline="0"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  <p:pic>
        <p:nvPicPr>
          <p:cNvPr id="8" name="Logo, EAAA">
            <a:extLst>
              <a:ext uri="{FF2B5EF4-FFF2-40B4-BE49-F238E27FC236}">
                <a16:creationId xmlns:a16="http://schemas.microsoft.com/office/drawing/2014/main" id="{1A6A771D-5E91-46B6-86A5-D8470EF2A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038" y="5865182"/>
            <a:ext cx="2322374" cy="876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511737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604">
          <p15:clr>
            <a:srgbClr val="A4A3A4"/>
          </p15:clr>
        </p15:guide>
        <p15:guide id="2" pos="7076">
          <p15:clr>
            <a:srgbClr val="A4A3A4"/>
          </p15:clr>
        </p15:guide>
        <p15:guide id="3" orient="horz" pos="890">
          <p15:clr>
            <a:srgbClr val="A4A3A4"/>
          </p15:clr>
        </p15:guide>
        <p15:guide id="5" orient="horz" pos="3430">
          <p15:clr>
            <a:srgbClr val="A4A3A4"/>
          </p15:clr>
        </p15:guide>
        <p15:guide id="6" orient="horz" pos="73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384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16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is2tjek.sikkerdigital.dk/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amsik.dk/wp-content/uploads/2025/08/Vejledning-til-implementering-af-cybersikkerhedsforanstaltninger.pdf" TargetMode="Externa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hyperlink" Target="https://digst.dk/tilsyn/nis-2/webinarer-og-informationsmoeder/webinar-om-nis-2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danskindustri.dk/vi-radgiver-dig/virksomhedsregler-og-varktojer/nis2-guiden/hvordan-kan-man-arbejde-med-nis2/" TargetMode="External"/><Relationship Id="rId5" Type="http://schemas.openxmlformats.org/officeDocument/2006/relationships/hyperlink" Target="https://www.cfcs.dk/nis2" TargetMode="Externa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kkerdigital.dk/myndighed/databeskyttelse-og-gdpr" TargetMode="Externa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hyperlink" Target="https://www.datatilsynet.dk/regler-og-vejledning/gdpr-univers-for-smaa-virksomheder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svg"/><Relationship Id="rId7" Type="http://schemas.openxmlformats.org/officeDocument/2006/relationships/image" Target="../media/image75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hyperlink" Target="https://www.finanstilsynet.dk/lovgivning/eu-lovsamling/dora" TargetMode="Externa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1A33-14D3-79C8-A7E6-A7CFA8FF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D2664-8CE8-D9E2-D260-1FEEBF6F2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</p:spPr>
        <p:txBody>
          <a:bodyPr anchor="ctr">
            <a:normAutofit/>
          </a:bodyPr>
          <a:lstStyle/>
          <a:p>
            <a:r>
              <a:rPr lang="da-DK" dirty="0"/>
              <a:t>Forretningsforståelse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598CC0F2-654D-3AD5-E1D4-472670691EDE}"/>
              </a:ext>
            </a:extLst>
          </p:cNvPr>
          <p:cNvSpPr txBox="1"/>
          <p:nvPr/>
        </p:nvSpPr>
        <p:spPr>
          <a:xfrm>
            <a:off x="1628140" y="2951946"/>
            <a:ext cx="66511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Modul 7 Introduktion til lovgivning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(Uddybes i </a:t>
            </a:r>
            <a:r>
              <a:rPr kumimoji="0" lang="da-DK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Governance</a:t>
            </a: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faget)</a:t>
            </a:r>
          </a:p>
        </p:txBody>
      </p:sp>
    </p:spTree>
    <p:extLst>
      <p:ext uri="{BB962C8B-B14F-4D97-AF65-F5344CB8AC3E}">
        <p14:creationId xmlns:p14="http://schemas.microsoft.com/office/powerpoint/2010/main" val="294216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6B37-F53B-7919-9240-67E0ECED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2612D66-FF07-0188-F133-857CE749C7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0900" y="4369620"/>
            <a:ext cx="5400000" cy="908391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Agenda for i dag.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1800" dirty="0"/>
              <a:t>Opsamling fra sidste lektion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1800" dirty="0"/>
              <a:t>Kort introduktion til lovgivning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1800" dirty="0"/>
              <a:t>NIS2, GDPR, DORA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1800" dirty="0"/>
              <a:t>AI </a:t>
            </a:r>
            <a:r>
              <a:rPr lang="da-DK" sz="1800" dirty="0" err="1"/>
              <a:t>act</a:t>
            </a:r>
            <a:r>
              <a:rPr lang="da-DK" sz="1800" dirty="0"/>
              <a:t> hjemmeopgave</a:t>
            </a:r>
          </a:p>
          <a:p>
            <a:endParaRPr lang="da-DK" sz="1800" dirty="0"/>
          </a:p>
          <a:p>
            <a:pPr marL="514350" indent="-514350">
              <a:buFont typeface="+mj-lt"/>
              <a:buAutoNum type="arabicPeriod"/>
            </a:pPr>
            <a:endParaRPr lang="da-DK" sz="1800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5F18D98-6543-E01F-ADBB-B0BF402B43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7">
            <a:extLst>
              <a:ext uri="{FF2B5EF4-FFF2-40B4-BE49-F238E27FC236}">
                <a16:creationId xmlns:a16="http://schemas.microsoft.com/office/drawing/2014/main" id="{A351C4D5-6CBC-C5F7-624E-5668537550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533" r="19533"/>
          <a:stretch>
            <a:fillRect/>
          </a:stretch>
        </p:blipFill>
        <p:spPr>
          <a:xfrm>
            <a:off x="-863599" y="750119"/>
            <a:ext cx="5675296" cy="5549081"/>
          </a:xfrm>
        </p:spPr>
      </p:pic>
    </p:spTree>
    <p:extLst>
      <p:ext uri="{BB962C8B-B14F-4D97-AF65-F5344CB8AC3E}">
        <p14:creationId xmlns:p14="http://schemas.microsoft.com/office/powerpoint/2010/main" val="213997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FF247-0EA4-5307-A652-F674EEDF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Generel lovgivning på sikkerhedsområdet - intro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6A2113E-E28E-BB5E-A2BE-B89F4B10A0B6}"/>
              </a:ext>
            </a:extLst>
          </p:cNvPr>
          <p:cNvSpPr/>
          <p:nvPr/>
        </p:nvSpPr>
        <p:spPr>
          <a:xfrm>
            <a:off x="2539999" y="2111338"/>
            <a:ext cx="6591300" cy="41988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C9E6D8-D7A1-B002-D64A-8ED7495C8C5C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099497" y="2942473"/>
            <a:ext cx="3472305" cy="256542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6D935ECC-BAF2-A580-F11C-829DA0E4CD0E}"/>
              </a:ext>
            </a:extLst>
          </p:cNvPr>
          <p:cNvSpPr txBox="1"/>
          <p:nvPr/>
        </p:nvSpPr>
        <p:spPr>
          <a:xfrm>
            <a:off x="5060611" y="2457197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Lovgivning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4A01B315-DCC9-A144-C681-10D7716CEA91}"/>
              </a:ext>
            </a:extLst>
          </p:cNvPr>
          <p:cNvSpPr txBox="1"/>
          <p:nvPr/>
        </p:nvSpPr>
        <p:spPr>
          <a:xfrm>
            <a:off x="4974049" y="4861563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>
                <a:solidFill>
                  <a:prstClr val="black"/>
                </a:solidFill>
                <a:latin typeface="Montserrat"/>
              </a:rPr>
              <a:t>P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olitikker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og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standarder</a:t>
            </a:r>
          </a:p>
        </p:txBody>
      </p:sp>
      <p:sp>
        <p:nvSpPr>
          <p:cNvPr id="9" name="Billedforklaring: streg 8">
            <a:extLst>
              <a:ext uri="{FF2B5EF4-FFF2-40B4-BE49-F238E27FC236}">
                <a16:creationId xmlns:a16="http://schemas.microsoft.com/office/drawing/2014/main" id="{52D367F6-6BC7-E63D-7B41-60305E41DD8C}"/>
              </a:ext>
            </a:extLst>
          </p:cNvPr>
          <p:cNvSpPr/>
          <p:nvPr/>
        </p:nvSpPr>
        <p:spPr>
          <a:xfrm>
            <a:off x="7672050" y="2146289"/>
            <a:ext cx="4477999" cy="2565421"/>
          </a:xfrm>
          <a:prstGeom prst="borderCallout1">
            <a:avLst>
              <a:gd name="adj1" fmla="val 32153"/>
              <a:gd name="adj2" fmla="val -985"/>
              <a:gd name="adj3" fmla="val 82684"/>
              <a:gd name="adj4" fmla="val -4363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b="1" dirty="0">
                <a:solidFill>
                  <a:schemeClr val="tx1"/>
                </a:solidFill>
              </a:rPr>
              <a:t>Hvad har vi været igennem:</a:t>
            </a:r>
          </a:p>
          <a:p>
            <a:r>
              <a:rPr lang="da-DK" dirty="0">
                <a:solidFill>
                  <a:schemeClr val="tx1"/>
                </a:solidFill>
              </a:rPr>
              <a:t>   </a:t>
            </a:r>
          </a:p>
          <a:p>
            <a:r>
              <a:rPr lang="da-DK" dirty="0">
                <a:solidFill>
                  <a:schemeClr val="tx1"/>
                </a:solidFill>
              </a:rPr>
              <a:t>-   Sikkerhedsbegreber</a:t>
            </a:r>
          </a:p>
          <a:p>
            <a:r>
              <a:rPr lang="da-DK" dirty="0">
                <a:solidFill>
                  <a:schemeClr val="tx1"/>
                </a:solidFill>
              </a:rPr>
              <a:t>-   De 9 byggesten i en </a:t>
            </a:r>
            <a:r>
              <a:rPr lang="da-DK" dirty="0" err="1">
                <a:solidFill>
                  <a:schemeClr val="tx1"/>
                </a:solidFill>
              </a:rPr>
              <a:t>org</a:t>
            </a:r>
            <a:r>
              <a:rPr lang="da-DK" dirty="0">
                <a:solidFill>
                  <a:schemeClr val="tx1"/>
                </a:solidFill>
              </a:rPr>
              <a:t> (BMC).</a:t>
            </a:r>
          </a:p>
          <a:p>
            <a:pPr marL="285750" indent="-285750">
              <a:buFontTx/>
              <a:buChar char="-"/>
            </a:pPr>
            <a:r>
              <a:rPr lang="da-DK" dirty="0" err="1">
                <a:solidFill>
                  <a:schemeClr val="tx1"/>
                </a:solidFill>
              </a:rPr>
              <a:t>Sik</a:t>
            </a:r>
            <a:r>
              <a:rPr lang="da-DK" dirty="0">
                <a:solidFill>
                  <a:schemeClr val="tx1"/>
                </a:solidFill>
              </a:rPr>
              <a:t>. procesanalyse (Porter/SWOT)</a:t>
            </a:r>
          </a:p>
          <a:p>
            <a:pPr marL="285750" indent="-285750">
              <a:buFontTx/>
              <a:buChar char="-"/>
            </a:pPr>
            <a:r>
              <a:rPr lang="da-DK" dirty="0">
                <a:solidFill>
                  <a:schemeClr val="tx1"/>
                </a:solidFill>
              </a:rPr>
              <a:t>Organisationens struktur (</a:t>
            </a:r>
            <a:r>
              <a:rPr lang="da-DK" dirty="0" err="1">
                <a:solidFill>
                  <a:schemeClr val="tx1"/>
                </a:solidFill>
              </a:rPr>
              <a:t>Mintzb</a:t>
            </a:r>
            <a:r>
              <a:rPr lang="da-DK" dirty="0">
                <a:solidFill>
                  <a:schemeClr val="tx1"/>
                </a:solidFill>
              </a:rPr>
              <a:t>.)</a:t>
            </a:r>
          </a:p>
          <a:p>
            <a:pPr marL="285750" indent="-285750">
              <a:buFontTx/>
              <a:buChar char="-"/>
            </a:pPr>
            <a:r>
              <a:rPr lang="da-DK" dirty="0">
                <a:solidFill>
                  <a:schemeClr val="tx1"/>
                </a:solidFill>
              </a:rPr>
              <a:t>Sikkerhedsfunktionens opbygning</a:t>
            </a:r>
          </a:p>
          <a:p>
            <a:pPr marL="285750" indent="-285750">
              <a:buFontTx/>
              <a:buChar char="-"/>
            </a:pPr>
            <a:r>
              <a:rPr lang="da-DK" dirty="0">
                <a:solidFill>
                  <a:schemeClr val="tx1"/>
                </a:solidFill>
              </a:rPr>
              <a:t>Økonomi virksomhed/sikkerhed</a:t>
            </a:r>
          </a:p>
          <a:p>
            <a:pPr marL="285750" indent="-285750">
              <a:buFontTx/>
              <a:buChar char="-"/>
            </a:pP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10" name="Billedforklaring: streg 9">
            <a:extLst>
              <a:ext uri="{FF2B5EF4-FFF2-40B4-BE49-F238E27FC236}">
                <a16:creationId xmlns:a16="http://schemas.microsoft.com/office/drawing/2014/main" id="{35464236-E518-1228-7C4C-8C42750BEFCE}"/>
              </a:ext>
            </a:extLst>
          </p:cNvPr>
          <p:cNvSpPr/>
          <p:nvPr/>
        </p:nvSpPr>
        <p:spPr>
          <a:xfrm>
            <a:off x="754112" y="1990247"/>
            <a:ext cx="3245135" cy="1303232"/>
          </a:xfrm>
          <a:prstGeom prst="borderCallout1">
            <a:avLst>
              <a:gd name="adj1" fmla="val 35261"/>
              <a:gd name="adj2" fmla="val 99803"/>
              <a:gd name="adj3" fmla="val 47779"/>
              <a:gd name="adj4" fmla="val 1304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b="1" dirty="0">
                <a:solidFill>
                  <a:schemeClr val="tx1"/>
                </a:solidFill>
              </a:rPr>
              <a:t>Denne gang:</a:t>
            </a:r>
          </a:p>
          <a:p>
            <a:r>
              <a:rPr lang="da-DK" dirty="0">
                <a:solidFill>
                  <a:schemeClr val="tx1"/>
                </a:solidFill>
              </a:rPr>
              <a:t>Intro til lovgivning på sikkerhedsområdet.</a:t>
            </a:r>
          </a:p>
          <a:p>
            <a:r>
              <a:rPr lang="da-DK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11" name="Billedforklaring: streg 10">
            <a:extLst>
              <a:ext uri="{FF2B5EF4-FFF2-40B4-BE49-F238E27FC236}">
                <a16:creationId xmlns:a16="http://schemas.microsoft.com/office/drawing/2014/main" id="{5C0C8AF0-4196-1758-AEE5-5A919828C1E3}"/>
              </a:ext>
            </a:extLst>
          </p:cNvPr>
          <p:cNvSpPr/>
          <p:nvPr/>
        </p:nvSpPr>
        <p:spPr>
          <a:xfrm>
            <a:off x="754113" y="4533112"/>
            <a:ext cx="3245136" cy="1303232"/>
          </a:xfrm>
          <a:prstGeom prst="borderCallout1">
            <a:avLst>
              <a:gd name="adj1" fmla="val 35261"/>
              <a:gd name="adj2" fmla="val 99803"/>
              <a:gd name="adj3" fmla="val 49356"/>
              <a:gd name="adj4" fmla="val 13011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b="1" dirty="0">
                <a:solidFill>
                  <a:schemeClr val="tx1"/>
                </a:solidFill>
              </a:rPr>
              <a:t>Næste gang:</a:t>
            </a:r>
          </a:p>
          <a:p>
            <a:r>
              <a:rPr lang="da-DK" dirty="0">
                <a:solidFill>
                  <a:schemeClr val="tx1"/>
                </a:solidFill>
              </a:rPr>
              <a:t>Udvikling af Sikkerheds-</a:t>
            </a:r>
          </a:p>
          <a:p>
            <a:r>
              <a:rPr lang="da-DK" dirty="0">
                <a:solidFill>
                  <a:schemeClr val="tx1"/>
                </a:solidFill>
              </a:rPr>
              <a:t>politik og standarder</a:t>
            </a:r>
          </a:p>
        </p:txBody>
      </p:sp>
    </p:spTree>
    <p:extLst>
      <p:ext uri="{BB962C8B-B14F-4D97-AF65-F5344CB8AC3E}">
        <p14:creationId xmlns:p14="http://schemas.microsoft.com/office/powerpoint/2010/main" val="88063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E4666D9-F46C-23A6-9894-1B33757F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</p:spPr>
        <p:txBody>
          <a:bodyPr anchor="ctr">
            <a:noAutofit/>
          </a:bodyPr>
          <a:lstStyle/>
          <a:p>
            <a:r>
              <a:rPr lang="da-DK" dirty="0"/>
              <a:t>Der findes en lang række lovgivninger på </a:t>
            </a:r>
            <a:r>
              <a:rPr lang="da-DK" dirty="0" err="1"/>
              <a:t>cybersikkerhedsområdet</a:t>
            </a:r>
            <a:r>
              <a:rPr lang="da-DK" dirty="0"/>
              <a:t> – vi vil kort se på følgende – uddybes i </a:t>
            </a:r>
            <a:r>
              <a:rPr lang="da-DK" dirty="0" err="1"/>
              <a:t>governance</a:t>
            </a:r>
            <a:r>
              <a:rPr lang="da-DK" dirty="0"/>
              <a:t>-faget</a:t>
            </a:r>
          </a:p>
        </p:txBody>
      </p:sp>
      <p:graphicFrame>
        <p:nvGraphicFramePr>
          <p:cNvPr id="8" name="Pladsholder til indhold 5">
            <a:extLst>
              <a:ext uri="{FF2B5EF4-FFF2-40B4-BE49-F238E27FC236}">
                <a16:creationId xmlns:a16="http://schemas.microsoft.com/office/drawing/2014/main" id="{DC621797-3829-F192-6367-482FD2F406C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076891867"/>
              </p:ext>
            </p:extLst>
          </p:nvPr>
        </p:nvGraphicFramePr>
        <p:xfrm>
          <a:off x="838200" y="1791478"/>
          <a:ext cx="10515600" cy="4398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749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CF1E6-182B-C60D-B299-61A54161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Hvilke lovgivninger er vi omfattet af og hvor i organisationen?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BD827B-C232-8E3E-8E7C-E47AE47340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a-DK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a-DK" dirty="0"/>
              <a:t>Identificer omfang og kontekst (tag fat i juridisk afdeling eller rådgiver)</a:t>
            </a:r>
          </a:p>
          <a:p>
            <a:pPr lvl="1" indent="0">
              <a:buNone/>
            </a:pPr>
            <a:r>
              <a:rPr lang="da-DK" dirty="0"/>
              <a:t>Processer, systemer og tjenester skal afdækkes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a-DK" dirty="0"/>
              <a:t>Indsaml oplysninger</a:t>
            </a:r>
          </a:p>
          <a:p>
            <a:pPr lvl="1" indent="0">
              <a:buNone/>
            </a:pPr>
            <a:r>
              <a:rPr lang="da-DK" dirty="0"/>
              <a:t>Hvad er vi omfattet af (typisk et samarbejde med Jura)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a-DK" dirty="0"/>
              <a:t>Forstå virksomheden (interviews, møder etc.)</a:t>
            </a:r>
          </a:p>
          <a:p>
            <a:pPr lvl="1" indent="0">
              <a:buNone/>
            </a:pPr>
            <a:r>
              <a:rPr lang="da-DK" dirty="0"/>
              <a:t>Overblik over forretningsmodel, drift og aktiviteter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a-DK" dirty="0"/>
              <a:t>Vurder anvendelighed</a:t>
            </a:r>
          </a:p>
          <a:p>
            <a:pPr lvl="1" indent="0">
              <a:buNone/>
            </a:pPr>
            <a:r>
              <a:rPr lang="da-DK" dirty="0"/>
              <a:t>Definer omfang og krav af lovgivning</a:t>
            </a:r>
          </a:p>
          <a:p>
            <a:pPr lvl="1" indent="0">
              <a:buNone/>
            </a:pPr>
            <a:endParaRPr lang="da-DK" dirty="0"/>
          </a:p>
          <a:p>
            <a:r>
              <a:rPr lang="da-DK" dirty="0">
                <a:solidFill>
                  <a:srgbClr val="FF0000"/>
                </a:solidFill>
              </a:rPr>
              <a:t>Hvad er forskellen på forordning og direktiv?</a:t>
            </a:r>
          </a:p>
          <a:p>
            <a:pPr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6877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5FE6A-528D-05A2-B231-F0BF7992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NIS 2 formål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4E716EA-FCDA-C2E4-985A-067E29F1C7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sz="2000" b="1" dirty="0"/>
              <a:t>NIS 2's formål er at </a:t>
            </a:r>
            <a:r>
              <a:rPr lang="da-DK" sz="2000" b="1" dirty="0">
                <a:solidFill>
                  <a:srgbClr val="FF0000"/>
                </a:solidFill>
              </a:rPr>
              <a:t>styrke og ensarte </a:t>
            </a:r>
            <a:r>
              <a:rPr lang="da-DK" sz="2000" b="1" dirty="0" err="1">
                <a:solidFill>
                  <a:srgbClr val="FF0000"/>
                </a:solidFill>
              </a:rPr>
              <a:t>cybersikkerheden</a:t>
            </a:r>
            <a:r>
              <a:rPr lang="da-DK" sz="2000" b="1" dirty="0">
                <a:solidFill>
                  <a:srgbClr val="FF0000"/>
                </a:solidFill>
              </a:rPr>
              <a:t> </a:t>
            </a:r>
            <a:r>
              <a:rPr lang="da-DK" sz="2000" b="1" dirty="0"/>
              <a:t>på tværs af EU ved at fastsætte strengere krav til håndtering af </a:t>
            </a:r>
            <a:r>
              <a:rPr lang="da-DK" sz="2000" b="1" dirty="0" err="1"/>
              <a:t>cyberrisici</a:t>
            </a:r>
            <a:r>
              <a:rPr lang="da-DK" sz="2000" b="1" dirty="0"/>
              <a:t> og rapportering af hændelser for virksomheder og offentlige myndigheder, der varetager </a:t>
            </a:r>
            <a:r>
              <a:rPr lang="da-DK" sz="2000" b="1" dirty="0">
                <a:solidFill>
                  <a:srgbClr val="FF0000"/>
                </a:solidFill>
              </a:rPr>
              <a:t>samfundskritiske funktioner</a:t>
            </a:r>
            <a:r>
              <a:rPr lang="da-DK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754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032BD-48D5-8948-EC5F-0CCD39EF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49" y="603316"/>
            <a:ext cx="12430126" cy="920749"/>
          </a:xfrm>
        </p:spPr>
        <p:txBody>
          <a:bodyPr anchor="ctr">
            <a:normAutofit/>
          </a:bodyPr>
          <a:lstStyle/>
          <a:p>
            <a:r>
              <a:rPr lang="da-DK" sz="2400" dirty="0"/>
              <a:t>NIS2 hvem er omfattet (Net- og Informationssikkerhedsdirektiv)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12950A-D693-88A8-FBBD-B994C55ED6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343026"/>
            <a:ext cx="10515600" cy="4878652"/>
          </a:xfrm>
        </p:spPr>
        <p:txBody>
          <a:bodyPr>
            <a:normAutofit/>
          </a:bodyPr>
          <a:lstStyle/>
          <a:p>
            <a:r>
              <a:rPr lang="da-DK" sz="1500" dirty="0"/>
              <a:t>I Danmark er det </a:t>
            </a:r>
            <a:r>
              <a:rPr lang="da-DK" sz="1500" b="1" dirty="0"/>
              <a:t>Styrelsen for samfundssikkerhed</a:t>
            </a:r>
            <a:r>
              <a:rPr lang="da-DK" sz="1500" dirty="0"/>
              <a:t> </a:t>
            </a:r>
            <a:r>
              <a:rPr lang="da-DK" sz="1500" b="1" dirty="0"/>
              <a:t>der før tilsyn </a:t>
            </a:r>
            <a:r>
              <a:rPr lang="da-DK" sz="1500" dirty="0"/>
              <a:t>med implementeringen af NIS2-direktivet.  </a:t>
            </a:r>
          </a:p>
          <a:p>
            <a:endParaRPr lang="da-DK" sz="1500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125B19F-9EAF-7910-CA4B-0EEE6FC1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94" y="1874571"/>
            <a:ext cx="9156555" cy="4878653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38F4798-1B13-5E3C-2A82-0DDBA1E59CEF}"/>
              </a:ext>
            </a:extLst>
          </p:cNvPr>
          <p:cNvSpPr txBox="1"/>
          <p:nvPr/>
        </p:nvSpPr>
        <p:spPr>
          <a:xfrm>
            <a:off x="10080225" y="2873712"/>
            <a:ext cx="21117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Små virksomheder med under 50 ansatte og en årlig omsætning på mindre end 10 mio. EUR er ikke omfattet.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130D3E6-D8EF-0DDE-DF74-E680738FD719}"/>
              </a:ext>
            </a:extLst>
          </p:cNvPr>
          <p:cNvSpPr txBox="1"/>
          <p:nvPr/>
        </p:nvSpPr>
        <p:spPr>
          <a:xfrm>
            <a:off x="9946874" y="5545612"/>
            <a:ext cx="2016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3"/>
              </a:rPr>
              <a:t>https://nis2tjek.sikkerdigital.dk/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0920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indeholder NIS2 i praksis – risikostyring</a:t>
            </a:r>
            <a:br>
              <a:rPr lang="da-DK" dirty="0"/>
            </a:b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2634ADF-01B2-881C-7281-9A92EF715A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2292D0E-0F11-1F94-A951-F073BAD248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753716"/>
            <a:ext cx="9287092" cy="390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Kromann Reumert - Invest in Odense">
            <a:extLst>
              <a:ext uri="{FF2B5EF4-FFF2-40B4-BE49-F238E27FC236}">
                <a16:creationId xmlns:a16="http://schemas.microsoft.com/office/drawing/2014/main" id="{912E749F-97D9-0C6E-A9E5-6D116A1A0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52" y="3429000"/>
            <a:ext cx="964790" cy="27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173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BBAB-4BF0-F999-CCBA-446EFB557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69AB7-41BD-D166-8922-410B7AC1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indeholder NIS2 i praksis - foranstaltninger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2FD1C36-DE64-2AC9-59CF-5D77DBE68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95" y="1334678"/>
            <a:ext cx="5777582" cy="5292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Kromann Reumert - Invest in Odense">
            <a:extLst>
              <a:ext uri="{FF2B5EF4-FFF2-40B4-BE49-F238E27FC236}">
                <a16:creationId xmlns:a16="http://schemas.microsoft.com/office/drawing/2014/main" id="{3A46481C-7FF1-C3C7-0D7B-55EBD71AE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022" y="3200400"/>
            <a:ext cx="159270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A0A8DAE8-3E38-183E-4A86-86EABDFA0C2C}"/>
              </a:ext>
            </a:extLst>
          </p:cNvPr>
          <p:cNvSpPr txBox="1"/>
          <p:nvPr/>
        </p:nvSpPr>
        <p:spPr>
          <a:xfrm>
            <a:off x="6702777" y="3789846"/>
            <a:ext cx="6276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5"/>
              </a:rPr>
              <a:t>Vejledning til implementering af NIS 2-lovens </a:t>
            </a:r>
            <a:r>
              <a:rPr lang="da-DK" dirty="0" err="1">
                <a:hlinkClick r:id="rId5"/>
              </a:rPr>
              <a:t>cybersikkerhedsforanstaltninger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8815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96800-5E50-B383-BA5E-669FF218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C93DED-B636-6628-692B-B2B639BD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indeholder NIS2 i praksis- rapportering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ED8429C-F400-6957-5112-05867E46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287324"/>
            <a:ext cx="5791820" cy="55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Kromann Reumert - Invest in Odense">
            <a:extLst>
              <a:ext uri="{FF2B5EF4-FFF2-40B4-BE49-F238E27FC236}">
                <a16:creationId xmlns:a16="http://schemas.microsoft.com/office/drawing/2014/main" id="{2BA6FE74-B5D2-0394-053A-D2DE0A436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990" y="3429000"/>
            <a:ext cx="152634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375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3F09-EBDC-A42C-4408-C1A66E93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3039C-FFFC-4475-32CA-2BC584AC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indeholder NIS2 i praksis - ansvar</a:t>
            </a:r>
          </a:p>
        </p:txBody>
      </p:sp>
      <p:pic>
        <p:nvPicPr>
          <p:cNvPr id="1026" name="Picture 2" descr="Kromann Reumert - Invest in Odense">
            <a:extLst>
              <a:ext uri="{FF2B5EF4-FFF2-40B4-BE49-F238E27FC236}">
                <a16:creationId xmlns:a16="http://schemas.microsoft.com/office/drawing/2014/main" id="{A6D80ACA-379B-0E06-B003-C4CE7F31E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448" y="2092379"/>
            <a:ext cx="1470239" cy="42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06472140-897E-0EBC-BA63-738B972A1C4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tretch>
            <a:fillRect/>
          </a:stretch>
        </p:blipFill>
        <p:spPr>
          <a:xfrm>
            <a:off x="741888" y="1739115"/>
            <a:ext cx="6911630" cy="5051774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8E9DF82B-C960-55AB-C6EB-B006B2AA311F}"/>
              </a:ext>
            </a:extLst>
          </p:cNvPr>
          <p:cNvSpPr txBox="1"/>
          <p:nvPr/>
        </p:nvSpPr>
        <p:spPr>
          <a:xfrm>
            <a:off x="8051448" y="3507391"/>
            <a:ext cx="41671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  <a:hlinkClick r:id="rId5"/>
              </a:rPr>
              <a:t>https://www.cfcs.dk/nis2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dirty="0">
              <a:solidFill>
                <a:prstClr val="black"/>
              </a:solidFill>
              <a:latin typeface="Montserrat"/>
            </a:endParaRPr>
          </a:p>
          <a:p>
            <a:pPr lvl="0">
              <a:defRPr/>
            </a:pPr>
            <a:r>
              <a:rPr lang="da-DK" dirty="0">
                <a:hlinkClick r:id="rId6"/>
              </a:rPr>
              <a:t>Hvordan kan man arbejde med NIS2? Benyt DI's guides – DI</a:t>
            </a:r>
            <a:endParaRPr lang="da-DK" dirty="0"/>
          </a:p>
          <a:p>
            <a:pPr lvl="0"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lvl="0"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  <a:hlinkClick r:id="rId7"/>
              </a:rPr>
              <a:t>https://digst.dk/tilsyn/nis-2/webinarer-og-informationsmoeder/webinar-om-nis-2/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E44F525E-A506-1B9F-CB57-1A2EE52460FA}"/>
              </a:ext>
            </a:extLst>
          </p:cNvPr>
          <p:cNvSpPr txBox="1"/>
          <p:nvPr/>
        </p:nvSpPr>
        <p:spPr>
          <a:xfrm>
            <a:off x="8102074" y="3138059"/>
            <a:ext cx="767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Mere om NIS2 kan findes her: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662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B464D01-2D53-1634-DC4F-32398FDD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320949F-DA61-5624-5893-284B3534EA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467628"/>
            <a:ext cx="10515600" cy="4398291"/>
          </a:xfrm>
        </p:spPr>
        <p:txBody>
          <a:bodyPr/>
          <a:lstStyle/>
          <a:p>
            <a:r>
              <a:rPr lang="da-DK" dirty="0"/>
              <a:t>Gå sammen 2 og 2.</a:t>
            </a:r>
          </a:p>
          <a:p>
            <a:endParaRPr lang="da-DK" dirty="0"/>
          </a:p>
          <a:p>
            <a:r>
              <a:rPr lang="da-DK" dirty="0"/>
              <a:t>Tjek på NIS 2 tjekket om Hvedebro skal være </a:t>
            </a:r>
            <a:r>
              <a:rPr lang="da-DK" dirty="0" err="1"/>
              <a:t>compliant</a:t>
            </a:r>
            <a:r>
              <a:rPr lang="da-DK" dirty="0"/>
              <a:t>. Hvorfor/hvorfor ikke?</a:t>
            </a:r>
          </a:p>
          <a:p>
            <a:r>
              <a:rPr lang="da-DK" dirty="0"/>
              <a:t>Hvad kunne gøre, at de skulle være </a:t>
            </a:r>
            <a:r>
              <a:rPr lang="da-DK" dirty="0" err="1"/>
              <a:t>compliant</a:t>
            </a:r>
            <a:r>
              <a:rPr lang="da-DK" dirty="0"/>
              <a:t>?</a:t>
            </a:r>
          </a:p>
          <a:p>
            <a:endParaRPr lang="da-DK" dirty="0"/>
          </a:p>
          <a:p>
            <a:r>
              <a:rPr lang="da-DK" dirty="0"/>
              <a:t>Lav en overordnet plan over hvad Hvedebro bør fokusere på, hvis de skulle være NIS2 </a:t>
            </a:r>
            <a:r>
              <a:rPr lang="da-DK" dirty="0" err="1"/>
              <a:t>compliant</a:t>
            </a:r>
            <a:r>
              <a:rPr lang="da-DK" dirty="0"/>
              <a:t>. Jeres Top 10 liste.</a:t>
            </a:r>
          </a:p>
          <a:p>
            <a:endParaRPr lang="da-DK" dirty="0"/>
          </a:p>
          <a:p>
            <a:r>
              <a:rPr lang="da-DK" dirty="0"/>
              <a:t>25 minutter</a:t>
            </a:r>
          </a:p>
          <a:p>
            <a:r>
              <a:rPr lang="da-DK" dirty="0"/>
              <a:t>Forbered 2-3 slides. Gennemgang af 2 løsninger.</a:t>
            </a:r>
          </a:p>
          <a:p>
            <a:endParaRPr lang="da-DK" dirty="0"/>
          </a:p>
          <a:p>
            <a:r>
              <a:rPr lang="da-DK" dirty="0"/>
              <a:t>Tjek evt. https://gdpr.dk/</a:t>
            </a:r>
          </a:p>
        </p:txBody>
      </p:sp>
    </p:spTree>
    <p:extLst>
      <p:ext uri="{BB962C8B-B14F-4D97-AF65-F5344CB8AC3E}">
        <p14:creationId xmlns:p14="http://schemas.microsoft.com/office/powerpoint/2010/main" val="77254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8298-4983-A872-B7F3-30E96CAB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låt rosetbånd">
            <a:extLst>
              <a:ext uri="{FF2B5EF4-FFF2-40B4-BE49-F238E27FC236}">
                <a16:creationId xmlns:a16="http://schemas.microsoft.com/office/drawing/2014/main" id="{C34092BC-ADF7-FFC7-F223-C3D230B762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14" r="3932" b="2"/>
          <a:stretch/>
        </p:blipFill>
        <p:spPr>
          <a:xfrm>
            <a:off x="-1" y="-1"/>
            <a:ext cx="6096001" cy="6858001"/>
          </a:xfrm>
          <a:prstGeom prst="rect">
            <a:avLst/>
          </a:prstGeom>
          <a:noFill/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7553941-ACEA-6E31-E401-914201F58D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</p:spPr>
        <p:txBody>
          <a:bodyPr anchor="ctr">
            <a:normAutofit/>
          </a:bodyPr>
          <a:lstStyle/>
          <a:p>
            <a:r>
              <a:rPr lang="da-DK" dirty="0"/>
              <a:t>GDPR i hovedtræk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791CDC4-A9B7-F790-E704-F08BB7CC6D97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591015" y="2038525"/>
            <a:ext cx="5042786" cy="415700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1" i="0" u="none" strike="noStrike" cap="none" normalizeH="0" baseline="0" dirty="0">
                <a:ln>
                  <a:noFill/>
                </a:ln>
                <a:effectLst/>
              </a:rPr>
              <a:t>GDPR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(General Data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Protection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Regulation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) er EU's forordning om databeskyttelse, der trådte i kraft den 25. maj 2018.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Målet er at beskytte personoplysninger og styrke individers rettigheder inden for EU/EØS.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GDPR gælder for alle organisationer, der behandler personoplysninger om personer i EU, uanset hvor organisationen er baseret.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da-DK" altLang="da-DK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Datatilsynet fører kontrol med GDPR overholdelse.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857F6815-6539-1FC2-FA6F-F0F82890BF07}"/>
              </a:ext>
            </a:extLst>
          </p:cNvPr>
          <p:cNvSpPr txBox="1"/>
          <p:nvPr/>
        </p:nvSpPr>
        <p:spPr>
          <a:xfrm>
            <a:off x="6591015" y="6149739"/>
            <a:ext cx="4600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3"/>
              </a:rPr>
              <a:t>https://www.sikkerdigital.dk/myndighed/databeskyttelse-og-gdpr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98245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D080D0D-2F73-F10B-671A-D636C34F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personoplysninger</a:t>
            </a:r>
          </a:p>
        </p:txBody>
      </p:sp>
      <p:pic>
        <p:nvPicPr>
          <p:cNvPr id="7" name="Pladsholder til indhold 4">
            <a:extLst>
              <a:ext uri="{FF2B5EF4-FFF2-40B4-BE49-F238E27FC236}">
                <a16:creationId xmlns:a16="http://schemas.microsoft.com/office/drawing/2014/main" id="{A5DC069F-E0E5-EFF5-63BD-C36E919C955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48091" y="1297658"/>
            <a:ext cx="8295817" cy="5198835"/>
          </a:xfrm>
        </p:spPr>
      </p:pic>
    </p:spTree>
    <p:extLst>
      <p:ext uri="{BB962C8B-B14F-4D97-AF65-F5344CB8AC3E}">
        <p14:creationId xmlns:p14="http://schemas.microsoft.com/office/powerpoint/2010/main" val="380921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E5C9D55-390C-4BC3-6A5E-7000E8B4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Hovedkrav i forordningen (ikke fyldestgørende)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D3161BF-AF0A-A0E5-5479-038C64DB73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3450" y="1791477"/>
            <a:ext cx="11096625" cy="4398291"/>
          </a:xfrm>
        </p:spPr>
        <p:txBody>
          <a:bodyPr/>
          <a:lstStyle/>
          <a:p>
            <a:r>
              <a:rPr lang="da-DK" b="1" dirty="0"/>
              <a:t>5 vigtige GDPR-regler</a:t>
            </a:r>
            <a:endParaRPr lang="da-DK" dirty="0"/>
          </a:p>
          <a:p>
            <a:pPr fontAlgn="base"/>
            <a:r>
              <a:rPr lang="da-DK" dirty="0"/>
              <a:t>Føre fortegnelse over processer hvor der behandles personoplysninger.</a:t>
            </a:r>
          </a:p>
          <a:p>
            <a:pPr fontAlgn="base"/>
            <a:r>
              <a:rPr lang="da-DK" dirty="0"/>
              <a:t>Dokumentere at principper/lovgivning for god databehandling efterleves.</a:t>
            </a:r>
          </a:p>
          <a:p>
            <a:pPr fontAlgn="base"/>
            <a:r>
              <a:rPr lang="da-DK" dirty="0"/>
              <a:t>Dokumentere at virksomheden har indført passende foranstaltninger.</a:t>
            </a:r>
          </a:p>
          <a:p>
            <a:pPr fontAlgn="base"/>
            <a:r>
              <a:rPr lang="da-DK" dirty="0"/>
              <a:t>Oplyse registrerede om hvordan deres data behandles.</a:t>
            </a:r>
          </a:p>
          <a:p>
            <a:pPr fontAlgn="base"/>
            <a:r>
              <a:rPr lang="da-DK" dirty="0"/>
              <a:t>Bevise, at virksomheden efterlever lovgivningen f.eks. hvis der anvendes </a:t>
            </a:r>
            <a:r>
              <a:rPr lang="da-DK" dirty="0" err="1"/>
              <a:t>databehandlere</a:t>
            </a:r>
            <a:r>
              <a:rPr lang="da-DK" dirty="0"/>
              <a:t> mv.</a:t>
            </a:r>
          </a:p>
          <a:p>
            <a:endParaRPr lang="da-DK" b="1" dirty="0"/>
          </a:p>
          <a:p>
            <a:r>
              <a:rPr lang="da-DK" b="1" dirty="0"/>
              <a:t>Andre relevante GDPR-regler</a:t>
            </a:r>
            <a:endParaRPr lang="da-DK" dirty="0"/>
          </a:p>
          <a:p>
            <a:pPr fontAlgn="base"/>
            <a:r>
              <a:rPr lang="da-DK" dirty="0"/>
              <a:t>Lave en risikovurdering af databehandling.</a:t>
            </a:r>
          </a:p>
          <a:p>
            <a:pPr fontAlgn="base"/>
            <a:r>
              <a:rPr lang="da-DK" dirty="0"/>
              <a:t>Indgå databehandleraftaler og føre tilsyn.</a:t>
            </a:r>
          </a:p>
          <a:p>
            <a:pPr fontAlgn="base"/>
            <a:r>
              <a:rPr lang="da-DK" dirty="0"/>
              <a:t>Bruge databeskyttelse gennem design og databeskyttelse gennem standardindstillinger.</a:t>
            </a:r>
          </a:p>
          <a:p>
            <a:pPr fontAlgn="base"/>
            <a:r>
              <a:rPr lang="da-DK" dirty="0"/>
              <a:t>Efterleve kunders og ansattes rettigheder. </a:t>
            </a:r>
          </a:p>
        </p:txBody>
      </p:sp>
    </p:spTree>
    <p:extLst>
      <p:ext uri="{BB962C8B-B14F-4D97-AF65-F5344CB8AC3E}">
        <p14:creationId xmlns:p14="http://schemas.microsoft.com/office/powerpoint/2010/main" val="2776185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7DEF7-9668-FABA-253A-F17F1BB0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Krav til samtykke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9F873EB-2548-E75E-2D03-B25FC6F1CBC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62884869"/>
              </p:ext>
            </p:extLst>
          </p:nvPr>
        </p:nvGraphicFramePr>
        <p:xfrm>
          <a:off x="838200" y="923925"/>
          <a:ext cx="10515600" cy="4398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kstfelt 3">
            <a:extLst>
              <a:ext uri="{FF2B5EF4-FFF2-40B4-BE49-F238E27FC236}">
                <a16:creationId xmlns:a16="http://schemas.microsoft.com/office/drawing/2014/main" id="{8AFED16F-7B05-5754-FE4F-34CCF860D1B6}"/>
              </a:ext>
            </a:extLst>
          </p:cNvPr>
          <p:cNvSpPr txBox="1"/>
          <p:nvPr/>
        </p:nvSpPr>
        <p:spPr>
          <a:xfrm>
            <a:off x="3452813" y="5322888"/>
            <a:ext cx="69389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5: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Principper for behandling af personoplysninger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6: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Lovlighed af behandling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7: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Samtykke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9: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Særlige kategorier af oplysninger (følsomme data)</a:t>
            </a:r>
          </a:p>
        </p:txBody>
      </p:sp>
    </p:spTree>
    <p:extLst>
      <p:ext uri="{BB962C8B-B14F-4D97-AF65-F5344CB8AC3E}">
        <p14:creationId xmlns:p14="http://schemas.microsoft.com/office/powerpoint/2010/main" val="393480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1CDB6E-404D-A8C9-4EE9-7541B10E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Rettigheder for den registrerede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7B15515-980D-C15B-C185-505F88A3948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7027411"/>
              </p:ext>
            </p:extLst>
          </p:nvPr>
        </p:nvGraphicFramePr>
        <p:xfrm>
          <a:off x="981075" y="760148"/>
          <a:ext cx="10515600" cy="4221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3AB08CB2-5ADE-F74A-34D0-C665FDB20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5813" y="4613613"/>
            <a:ext cx="55061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12: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Gennemsigtig information og kommunikation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13-14: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Oplysningspligt ved indsamling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15: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 til indsigt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17: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 til sletning ("retten til at blive glemt")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18: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 til begrænsning af behandling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20: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 til </a:t>
            </a:r>
            <a:r>
              <a:rPr kumimoji="0" lang="da-DK" altLang="da-DK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dataportabilitet</a:t>
            </a:r>
            <a:endParaRPr kumimoji="0" lang="da-DK" altLang="da-D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21: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 til indsigelse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16: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 til berigtigelse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22: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Automatiske individuelle afgørelser, herunder profilering</a:t>
            </a:r>
          </a:p>
        </p:txBody>
      </p:sp>
    </p:spTree>
    <p:extLst>
      <p:ext uri="{BB962C8B-B14F-4D97-AF65-F5344CB8AC3E}">
        <p14:creationId xmlns:p14="http://schemas.microsoft.com/office/powerpoint/2010/main" val="1657265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CEC19E-C92E-DD8E-9516-1C5E450D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Ansvar og forpligtelser for organisationer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DF02BD75-3015-8FE8-4835-0FB610B6F02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48781021"/>
              </p:ext>
            </p:extLst>
          </p:nvPr>
        </p:nvGraphicFramePr>
        <p:xfrm>
          <a:off x="914400" y="482388"/>
          <a:ext cx="10515600" cy="4398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4DDF014A-087E-44DE-5BB7-B532A7F71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78" y="4495202"/>
            <a:ext cx="553709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24: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Ansvarlighed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25: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Databeskyttelse gennem design og standardindstillinger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28: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Databehandleraftaler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30: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Fortegnelser over behandlingsaktiviteter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32: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Sikkerhed ved behandling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33: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Anmeldelse af brud til tilsynsmyndigheden (72 timer)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35: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Konsekvensanalyse (DPIA)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37-39: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Databeskyttelsesrådgiver (DPO)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Artikel 34: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Underretning af registrerede ved brud</a:t>
            </a:r>
          </a:p>
        </p:txBody>
      </p:sp>
    </p:spTree>
    <p:extLst>
      <p:ext uri="{BB962C8B-B14F-4D97-AF65-F5344CB8AC3E}">
        <p14:creationId xmlns:p14="http://schemas.microsoft.com/office/powerpoint/2010/main" val="3442958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612AD2-45A8-6F2D-A14D-83B49B3F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Artikel 32 - behandlingssikkerhed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6A1BD-DB0C-364C-FC41-2596BC2A29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Når du har ansvaret for en behandling af personoplysninger, er det vigtigt at være opmærksom på, at du i tilstrækkelig grad beskytter de oplysninger, du har ansvaret for behandlingen af. Eksempel på foranstaltninger.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711F4022-1339-2F87-45B7-C919DF0B8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890" y="2492341"/>
            <a:ext cx="4048869" cy="413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95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4F8A5-7C76-7746-7F00-4E34196F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da-DK" sz="3600" dirty="0"/>
              <a:t>Bøder</a:t>
            </a:r>
            <a:r>
              <a:rPr lang="da-DK" sz="3600" b="1" dirty="0"/>
              <a:t> </a:t>
            </a:r>
            <a:r>
              <a:rPr lang="da-DK" sz="3600" dirty="0"/>
              <a:t>og sanktioner (eksempler)</a:t>
            </a:r>
            <a:br>
              <a:rPr lang="da-DK" sz="3000" dirty="0"/>
            </a:br>
            <a:endParaRPr lang="da-DK" sz="30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F85D462-5EC4-0479-5601-CC76EEB4AE36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838200" y="1790700"/>
          <a:ext cx="10515600" cy="4398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kstfelt 2">
            <a:extLst>
              <a:ext uri="{FF2B5EF4-FFF2-40B4-BE49-F238E27FC236}">
                <a16:creationId xmlns:a16="http://schemas.microsoft.com/office/drawing/2014/main" id="{CC31490D-917C-F58A-785F-FBA428804F5A}"/>
              </a:ext>
            </a:extLst>
          </p:cNvPr>
          <p:cNvSpPr txBox="1"/>
          <p:nvPr/>
        </p:nvSpPr>
        <p:spPr>
          <a:xfrm>
            <a:off x="838200" y="6391382"/>
            <a:ext cx="4445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da-DK">
                <a:hlinkClick r:id="rId7"/>
              </a:rPr>
              <a:t>GDPR-univers for små virksomheder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23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58DB-5022-55B7-20EC-018A11CD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B5CC8B4-B704-0101-F53C-DBB93321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13169DF9-DC6C-326F-008A-ABE8C8A718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331806"/>
            <a:ext cx="10515600" cy="4999847"/>
          </a:xfrm>
        </p:spPr>
        <p:txBody>
          <a:bodyPr/>
          <a:lstStyle/>
          <a:p>
            <a:r>
              <a:rPr lang="da-DK" dirty="0"/>
              <a:t>Gå sammen omkring bordet.</a:t>
            </a:r>
          </a:p>
          <a:p>
            <a:r>
              <a:rPr lang="da-DK" b="1" dirty="0"/>
              <a:t>Opgave 1.</a:t>
            </a:r>
          </a:p>
          <a:p>
            <a:r>
              <a:rPr lang="da-DK" dirty="0"/>
              <a:t>Gå ind på datatilsynets hjemmeside og find en GDPR afgørelse.</a:t>
            </a:r>
          </a:p>
          <a:p>
            <a:r>
              <a:rPr lang="da-DK" dirty="0"/>
              <a:t>Hvad skete? Hvor er GDPR bekendtgørelsen overtrådt?</a:t>
            </a:r>
          </a:p>
          <a:p>
            <a:r>
              <a:rPr lang="da-DK" dirty="0"/>
              <a:t>Hvad burde virksomheden have gjort?</a:t>
            </a:r>
          </a:p>
          <a:p>
            <a:r>
              <a:rPr lang="da-DK" dirty="0"/>
              <a:t>Hvad var sanktionen?</a:t>
            </a:r>
          </a:p>
          <a:p>
            <a:endParaRPr lang="da-DK" dirty="0"/>
          </a:p>
          <a:p>
            <a:r>
              <a:rPr lang="da-DK" b="1" dirty="0"/>
              <a:t>Opgave 2</a:t>
            </a:r>
            <a:r>
              <a:rPr lang="da-DK" dirty="0"/>
              <a:t>. </a:t>
            </a:r>
          </a:p>
          <a:p>
            <a:r>
              <a:rPr lang="da-DK" dirty="0"/>
              <a:t>Undersøg hvornår man skal have en DPO</a:t>
            </a:r>
          </a:p>
          <a:p>
            <a:r>
              <a:rPr lang="da-DK" dirty="0"/>
              <a:t>Hvad er ”</a:t>
            </a:r>
            <a:r>
              <a:rPr lang="da-DK" dirty="0" err="1"/>
              <a:t>privacy</a:t>
            </a:r>
            <a:r>
              <a:rPr lang="da-DK" dirty="0"/>
              <a:t> by design”?</a:t>
            </a:r>
          </a:p>
          <a:p>
            <a:r>
              <a:rPr lang="da-DK" dirty="0"/>
              <a:t>Hvornår har man ret til indsigt?</a:t>
            </a:r>
          </a:p>
          <a:p>
            <a:r>
              <a:rPr lang="da-DK" dirty="0"/>
              <a:t>Hvad er en databehandleraftale?</a:t>
            </a:r>
          </a:p>
          <a:p>
            <a:r>
              <a:rPr lang="da-DK" dirty="0"/>
              <a:t>Hvad gælder for retten til at blive glemt?</a:t>
            </a:r>
          </a:p>
          <a:p>
            <a:r>
              <a:rPr lang="da-DK" dirty="0">
                <a:solidFill>
                  <a:srgbClr val="FF0000"/>
                </a:solidFill>
              </a:rPr>
              <a:t>25 minutter. Derefter gennemgår vi et par gruppers løsninger. Lav 2 slides</a:t>
            </a:r>
            <a:r>
              <a:rPr lang="da-DK" dirty="0"/>
              <a:t>.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42888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B8F48-BAC3-7028-C236-8F55420363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</p:spPr>
        <p:txBody>
          <a:bodyPr anchor="ctr">
            <a:normAutofit/>
          </a:bodyPr>
          <a:lstStyle/>
          <a:p>
            <a:r>
              <a:rPr lang="da-DK" dirty="0"/>
              <a:t>Hvad er DORA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10DB2F46-0205-60F2-F75E-28B978B96F14}"/>
              </a:ext>
            </a:extLst>
          </p:cNvPr>
          <p:cNvGrpSpPr/>
          <p:nvPr/>
        </p:nvGrpSpPr>
        <p:grpSpPr>
          <a:xfrm>
            <a:off x="5990254" y="837025"/>
            <a:ext cx="5655776" cy="5208818"/>
            <a:chOff x="5990254" y="837025"/>
            <a:chExt cx="5655776" cy="5208818"/>
          </a:xfrm>
        </p:grpSpPr>
        <p:sp>
          <p:nvSpPr>
            <p:cNvPr id="4" name="Rektangel: afrundede hjørner 3">
              <a:extLst>
                <a:ext uri="{FF2B5EF4-FFF2-40B4-BE49-F238E27FC236}">
                  <a16:creationId xmlns:a16="http://schemas.microsoft.com/office/drawing/2014/main" id="{236DF232-D4CE-CBDD-0C02-707B969BB2BC}"/>
                </a:ext>
              </a:extLst>
            </p:cNvPr>
            <p:cNvSpPr/>
            <p:nvPr/>
          </p:nvSpPr>
          <p:spPr>
            <a:xfrm>
              <a:off x="5990254" y="902570"/>
              <a:ext cx="5655776" cy="12815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" name="Rektangel 5" descr="Astronaut">
              <a:extLst>
                <a:ext uri="{FF2B5EF4-FFF2-40B4-BE49-F238E27FC236}">
                  <a16:creationId xmlns:a16="http://schemas.microsoft.com/office/drawing/2014/main" id="{8C751C5B-77B5-C148-9990-C159C78A9E51}"/>
                </a:ext>
              </a:extLst>
            </p:cNvPr>
            <p:cNvSpPr/>
            <p:nvPr/>
          </p:nvSpPr>
          <p:spPr>
            <a:xfrm>
              <a:off x="6378514" y="1154807"/>
              <a:ext cx="706618" cy="705928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" name="Kombinationstegning: figur 6">
              <a:extLst>
                <a:ext uri="{FF2B5EF4-FFF2-40B4-BE49-F238E27FC236}">
                  <a16:creationId xmlns:a16="http://schemas.microsoft.com/office/drawing/2014/main" id="{DEC5657B-DD49-BC66-F216-8A50001EB4CC}"/>
                </a:ext>
              </a:extLst>
            </p:cNvPr>
            <p:cNvSpPr/>
            <p:nvPr/>
          </p:nvSpPr>
          <p:spPr>
            <a:xfrm>
              <a:off x="7452373" y="837025"/>
              <a:ext cx="3835876" cy="1283506"/>
            </a:xfrm>
            <a:custGeom>
              <a:avLst/>
              <a:gdLst>
                <a:gd name="connsiteX0" fmla="*/ 0 w 3835876"/>
                <a:gd name="connsiteY0" fmla="*/ 0 h 1283506"/>
                <a:gd name="connsiteX1" fmla="*/ 3835876 w 3835876"/>
                <a:gd name="connsiteY1" fmla="*/ 0 h 1283506"/>
                <a:gd name="connsiteX2" fmla="*/ 3835876 w 3835876"/>
                <a:gd name="connsiteY2" fmla="*/ 1283506 h 1283506"/>
                <a:gd name="connsiteX3" fmla="*/ 0 w 3835876"/>
                <a:gd name="connsiteY3" fmla="*/ 1283506 h 1283506"/>
                <a:gd name="connsiteX4" fmla="*/ 0 w 3835876"/>
                <a:gd name="connsiteY4" fmla="*/ 0 h 128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35876" h="1283506">
                  <a:moveTo>
                    <a:pt x="0" y="0"/>
                  </a:moveTo>
                  <a:lnTo>
                    <a:pt x="3835876" y="0"/>
                  </a:lnTo>
                  <a:lnTo>
                    <a:pt x="3835876" y="1283506"/>
                  </a:lnTo>
                  <a:lnTo>
                    <a:pt x="0" y="12835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838" tIns="135838" rIns="135838" bIns="135838" numCol="1" spcCol="1270" anchor="ctr" anchorCtr="0">
              <a:noAutofit/>
            </a:bodyPr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DORA (Digital Operational </a:t>
              </a:r>
              <a:r>
                <a:rPr kumimoji="0" lang="da-DK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Resilience</a:t>
              </a:r>
              <a:r>
                <a:rPr kumimoji="0" lang="da-DK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</a:t>
              </a:r>
              <a:r>
                <a:rPr kumimoji="0" lang="da-DK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Act</a:t>
              </a:r>
              <a:r>
                <a:rPr kumimoji="0" lang="da-DK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)</a:t>
              </a: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er en </a:t>
              </a: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EU-forordning</a:t>
              </a: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, der sigter mod at styrke den digitale operationelle modstandsdygtighed for finansielle institutioner i EU.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" name="Rektangel: afrundede hjørner 7">
              <a:extLst>
                <a:ext uri="{FF2B5EF4-FFF2-40B4-BE49-F238E27FC236}">
                  <a16:creationId xmlns:a16="http://schemas.microsoft.com/office/drawing/2014/main" id="{59D91909-9E18-DC23-1C49-0327CD77366C}"/>
                </a:ext>
              </a:extLst>
            </p:cNvPr>
            <p:cNvSpPr/>
            <p:nvPr/>
          </p:nvSpPr>
          <p:spPr>
            <a:xfrm>
              <a:off x="5990254" y="2672516"/>
              <a:ext cx="5655776" cy="1523778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" name="Rektangel 8" descr="Office Worker">
              <a:extLst>
                <a:ext uri="{FF2B5EF4-FFF2-40B4-BE49-F238E27FC236}">
                  <a16:creationId xmlns:a16="http://schemas.microsoft.com/office/drawing/2014/main" id="{4DD43BFB-008F-5AB1-BBAC-35733A129DCA}"/>
                </a:ext>
              </a:extLst>
            </p:cNvPr>
            <p:cNvSpPr/>
            <p:nvPr/>
          </p:nvSpPr>
          <p:spPr>
            <a:xfrm>
              <a:off x="6378514" y="2894955"/>
              <a:ext cx="706618" cy="705928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" name="Kombinationstegning: figur 9">
              <a:extLst>
                <a:ext uri="{FF2B5EF4-FFF2-40B4-BE49-F238E27FC236}">
                  <a16:creationId xmlns:a16="http://schemas.microsoft.com/office/drawing/2014/main" id="{6569ABAE-69B0-C2DD-547E-BD91232BD8D8}"/>
                </a:ext>
              </a:extLst>
            </p:cNvPr>
            <p:cNvSpPr/>
            <p:nvPr/>
          </p:nvSpPr>
          <p:spPr>
            <a:xfrm>
              <a:off x="7484439" y="2800392"/>
              <a:ext cx="3835876" cy="1283506"/>
            </a:xfrm>
            <a:custGeom>
              <a:avLst/>
              <a:gdLst>
                <a:gd name="connsiteX0" fmla="*/ 0 w 3835876"/>
                <a:gd name="connsiteY0" fmla="*/ 0 h 1283506"/>
                <a:gd name="connsiteX1" fmla="*/ 3835876 w 3835876"/>
                <a:gd name="connsiteY1" fmla="*/ 0 h 1283506"/>
                <a:gd name="connsiteX2" fmla="*/ 3835876 w 3835876"/>
                <a:gd name="connsiteY2" fmla="*/ 1283506 h 1283506"/>
                <a:gd name="connsiteX3" fmla="*/ 0 w 3835876"/>
                <a:gd name="connsiteY3" fmla="*/ 1283506 h 1283506"/>
                <a:gd name="connsiteX4" fmla="*/ 0 w 3835876"/>
                <a:gd name="connsiteY4" fmla="*/ 0 h 128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35876" h="1283506">
                  <a:moveTo>
                    <a:pt x="0" y="0"/>
                  </a:moveTo>
                  <a:lnTo>
                    <a:pt x="3835876" y="0"/>
                  </a:lnTo>
                  <a:lnTo>
                    <a:pt x="3835876" y="1283506"/>
                  </a:lnTo>
                  <a:lnTo>
                    <a:pt x="0" y="12835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838" tIns="135838" rIns="135838" bIns="135838" numCol="1" spcCol="1270" anchor="ctr" anchorCtr="0">
              <a:noAutofit/>
            </a:bodyPr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DORA blev vedtaget i 2022 og stiller krav til, hvordan finansielle virksomheder skal håndtere digitale risici og opretholde sikker drift i deres IT-infrastruktur. </a:t>
              </a: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Finanstilsynet fører kontrol</a:t>
              </a: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med DORA. Virkning fra 17. jan. 2025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1" name="Rektangel: afrundede hjørner 10">
              <a:extLst>
                <a:ext uri="{FF2B5EF4-FFF2-40B4-BE49-F238E27FC236}">
                  <a16:creationId xmlns:a16="http://schemas.microsoft.com/office/drawing/2014/main" id="{ACD4CE55-0CE4-88D4-F398-ECDB0631CF8A}"/>
                </a:ext>
              </a:extLst>
            </p:cNvPr>
            <p:cNvSpPr/>
            <p:nvPr/>
          </p:nvSpPr>
          <p:spPr>
            <a:xfrm>
              <a:off x="5990254" y="4688964"/>
              <a:ext cx="5655776" cy="135687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" name="Rektangel 11" descr="Lås">
              <a:extLst>
                <a:ext uri="{FF2B5EF4-FFF2-40B4-BE49-F238E27FC236}">
                  <a16:creationId xmlns:a16="http://schemas.microsoft.com/office/drawing/2014/main" id="{931D8F9E-2A5F-96C3-6BB6-2424656206AE}"/>
                </a:ext>
              </a:extLst>
            </p:cNvPr>
            <p:cNvSpPr/>
            <p:nvPr/>
          </p:nvSpPr>
          <p:spPr>
            <a:xfrm>
              <a:off x="6378514" y="5064955"/>
              <a:ext cx="706618" cy="705928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Kombinationstegning: figur 12">
              <a:extLst>
                <a:ext uri="{FF2B5EF4-FFF2-40B4-BE49-F238E27FC236}">
                  <a16:creationId xmlns:a16="http://schemas.microsoft.com/office/drawing/2014/main" id="{0C14DCA1-6DD8-1FE6-2ECB-2E018DCA64F7}"/>
                </a:ext>
              </a:extLst>
            </p:cNvPr>
            <p:cNvSpPr/>
            <p:nvPr/>
          </p:nvSpPr>
          <p:spPr>
            <a:xfrm>
              <a:off x="7490223" y="4762337"/>
              <a:ext cx="3835876" cy="1283506"/>
            </a:xfrm>
            <a:custGeom>
              <a:avLst/>
              <a:gdLst>
                <a:gd name="connsiteX0" fmla="*/ 0 w 3835876"/>
                <a:gd name="connsiteY0" fmla="*/ 0 h 1283506"/>
                <a:gd name="connsiteX1" fmla="*/ 3835876 w 3835876"/>
                <a:gd name="connsiteY1" fmla="*/ 0 h 1283506"/>
                <a:gd name="connsiteX2" fmla="*/ 3835876 w 3835876"/>
                <a:gd name="connsiteY2" fmla="*/ 1283506 h 1283506"/>
                <a:gd name="connsiteX3" fmla="*/ 0 w 3835876"/>
                <a:gd name="connsiteY3" fmla="*/ 1283506 h 1283506"/>
                <a:gd name="connsiteX4" fmla="*/ 0 w 3835876"/>
                <a:gd name="connsiteY4" fmla="*/ 0 h 128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35876" h="1283506">
                  <a:moveTo>
                    <a:pt x="0" y="0"/>
                  </a:moveTo>
                  <a:lnTo>
                    <a:pt x="3835876" y="0"/>
                  </a:lnTo>
                  <a:lnTo>
                    <a:pt x="3835876" y="1283506"/>
                  </a:lnTo>
                  <a:lnTo>
                    <a:pt x="0" y="128350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838" tIns="135838" rIns="135838" bIns="135838" numCol="1" spcCol="1270" anchor="ctr" anchorCtr="0">
              <a:noAutofit/>
            </a:bodyPr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Formålet er at sikre, at finanssektoren kan modstå og hurtigt komme sig over digitale trusler og operationelle forstyrrelser.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5" name="Billede 4">
            <a:extLst>
              <a:ext uri="{FF2B5EF4-FFF2-40B4-BE49-F238E27FC236}">
                <a16:creationId xmlns:a16="http://schemas.microsoft.com/office/drawing/2014/main" id="{5B760867-17B8-2CF4-2EE3-CD9232064C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968" y="1935984"/>
            <a:ext cx="3822571" cy="3834899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A8AD4ECB-5CA1-1048-565E-51142F87A044}"/>
              </a:ext>
            </a:extLst>
          </p:cNvPr>
          <p:cNvSpPr txBox="1"/>
          <p:nvPr/>
        </p:nvSpPr>
        <p:spPr>
          <a:xfrm>
            <a:off x="1767316" y="6237168"/>
            <a:ext cx="922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Mere om DORA:  https://www.finanstilsynet.dk/lovgivning/eu-lovsamling/dora </a:t>
            </a:r>
          </a:p>
        </p:txBody>
      </p:sp>
    </p:spTree>
    <p:extLst>
      <p:ext uri="{BB962C8B-B14F-4D97-AF65-F5344CB8AC3E}">
        <p14:creationId xmlns:p14="http://schemas.microsoft.com/office/powerpoint/2010/main" val="127856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ACB3-8456-B070-380D-3FF15901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EB89F9C-CEBD-587A-916A-AC88BB8D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1136086" cy="920749"/>
          </a:xfrm>
        </p:spPr>
        <p:txBody>
          <a:bodyPr/>
          <a:lstStyle/>
          <a:p>
            <a:r>
              <a:rPr lang="da-DK" dirty="0"/>
              <a:t>De 5 hovedsøjler - IKT (Informations og kommunikations teknologi)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84A7CB7-D38C-CEF4-5BE1-4C3D56751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.</a:t>
            </a:r>
          </a:p>
          <a:p>
            <a:endParaRPr lang="da-DK" dirty="0"/>
          </a:p>
          <a:p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D19AB70-95EA-C20E-43A1-4CFFAC2CF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96" y="1891784"/>
            <a:ext cx="9036514" cy="3968954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44E8E0F3-4E78-BEEB-151E-D2658577E4C5}"/>
              </a:ext>
            </a:extLst>
          </p:cNvPr>
          <p:cNvSpPr txBox="1"/>
          <p:nvPr/>
        </p:nvSpPr>
        <p:spPr>
          <a:xfrm>
            <a:off x="8719458" y="6005102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Kilde: Finanstilsynet</a:t>
            </a:r>
          </a:p>
        </p:txBody>
      </p:sp>
    </p:spTree>
    <p:extLst>
      <p:ext uri="{BB962C8B-B14F-4D97-AF65-F5344CB8AC3E}">
        <p14:creationId xmlns:p14="http://schemas.microsoft.com/office/powerpoint/2010/main" val="2592922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E83D5510-39F9-173E-8615-3995627CC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sz="3000" dirty="0"/>
              <a:t>Målsætning med DORA</a:t>
            </a:r>
            <a:br>
              <a:rPr lang="da-DK" sz="3000" dirty="0"/>
            </a:br>
            <a:endParaRPr lang="en-US" sz="3000" dirty="0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A7215FA-2012-9BA3-CB7B-5B6B09EC82E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366437134"/>
              </p:ext>
            </p:extLst>
          </p:nvPr>
        </p:nvGraphicFramePr>
        <p:xfrm>
          <a:off x="838200" y="1735494"/>
          <a:ext cx="10515600" cy="448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3657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3A11FFD-E9A0-BF9B-2DEA-1688E79C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Krav til Finansielle institutioner</a:t>
            </a:r>
          </a:p>
        </p:txBody>
      </p:sp>
      <p:graphicFrame>
        <p:nvGraphicFramePr>
          <p:cNvPr id="15" name="Pladsholder til indhold 3">
            <a:extLst>
              <a:ext uri="{FF2B5EF4-FFF2-40B4-BE49-F238E27FC236}">
                <a16:creationId xmlns:a16="http://schemas.microsoft.com/office/drawing/2014/main" id="{52B94B95-7020-1C90-6687-C4659150E240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838200" y="1735494"/>
          <a:ext cx="10515600" cy="448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2985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E0597-5111-6665-B9CB-47C2B6FEA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/>
              <a:t>Krav til tredjepartsleverandører og Outsourcing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9E6D3E6-37F9-5602-CE15-2B4089F1F87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83804783"/>
              </p:ext>
            </p:extLst>
          </p:nvPr>
        </p:nvGraphicFramePr>
        <p:xfrm>
          <a:off x="838200" y="1735494"/>
          <a:ext cx="10515600" cy="448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222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62D706-C627-7B85-EDF7-9B1C05B5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Dora – Sanktioner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C48C337F-496C-7136-C84C-2A69875D31F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96675076"/>
              </p:ext>
            </p:extLst>
          </p:nvPr>
        </p:nvGraphicFramePr>
        <p:xfrm>
          <a:off x="838200" y="1791478"/>
          <a:ext cx="10515600" cy="4398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kstfelt 2">
            <a:extLst>
              <a:ext uri="{FF2B5EF4-FFF2-40B4-BE49-F238E27FC236}">
                <a16:creationId xmlns:a16="http://schemas.microsoft.com/office/drawing/2014/main" id="{69523FC9-41DA-BD3D-1E44-A28F39249FBB}"/>
              </a:ext>
            </a:extLst>
          </p:cNvPr>
          <p:cNvSpPr txBox="1"/>
          <p:nvPr/>
        </p:nvSpPr>
        <p:spPr>
          <a:xfrm>
            <a:off x="1090863" y="5919537"/>
            <a:ext cx="922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  <a:hlinkClick r:id="rId7"/>
              </a:rPr>
              <a:t>Mere om DORA:  https://www.finanstilsynet.dk/lovgivning/eu-lovsamling/dora 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194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E8AB-E1C2-1E45-E50D-788C089D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7A5ABED-5AD9-49CA-7E1F-9DDFFFC3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AFEB5F4-BDCC-C3B3-A5AB-96CB41F85D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Gå sammen omkring bordet.</a:t>
            </a:r>
          </a:p>
          <a:p>
            <a:endParaRPr lang="da-DK" dirty="0"/>
          </a:p>
          <a:p>
            <a:r>
              <a:rPr lang="da-DK" dirty="0"/>
              <a:t>Hvad gælder/gør man i forbindelse med rapportering af incidents  (artikel 17-23) ?</a:t>
            </a:r>
          </a:p>
          <a:p>
            <a:r>
              <a:rPr lang="da-DK" dirty="0"/>
              <a:t>Hvad ligger i udveksling af oplysninger/trusler (artikel 45)?</a:t>
            </a:r>
          </a:p>
          <a:p>
            <a:r>
              <a:rPr lang="da-DK" dirty="0"/>
              <a:t>Hvordan/hvor indrapporterer man brud? </a:t>
            </a:r>
          </a:p>
          <a:p>
            <a:r>
              <a:rPr lang="da-DK" dirty="0"/>
              <a:t> </a:t>
            </a:r>
          </a:p>
          <a:p>
            <a:r>
              <a:rPr lang="da-DK" dirty="0"/>
              <a:t>15 minutter</a:t>
            </a:r>
          </a:p>
          <a:p>
            <a:endParaRPr lang="da-DK" dirty="0"/>
          </a:p>
          <a:p>
            <a:r>
              <a:rPr lang="da-DK" dirty="0"/>
              <a:t>Drøftelse i klassen.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6643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05049-4A93-44A1-5CD5-F9B10AB3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AI </a:t>
            </a:r>
            <a:r>
              <a:rPr lang="da-DK" dirty="0" err="1"/>
              <a:t>act</a:t>
            </a:r>
            <a:r>
              <a:rPr lang="da-DK" dirty="0"/>
              <a:t> - Hjemmeopgave</a:t>
            </a:r>
            <a:br>
              <a:rPr lang="da-DK" dirty="0"/>
            </a:b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681B63F-479B-2BE1-D15E-EBA31FC0F9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7725" y="1696228"/>
            <a:ext cx="10515600" cy="4398291"/>
          </a:xfrm>
        </p:spPr>
        <p:txBody>
          <a:bodyPr/>
          <a:lstStyle/>
          <a:p>
            <a:r>
              <a:rPr lang="da-DK" dirty="0"/>
              <a:t>Gruppeopgave 4 personer:</a:t>
            </a:r>
          </a:p>
          <a:p>
            <a:endParaRPr lang="da-DK" dirty="0"/>
          </a:p>
          <a:p>
            <a:r>
              <a:rPr lang="da-DK" dirty="0"/>
              <a:t>Ud fra </a:t>
            </a:r>
            <a:r>
              <a:rPr lang="da-DK" dirty="0" err="1"/>
              <a:t>Cybersikkerhed</a:t>
            </a:r>
            <a:r>
              <a:rPr lang="da-DK" dirty="0"/>
              <a:t> – Helt sikkert, og nettet skal I redegøre for følgende.</a:t>
            </a:r>
          </a:p>
          <a:p>
            <a:endParaRPr lang="da-DK" dirty="0"/>
          </a:p>
          <a:p>
            <a:r>
              <a:rPr lang="da-DK" dirty="0"/>
              <a:t>Direktionen i Hvedebro har hørt om AI </a:t>
            </a:r>
            <a:r>
              <a:rPr lang="da-DK" dirty="0" err="1"/>
              <a:t>act</a:t>
            </a:r>
            <a:r>
              <a:rPr lang="da-DK" dirty="0"/>
              <a:t> og har bedt jer redegøre forfølgende på næste direktionsmøde:</a:t>
            </a:r>
          </a:p>
          <a:p>
            <a:pPr marL="342900" indent="-342900">
              <a:buAutoNum type="arabicPeriod"/>
            </a:pPr>
            <a:r>
              <a:rPr lang="da-DK" dirty="0"/>
              <a:t>Hvad er målet med AI </a:t>
            </a:r>
            <a:r>
              <a:rPr lang="da-DK" dirty="0" err="1"/>
              <a:t>act</a:t>
            </a:r>
            <a:r>
              <a:rPr lang="da-DK" dirty="0"/>
              <a:t>?</a:t>
            </a:r>
          </a:p>
          <a:p>
            <a:pPr marL="342900" indent="-342900">
              <a:buAutoNum type="arabicPeriod"/>
            </a:pPr>
            <a:r>
              <a:rPr lang="da-DK" dirty="0"/>
              <a:t>Hvad/hvem er omfattet?</a:t>
            </a:r>
          </a:p>
          <a:p>
            <a:pPr marL="342900" indent="-342900">
              <a:buAutoNum type="arabicPeriod"/>
            </a:pPr>
            <a:r>
              <a:rPr lang="da-DK" dirty="0"/>
              <a:t>Hvad er de skærpede krav?</a:t>
            </a:r>
          </a:p>
          <a:p>
            <a:pPr marL="342900" indent="-342900">
              <a:buAutoNum type="arabicPeriod"/>
            </a:pPr>
            <a:r>
              <a:rPr lang="da-DK" dirty="0"/>
              <a:t>Hvilke hovedområder dækkes af AI </a:t>
            </a:r>
            <a:r>
              <a:rPr lang="da-DK" dirty="0" err="1"/>
              <a:t>act</a:t>
            </a:r>
            <a:r>
              <a:rPr lang="da-DK" dirty="0"/>
              <a:t>?</a:t>
            </a:r>
          </a:p>
          <a:p>
            <a:pPr marL="342900" indent="-342900">
              <a:buAutoNum type="arabicPeriod"/>
            </a:pPr>
            <a:r>
              <a:rPr lang="da-DK" dirty="0"/>
              <a:t>Hvilke sanktionsmuligheder er der ved brud?</a:t>
            </a:r>
          </a:p>
          <a:p>
            <a:pPr marL="342900" indent="-342900">
              <a:buAutoNum type="arabicPeriod"/>
            </a:pPr>
            <a:r>
              <a:rPr lang="da-DK" dirty="0"/>
              <a:t>Hvad ville I pege på som vigtigste 5 punkter i lovgivningen?</a:t>
            </a:r>
          </a:p>
          <a:p>
            <a:pPr marL="342900" indent="-342900">
              <a:buAutoNum type="arabicPeriod"/>
            </a:pPr>
            <a:endParaRPr lang="da-DK" dirty="0"/>
          </a:p>
          <a:p>
            <a:r>
              <a:rPr lang="da-DK" dirty="0"/>
              <a:t>Lav 5 slides til præsentationen. </a:t>
            </a:r>
          </a:p>
          <a:p>
            <a:pPr marL="342900" indent="-342900">
              <a:buAutoNum type="arabicPeriod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5356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25B871-F67A-D41C-3A7A-A94148B1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832" y="668232"/>
            <a:ext cx="6845968" cy="920749"/>
          </a:xfrm>
        </p:spPr>
        <p:txBody>
          <a:bodyPr/>
          <a:lstStyle/>
          <a:p>
            <a:r>
              <a:rPr lang="da-DK" dirty="0" err="1"/>
              <a:t>Wrap</a:t>
            </a:r>
            <a:r>
              <a:rPr lang="da-DK" dirty="0"/>
              <a:t> up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0D0183-1F80-4FFF-338A-E94B3D7AFC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07832" y="1791477"/>
            <a:ext cx="10515600" cy="4398291"/>
          </a:xfrm>
        </p:spPr>
        <p:txBody>
          <a:bodyPr/>
          <a:lstStyle/>
          <a:p>
            <a:r>
              <a:rPr lang="da-DK" dirty="0"/>
              <a:t>De 3 lovgivninger er et kæmpe område, som kræver lang tid at </a:t>
            </a:r>
          </a:p>
          <a:p>
            <a:r>
              <a:rPr lang="da-DK" dirty="0"/>
              <a:t>gennemgå. Jeg håber I fik et overordnet indblik i dækning og </a:t>
            </a:r>
          </a:p>
          <a:p>
            <a:r>
              <a:rPr lang="da-DK" dirty="0"/>
              <a:t>krav.</a:t>
            </a:r>
          </a:p>
          <a:p>
            <a:endParaRPr lang="da-DK" dirty="0"/>
          </a:p>
          <a:p>
            <a:r>
              <a:rPr lang="da-DK" dirty="0"/>
              <a:t>Uddybes i </a:t>
            </a:r>
            <a:r>
              <a:rPr lang="da-DK" dirty="0" err="1"/>
              <a:t>Governancefaget</a:t>
            </a:r>
            <a:r>
              <a:rPr lang="da-DK" dirty="0"/>
              <a:t> på 3 semester.</a:t>
            </a:r>
          </a:p>
          <a:p>
            <a:endParaRPr lang="da-DK" dirty="0"/>
          </a:p>
        </p:txBody>
      </p:sp>
      <p:pic>
        <p:nvPicPr>
          <p:cNvPr id="4" name="Picture 2" descr="Billedresultat for remember">
            <a:extLst>
              <a:ext uri="{FF2B5EF4-FFF2-40B4-BE49-F238E27FC236}">
                <a16:creationId xmlns:a16="http://schemas.microsoft.com/office/drawing/2014/main" id="{EE84CC28-C3A9-5BED-FC50-8B8C861B92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5" t="2383" r="30511" b="2383"/>
          <a:stretch/>
        </p:blipFill>
        <p:spPr bwMode="auto">
          <a:xfrm>
            <a:off x="0" y="-10160"/>
            <a:ext cx="2865120" cy="685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339879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skabelon uden indhold, dansk  -  Skrivebeskyttet" id="{363E73E2-7A7B-4952-AE8C-D447D376FA21}" vid="{CC501A65-03DF-4975-ACA4-2D32FFB8963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</TotalTime>
  <Words>1776</Words>
  <Application>Microsoft Office PowerPoint</Application>
  <PresentationFormat>Widescreen</PresentationFormat>
  <Paragraphs>218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Lucida Sans</vt:lpstr>
      <vt:lpstr>Montserrat</vt:lpstr>
      <vt:lpstr>Wingdings</vt:lpstr>
      <vt:lpstr>Erhvervsakademi Aarhus</vt:lpstr>
      <vt:lpstr>PowerPoint Presentation</vt:lpstr>
      <vt:lpstr>PowerPoint Presentation</vt:lpstr>
      <vt:lpstr>Generel lovgivning på sikkerhedsområdet - intro</vt:lpstr>
      <vt:lpstr>Der findes en lang række lovgivninger på cybersikkerhedsområdet – vi vil kort se på følgende – uddybes i governance-faget</vt:lpstr>
      <vt:lpstr>Hvilke lovgivninger er vi omfattet af og hvor i organisationen?</vt:lpstr>
      <vt:lpstr>NIS 2 formål</vt:lpstr>
      <vt:lpstr>NIS2 hvem er omfattet (Net- og Informationssikkerhedsdirektiv)</vt:lpstr>
      <vt:lpstr>Hvad indeholder NIS2 i praksis – risikostyring </vt:lpstr>
      <vt:lpstr>Hvad indeholder NIS2 i praksis - foranstaltninger</vt:lpstr>
      <vt:lpstr>Hvad indeholder NIS2 i praksis- rapportering</vt:lpstr>
      <vt:lpstr>Hvad indeholder NIS2 i praksis - ansvar</vt:lpstr>
      <vt:lpstr>Opgave</vt:lpstr>
      <vt:lpstr>PowerPoint Presentation</vt:lpstr>
      <vt:lpstr>Hvad er personoplysninger</vt:lpstr>
      <vt:lpstr>Hovedkrav i forordningen (ikke fyldestgørende)</vt:lpstr>
      <vt:lpstr>Krav til samtykke</vt:lpstr>
      <vt:lpstr>Rettigheder for den registrerede</vt:lpstr>
      <vt:lpstr>Ansvar og forpligtelser for organisationer</vt:lpstr>
      <vt:lpstr>Artikel 32 - behandlingssikkerhed</vt:lpstr>
      <vt:lpstr>Bøder og sanktioner (eksempler) </vt:lpstr>
      <vt:lpstr>Opgave</vt:lpstr>
      <vt:lpstr>PowerPoint Presentation</vt:lpstr>
      <vt:lpstr>De 5 hovedsøjler - IKT (Informations og kommunikations teknologi)</vt:lpstr>
      <vt:lpstr>Målsætning med DORA </vt:lpstr>
      <vt:lpstr>Krav til Finansielle institutioner</vt:lpstr>
      <vt:lpstr>Krav til tredjepartsleverandører og Outsourcing</vt:lpstr>
      <vt:lpstr>Dora – Sanktioner</vt:lpstr>
      <vt:lpstr>Opgave</vt:lpstr>
      <vt:lpstr>AI act - Hjemmeopgave 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Elkær (adjunkt – frae@eaaa.dk)</dc:creator>
  <cp:lastModifiedBy>Jonas Wittstrøm (EAA25JOWI)</cp:lastModifiedBy>
  <cp:revision>2</cp:revision>
  <dcterms:created xsi:type="dcterms:W3CDTF">2025-05-28T06:55:35Z</dcterms:created>
  <dcterms:modified xsi:type="dcterms:W3CDTF">2025-10-08T09:56:49Z</dcterms:modified>
</cp:coreProperties>
</file>