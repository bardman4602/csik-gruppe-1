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439" r:id="rId2"/>
    <p:sldId id="1654" r:id="rId3"/>
    <p:sldId id="1469" r:id="rId4"/>
    <p:sldId id="1769" r:id="rId5"/>
    <p:sldId id="1719" r:id="rId6"/>
    <p:sldId id="1781" r:id="rId7"/>
    <p:sldId id="1786" r:id="rId8"/>
    <p:sldId id="1785" r:id="rId9"/>
    <p:sldId id="1677" r:id="rId10"/>
    <p:sldId id="1680" r:id="rId11"/>
    <p:sldId id="1681" r:id="rId12"/>
    <p:sldId id="1768" r:id="rId13"/>
    <p:sldId id="1683" r:id="rId14"/>
    <p:sldId id="1479" r:id="rId15"/>
    <p:sldId id="1478" r:id="rId16"/>
    <p:sldId id="1684" r:id="rId17"/>
    <p:sldId id="1767" r:id="rId18"/>
    <p:sldId id="1784" r:id="rId19"/>
    <p:sldId id="1726" r:id="rId20"/>
    <p:sldId id="1717" r:id="rId21"/>
    <p:sldId id="1722" r:id="rId22"/>
    <p:sldId id="1721" r:id="rId23"/>
    <p:sldId id="1727" r:id="rId24"/>
    <p:sldId id="1771" r:id="rId25"/>
    <p:sldId id="1772" r:id="rId26"/>
    <p:sldId id="1730" r:id="rId27"/>
    <p:sldId id="1777" r:id="rId28"/>
    <p:sldId id="1775" r:id="rId29"/>
    <p:sldId id="1732" r:id="rId30"/>
    <p:sldId id="1770" r:id="rId31"/>
    <p:sldId id="1746" r:id="rId32"/>
    <p:sldId id="1740" r:id="rId33"/>
    <p:sldId id="1738" r:id="rId34"/>
    <p:sldId id="1745" r:id="rId35"/>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AE5EB9-C073-49B2-A932-A7093E846125}" v="2" dt="2025-12-08T09:00:43.253"/>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yst layout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404" autoAdjust="0"/>
  </p:normalViewPr>
  <p:slideViewPr>
    <p:cSldViewPr snapToGrid="0">
      <p:cViewPr varScale="1">
        <p:scale>
          <a:sx n="59" d="100"/>
          <a:sy n="59" d="100"/>
        </p:scale>
        <p:origin x="28"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Elkær (adjunkt – frae@eaaa.dk)" userId="1b06cd64-16c4-48f5-b285-7568c937f1a0" providerId="ADAL" clId="{E9811E54-1FA8-43F7-AC43-A1164A70C0D5}"/>
    <pc:docChg chg="undo custSel addSld delSld modSld sldOrd">
      <pc:chgData name="Frank Elkær (adjunkt – frae@eaaa.dk)" userId="1b06cd64-16c4-48f5-b285-7568c937f1a0" providerId="ADAL" clId="{E9811E54-1FA8-43F7-AC43-A1164A70C0D5}" dt="2025-12-08T09:00:43.253" v="11388" actId="1076"/>
      <pc:docMkLst>
        <pc:docMk/>
      </pc:docMkLst>
      <pc:sldChg chg="modSp mod">
        <pc:chgData name="Frank Elkær (adjunkt – frae@eaaa.dk)" userId="1b06cd64-16c4-48f5-b285-7568c937f1a0" providerId="ADAL" clId="{E9811E54-1FA8-43F7-AC43-A1164A70C0D5}" dt="2025-12-07T14:51:54.733" v="10764" actId="113"/>
        <pc:sldMkLst>
          <pc:docMk/>
          <pc:sldMk cId="157576340" sldId="439"/>
        </pc:sldMkLst>
        <pc:spChg chg="mod">
          <ac:chgData name="Frank Elkær (adjunkt – frae@eaaa.dk)" userId="1b06cd64-16c4-48f5-b285-7568c937f1a0" providerId="ADAL" clId="{E9811E54-1FA8-43F7-AC43-A1164A70C0D5}" dt="2025-12-07T14:51:54.733" v="10764" actId="113"/>
          <ac:spMkLst>
            <pc:docMk/>
            <pc:sldMk cId="157576340" sldId="439"/>
            <ac:spMk id="2" creationId="{DDB94C87-ADEB-4275-B4BF-9A47C3391ED2}"/>
          </ac:spMkLst>
        </pc:spChg>
      </pc:sldChg>
      <pc:sldChg chg="delSp modSp mod modNotesTx">
        <pc:chgData name="Frank Elkær (adjunkt – frae@eaaa.dk)" userId="1b06cd64-16c4-48f5-b285-7568c937f1a0" providerId="ADAL" clId="{E9811E54-1FA8-43F7-AC43-A1164A70C0D5}" dt="2025-12-05T10:38:36.696" v="5029" actId="20577"/>
        <pc:sldMkLst>
          <pc:docMk/>
          <pc:sldMk cId="4148203400" sldId="1469"/>
        </pc:sldMkLst>
        <pc:spChg chg="mod">
          <ac:chgData name="Frank Elkær (adjunkt – frae@eaaa.dk)" userId="1b06cd64-16c4-48f5-b285-7568c937f1a0" providerId="ADAL" clId="{E9811E54-1FA8-43F7-AC43-A1164A70C0D5}" dt="2025-12-05T10:38:36.696" v="5029" actId="20577"/>
          <ac:spMkLst>
            <pc:docMk/>
            <pc:sldMk cId="4148203400" sldId="1469"/>
            <ac:spMk id="3" creationId="{07EF8681-5922-764B-2332-FC84BC54AE24}"/>
          </ac:spMkLst>
        </pc:spChg>
        <pc:picChg chg="mod">
          <ac:chgData name="Frank Elkær (adjunkt – frae@eaaa.dk)" userId="1b06cd64-16c4-48f5-b285-7568c937f1a0" providerId="ADAL" clId="{E9811E54-1FA8-43F7-AC43-A1164A70C0D5}" dt="2025-12-03T13:41:20.875" v="640" actId="14100"/>
          <ac:picMkLst>
            <pc:docMk/>
            <pc:sldMk cId="4148203400" sldId="1469"/>
            <ac:picMk id="5" creationId="{923454BB-741A-4AA9-5DA1-4DEDD4E70416}"/>
          </ac:picMkLst>
        </pc:picChg>
      </pc:sldChg>
      <pc:sldChg chg="modSp mod">
        <pc:chgData name="Frank Elkær (adjunkt – frae@eaaa.dk)" userId="1b06cd64-16c4-48f5-b285-7568c937f1a0" providerId="ADAL" clId="{E9811E54-1FA8-43F7-AC43-A1164A70C0D5}" dt="2025-12-08T08:39:26.982" v="11272" actId="20577"/>
        <pc:sldMkLst>
          <pc:docMk/>
          <pc:sldMk cId="3082560948" sldId="1478"/>
        </pc:sldMkLst>
        <pc:spChg chg="mod">
          <ac:chgData name="Frank Elkær (adjunkt – frae@eaaa.dk)" userId="1b06cd64-16c4-48f5-b285-7568c937f1a0" providerId="ADAL" clId="{E9811E54-1FA8-43F7-AC43-A1164A70C0D5}" dt="2025-12-04T09:19:17.894" v="1953" actId="20577"/>
          <ac:spMkLst>
            <pc:docMk/>
            <pc:sldMk cId="3082560948" sldId="1478"/>
            <ac:spMk id="2" creationId="{8733AB02-4D7C-45BD-B8E1-965DB95F12C6}"/>
          </ac:spMkLst>
        </pc:spChg>
        <pc:spChg chg="mod">
          <ac:chgData name="Frank Elkær (adjunkt – frae@eaaa.dk)" userId="1b06cd64-16c4-48f5-b285-7568c937f1a0" providerId="ADAL" clId="{E9811E54-1FA8-43F7-AC43-A1164A70C0D5}" dt="2025-12-08T08:33:36.457" v="11081" actId="20577"/>
          <ac:spMkLst>
            <pc:docMk/>
            <pc:sldMk cId="3082560948" sldId="1478"/>
            <ac:spMk id="3" creationId="{CEEE97D1-3A5E-41F4-A57F-C7B5676DFC0B}"/>
          </ac:spMkLst>
        </pc:spChg>
        <pc:spChg chg="mod">
          <ac:chgData name="Frank Elkær (adjunkt – frae@eaaa.dk)" userId="1b06cd64-16c4-48f5-b285-7568c937f1a0" providerId="ADAL" clId="{E9811E54-1FA8-43F7-AC43-A1164A70C0D5}" dt="2025-12-08T08:39:26.982" v="11272" actId="20577"/>
          <ac:spMkLst>
            <pc:docMk/>
            <pc:sldMk cId="3082560948" sldId="1478"/>
            <ac:spMk id="8" creationId="{32906E6A-4A64-4168-B137-0A9F8B50435E}"/>
          </ac:spMkLst>
        </pc:spChg>
      </pc:sldChg>
      <pc:sldChg chg="addSp modSp mod ord">
        <pc:chgData name="Frank Elkær (adjunkt – frae@eaaa.dk)" userId="1b06cd64-16c4-48f5-b285-7568c937f1a0" providerId="ADAL" clId="{E9811E54-1FA8-43F7-AC43-A1164A70C0D5}" dt="2025-12-08T08:46:42.920" v="11342"/>
        <pc:sldMkLst>
          <pc:docMk/>
          <pc:sldMk cId="3035379803" sldId="1479"/>
        </pc:sldMkLst>
        <pc:spChg chg="add mod">
          <ac:chgData name="Frank Elkær (adjunkt – frae@eaaa.dk)" userId="1b06cd64-16c4-48f5-b285-7568c937f1a0" providerId="ADAL" clId="{E9811E54-1FA8-43F7-AC43-A1164A70C0D5}" dt="2025-12-08T08:34:01.693" v="11113" actId="20577"/>
          <ac:spMkLst>
            <pc:docMk/>
            <pc:sldMk cId="3035379803" sldId="1479"/>
            <ac:spMk id="2" creationId="{86CE0CE9-6953-5E4E-1A6F-9174E90FE139}"/>
          </ac:spMkLst>
        </pc:spChg>
        <pc:spChg chg="mod">
          <ac:chgData name="Frank Elkær (adjunkt – frae@eaaa.dk)" userId="1b06cd64-16c4-48f5-b285-7568c937f1a0" providerId="ADAL" clId="{E9811E54-1FA8-43F7-AC43-A1164A70C0D5}" dt="2025-12-08T08:39:56.457" v="11281" actId="27636"/>
          <ac:spMkLst>
            <pc:docMk/>
            <pc:sldMk cId="3035379803" sldId="1479"/>
            <ac:spMk id="7" creationId="{A8451487-BDBD-43C1-868D-FC432AA8C695}"/>
          </ac:spMkLst>
        </pc:spChg>
      </pc:sldChg>
      <pc:sldChg chg="modSp mod">
        <pc:chgData name="Frank Elkær (adjunkt – frae@eaaa.dk)" userId="1b06cd64-16c4-48f5-b285-7568c937f1a0" providerId="ADAL" clId="{E9811E54-1FA8-43F7-AC43-A1164A70C0D5}" dt="2025-12-06T10:39:14.730" v="7212" actId="20577"/>
        <pc:sldMkLst>
          <pc:docMk/>
          <pc:sldMk cId="2125314048" sldId="1654"/>
        </pc:sldMkLst>
        <pc:spChg chg="mod">
          <ac:chgData name="Frank Elkær (adjunkt – frae@eaaa.dk)" userId="1b06cd64-16c4-48f5-b285-7568c937f1a0" providerId="ADAL" clId="{E9811E54-1FA8-43F7-AC43-A1164A70C0D5}" dt="2025-12-06T10:39:14.730" v="7212" actId="20577"/>
          <ac:spMkLst>
            <pc:docMk/>
            <pc:sldMk cId="2125314048" sldId="1654"/>
            <ac:spMk id="3" creationId="{B86CF6FD-D68F-FD02-65DA-61B76B31A60E}"/>
          </ac:spMkLst>
        </pc:spChg>
      </pc:sldChg>
      <pc:sldChg chg="modSp mod">
        <pc:chgData name="Frank Elkær (adjunkt – frae@eaaa.dk)" userId="1b06cd64-16c4-48f5-b285-7568c937f1a0" providerId="ADAL" clId="{E9811E54-1FA8-43F7-AC43-A1164A70C0D5}" dt="2025-12-08T08:38:10.898" v="11262" actId="20577"/>
        <pc:sldMkLst>
          <pc:docMk/>
          <pc:sldMk cId="586116641" sldId="1677"/>
        </pc:sldMkLst>
        <pc:spChg chg="mod">
          <ac:chgData name="Frank Elkær (adjunkt – frae@eaaa.dk)" userId="1b06cd64-16c4-48f5-b285-7568c937f1a0" providerId="ADAL" clId="{E9811E54-1FA8-43F7-AC43-A1164A70C0D5}" dt="2025-12-05T07:28:01.211" v="3051" actId="20577"/>
          <ac:spMkLst>
            <pc:docMk/>
            <pc:sldMk cId="586116641" sldId="1677"/>
            <ac:spMk id="2" creationId="{105A3A98-18FE-142F-2F7C-CB44ED6C3022}"/>
          </ac:spMkLst>
        </pc:spChg>
        <pc:spChg chg="mod">
          <ac:chgData name="Frank Elkær (adjunkt – frae@eaaa.dk)" userId="1b06cd64-16c4-48f5-b285-7568c937f1a0" providerId="ADAL" clId="{E9811E54-1FA8-43F7-AC43-A1164A70C0D5}" dt="2025-12-08T08:38:10.898" v="11262" actId="20577"/>
          <ac:spMkLst>
            <pc:docMk/>
            <pc:sldMk cId="586116641" sldId="1677"/>
            <ac:spMk id="3" creationId="{E2ECC681-BBA3-701E-2B32-88CD4D76BB87}"/>
          </ac:spMkLst>
        </pc:spChg>
        <pc:picChg chg="mod ord">
          <ac:chgData name="Frank Elkær (adjunkt – frae@eaaa.dk)" userId="1b06cd64-16c4-48f5-b285-7568c937f1a0" providerId="ADAL" clId="{E9811E54-1FA8-43F7-AC43-A1164A70C0D5}" dt="2025-12-05T11:10:27.836" v="5399" actId="167"/>
          <ac:picMkLst>
            <pc:docMk/>
            <pc:sldMk cId="586116641" sldId="1677"/>
            <ac:picMk id="10" creationId="{D9498361-3ED5-54AB-5498-205D323801CF}"/>
          </ac:picMkLst>
        </pc:picChg>
      </pc:sldChg>
      <pc:sldChg chg="addSp modSp mod ord">
        <pc:chgData name="Frank Elkær (adjunkt – frae@eaaa.dk)" userId="1b06cd64-16c4-48f5-b285-7568c937f1a0" providerId="ADAL" clId="{E9811E54-1FA8-43F7-AC43-A1164A70C0D5}" dt="2025-12-08T08:30:49.149" v="11022" actId="20577"/>
        <pc:sldMkLst>
          <pc:docMk/>
          <pc:sldMk cId="475101808" sldId="1680"/>
        </pc:sldMkLst>
        <pc:spChg chg="add mod">
          <ac:chgData name="Frank Elkær (adjunkt – frae@eaaa.dk)" userId="1b06cd64-16c4-48f5-b285-7568c937f1a0" providerId="ADAL" clId="{E9811E54-1FA8-43F7-AC43-A1164A70C0D5}" dt="2025-12-08T08:30:49.149" v="11022" actId="20577"/>
          <ac:spMkLst>
            <pc:docMk/>
            <pc:sldMk cId="475101808" sldId="1680"/>
            <ac:spMk id="3" creationId="{0F09C7DB-8CFF-834A-FE0E-D42CFBC90D2F}"/>
          </ac:spMkLst>
        </pc:spChg>
      </pc:sldChg>
      <pc:sldChg chg="addSp modSp mod ord">
        <pc:chgData name="Frank Elkær (adjunkt – frae@eaaa.dk)" userId="1b06cd64-16c4-48f5-b285-7568c937f1a0" providerId="ADAL" clId="{E9811E54-1FA8-43F7-AC43-A1164A70C0D5}" dt="2025-12-06T11:53:14.548" v="8110" actId="20577"/>
        <pc:sldMkLst>
          <pc:docMk/>
          <pc:sldMk cId="4121591997" sldId="1681"/>
        </pc:sldMkLst>
        <pc:spChg chg="mod">
          <ac:chgData name="Frank Elkær (adjunkt – frae@eaaa.dk)" userId="1b06cd64-16c4-48f5-b285-7568c937f1a0" providerId="ADAL" clId="{E9811E54-1FA8-43F7-AC43-A1164A70C0D5}" dt="2025-12-06T11:53:14.548" v="8110" actId="20577"/>
          <ac:spMkLst>
            <pc:docMk/>
            <pc:sldMk cId="4121591997" sldId="1681"/>
            <ac:spMk id="2" creationId="{3F99EF51-B28F-9C49-A81A-4ABA8DCFFF60}"/>
          </ac:spMkLst>
        </pc:spChg>
        <pc:spChg chg="add mod">
          <ac:chgData name="Frank Elkær (adjunkt – frae@eaaa.dk)" userId="1b06cd64-16c4-48f5-b285-7568c937f1a0" providerId="ADAL" clId="{E9811E54-1FA8-43F7-AC43-A1164A70C0D5}" dt="2025-12-05T10:46:26.575" v="5086" actId="113"/>
          <ac:spMkLst>
            <pc:docMk/>
            <pc:sldMk cId="4121591997" sldId="1681"/>
            <ac:spMk id="3" creationId="{DFE30FA9-19EE-BE3B-E755-9F11B6B7AA7E}"/>
          </ac:spMkLst>
        </pc:spChg>
        <pc:picChg chg="mod">
          <ac:chgData name="Frank Elkær (adjunkt – frae@eaaa.dk)" userId="1b06cd64-16c4-48f5-b285-7568c937f1a0" providerId="ADAL" clId="{E9811E54-1FA8-43F7-AC43-A1164A70C0D5}" dt="2025-12-05T10:46:16.338" v="5085" actId="1076"/>
          <ac:picMkLst>
            <pc:docMk/>
            <pc:sldMk cId="4121591997" sldId="1681"/>
            <ac:picMk id="5" creationId="{4F64E176-9B2F-F78F-3FE9-86309143AF2D}"/>
          </ac:picMkLst>
        </pc:picChg>
      </pc:sldChg>
      <pc:sldChg chg="addSp delSp modSp mod modClrScheme chgLayout">
        <pc:chgData name="Frank Elkær (adjunkt – frae@eaaa.dk)" userId="1b06cd64-16c4-48f5-b285-7568c937f1a0" providerId="ADAL" clId="{E9811E54-1FA8-43F7-AC43-A1164A70C0D5}" dt="2025-12-08T08:46:03.222" v="11340" actId="20577"/>
        <pc:sldMkLst>
          <pc:docMk/>
          <pc:sldMk cId="2730911544" sldId="1683"/>
        </pc:sldMkLst>
        <pc:spChg chg="mod ord">
          <ac:chgData name="Frank Elkær (adjunkt – frae@eaaa.dk)" userId="1b06cd64-16c4-48f5-b285-7568c937f1a0" providerId="ADAL" clId="{E9811E54-1FA8-43F7-AC43-A1164A70C0D5}" dt="2025-12-05T12:04:14.326" v="5920" actId="20577"/>
          <ac:spMkLst>
            <pc:docMk/>
            <pc:sldMk cId="2730911544" sldId="1683"/>
            <ac:spMk id="2" creationId="{5F8F73E4-8F25-6D68-EE45-55E54AA5CE44}"/>
          </ac:spMkLst>
        </pc:spChg>
        <pc:spChg chg="add mod">
          <ac:chgData name="Frank Elkær (adjunkt – frae@eaaa.dk)" userId="1b06cd64-16c4-48f5-b285-7568c937f1a0" providerId="ADAL" clId="{E9811E54-1FA8-43F7-AC43-A1164A70C0D5}" dt="2025-12-08T08:46:03.222" v="11340" actId="20577"/>
          <ac:spMkLst>
            <pc:docMk/>
            <pc:sldMk cId="2730911544" sldId="1683"/>
            <ac:spMk id="3" creationId="{C6860F90-863A-FA64-2813-06A2C4A62B3A}"/>
          </ac:spMkLst>
        </pc:spChg>
        <pc:graphicFrameChg chg="add mod modGraphic">
          <ac:chgData name="Frank Elkær (adjunkt – frae@eaaa.dk)" userId="1b06cd64-16c4-48f5-b285-7568c937f1a0" providerId="ADAL" clId="{E9811E54-1FA8-43F7-AC43-A1164A70C0D5}" dt="2025-12-05T12:11:40.846" v="6134" actId="14734"/>
          <ac:graphicFrameMkLst>
            <pc:docMk/>
            <pc:sldMk cId="2730911544" sldId="1683"/>
            <ac:graphicFrameMk id="4" creationId="{CAD7B15C-7AE6-A3CF-1373-DE386F44E0D4}"/>
          </ac:graphicFrameMkLst>
        </pc:graphicFrameChg>
      </pc:sldChg>
      <pc:sldChg chg="addSp delSp modSp mod">
        <pc:chgData name="Frank Elkær (adjunkt – frae@eaaa.dk)" userId="1b06cd64-16c4-48f5-b285-7568c937f1a0" providerId="ADAL" clId="{E9811E54-1FA8-43F7-AC43-A1164A70C0D5}" dt="2025-12-08T08:40:24.001" v="11305" actId="20577"/>
        <pc:sldMkLst>
          <pc:docMk/>
          <pc:sldMk cId="532974854" sldId="1684"/>
        </pc:sldMkLst>
        <pc:spChg chg="mod">
          <ac:chgData name="Frank Elkær (adjunkt – frae@eaaa.dk)" userId="1b06cd64-16c4-48f5-b285-7568c937f1a0" providerId="ADAL" clId="{E9811E54-1FA8-43F7-AC43-A1164A70C0D5}" dt="2025-12-05T10:51:15.477" v="5124" actId="20577"/>
          <ac:spMkLst>
            <pc:docMk/>
            <pc:sldMk cId="532974854" sldId="1684"/>
            <ac:spMk id="2" creationId="{6F72C5AF-A01A-171B-8525-4F6326E54EBD}"/>
          </ac:spMkLst>
        </pc:spChg>
        <pc:spChg chg="add mod">
          <ac:chgData name="Frank Elkær (adjunkt – frae@eaaa.dk)" userId="1b06cd64-16c4-48f5-b285-7568c937f1a0" providerId="ADAL" clId="{E9811E54-1FA8-43F7-AC43-A1164A70C0D5}" dt="2025-12-08T08:40:24.001" v="11305" actId="20577"/>
          <ac:spMkLst>
            <pc:docMk/>
            <pc:sldMk cId="532974854" sldId="1684"/>
            <ac:spMk id="3" creationId="{BDFB5A98-67CD-03B8-26EA-4A3863587FC0}"/>
          </ac:spMkLst>
        </pc:spChg>
        <pc:graphicFrameChg chg="add mod modGraphic">
          <ac:chgData name="Frank Elkær (adjunkt – frae@eaaa.dk)" userId="1b06cd64-16c4-48f5-b285-7568c937f1a0" providerId="ADAL" clId="{E9811E54-1FA8-43F7-AC43-A1164A70C0D5}" dt="2025-12-05T14:50:39.980" v="6628" actId="20577"/>
          <ac:graphicFrameMkLst>
            <pc:docMk/>
            <pc:sldMk cId="532974854" sldId="1684"/>
            <ac:graphicFrameMk id="4" creationId="{7346FCB6-EABF-727A-B433-E286AB373B4D}"/>
          </ac:graphicFrameMkLst>
        </pc:graphicFrameChg>
      </pc:sldChg>
      <pc:sldChg chg="addSp delSp modSp mod delAnim modAnim">
        <pc:chgData name="Frank Elkær (adjunkt – frae@eaaa.dk)" userId="1b06cd64-16c4-48f5-b285-7568c937f1a0" providerId="ADAL" clId="{E9811E54-1FA8-43F7-AC43-A1164A70C0D5}" dt="2025-12-07T16:43:36.543" v="10774" actId="20577"/>
        <pc:sldMkLst>
          <pc:docMk/>
          <pc:sldMk cId="3914978656" sldId="1719"/>
        </pc:sldMkLst>
        <pc:spChg chg="mod">
          <ac:chgData name="Frank Elkær (adjunkt – frae@eaaa.dk)" userId="1b06cd64-16c4-48f5-b285-7568c937f1a0" providerId="ADAL" clId="{E9811E54-1FA8-43F7-AC43-A1164A70C0D5}" dt="2025-12-05T10:24:30.914" v="4721" actId="20577"/>
          <ac:spMkLst>
            <pc:docMk/>
            <pc:sldMk cId="3914978656" sldId="1719"/>
            <ac:spMk id="8" creationId="{1BCADF27-7807-A3D2-0100-045D397920D9}"/>
          </ac:spMkLst>
        </pc:spChg>
        <pc:graphicFrameChg chg="add del mod modGraphic">
          <ac:chgData name="Frank Elkær (adjunkt – frae@eaaa.dk)" userId="1b06cd64-16c4-48f5-b285-7568c937f1a0" providerId="ADAL" clId="{E9811E54-1FA8-43F7-AC43-A1164A70C0D5}" dt="2025-12-07T16:43:36.543" v="10774" actId="20577"/>
          <ac:graphicFrameMkLst>
            <pc:docMk/>
            <pc:sldMk cId="3914978656" sldId="1719"/>
            <ac:graphicFrameMk id="7" creationId="{6B0A637A-6788-EE8D-9B6C-46984C8ABEBC}"/>
          </ac:graphicFrameMkLst>
        </pc:graphicFrameChg>
      </pc:sldChg>
      <pc:sldChg chg="modSp mod modAnim">
        <pc:chgData name="Frank Elkær (adjunkt – frae@eaaa.dk)" userId="1b06cd64-16c4-48f5-b285-7568c937f1a0" providerId="ADAL" clId="{E9811E54-1FA8-43F7-AC43-A1164A70C0D5}" dt="2025-12-08T08:48:00.529" v="11344" actId="1036"/>
        <pc:sldMkLst>
          <pc:docMk/>
          <pc:sldMk cId="597259984" sldId="1721"/>
        </pc:sldMkLst>
        <pc:picChg chg="mod">
          <ac:chgData name="Frank Elkær (adjunkt – frae@eaaa.dk)" userId="1b06cd64-16c4-48f5-b285-7568c937f1a0" providerId="ADAL" clId="{E9811E54-1FA8-43F7-AC43-A1164A70C0D5}" dt="2025-12-08T08:48:00.529" v="11344" actId="1036"/>
          <ac:picMkLst>
            <pc:docMk/>
            <pc:sldMk cId="597259984" sldId="1721"/>
            <ac:picMk id="5" creationId="{B39330CB-CEFA-43EB-2484-062C14A42A8D}"/>
          </ac:picMkLst>
        </pc:picChg>
      </pc:sldChg>
      <pc:sldChg chg="modSp">
        <pc:chgData name="Frank Elkær (adjunkt – frae@eaaa.dk)" userId="1b06cd64-16c4-48f5-b285-7568c937f1a0" providerId="ADAL" clId="{E9811E54-1FA8-43F7-AC43-A1164A70C0D5}" dt="2025-12-08T08:42:09.176" v="11337" actId="20577"/>
        <pc:sldMkLst>
          <pc:docMk/>
          <pc:sldMk cId="3254125945" sldId="1722"/>
        </pc:sldMkLst>
        <pc:spChg chg="mod">
          <ac:chgData name="Frank Elkær (adjunkt – frae@eaaa.dk)" userId="1b06cd64-16c4-48f5-b285-7568c937f1a0" providerId="ADAL" clId="{E9811E54-1FA8-43F7-AC43-A1164A70C0D5}" dt="2025-12-08T08:42:09.176" v="11337" actId="20577"/>
          <ac:spMkLst>
            <pc:docMk/>
            <pc:sldMk cId="3254125945" sldId="1722"/>
            <ac:spMk id="6" creationId="{4393E400-B25F-8B13-965B-B60A4D5B3F5D}"/>
          </ac:spMkLst>
        </pc:spChg>
      </pc:sldChg>
      <pc:sldChg chg="modSp mod">
        <pc:chgData name="Frank Elkær (adjunkt – frae@eaaa.dk)" userId="1b06cd64-16c4-48f5-b285-7568c937f1a0" providerId="ADAL" clId="{E9811E54-1FA8-43F7-AC43-A1164A70C0D5}" dt="2025-12-08T08:41:36.936" v="11336" actId="12"/>
        <pc:sldMkLst>
          <pc:docMk/>
          <pc:sldMk cId="2703755607" sldId="1726"/>
        </pc:sldMkLst>
        <pc:spChg chg="mod">
          <ac:chgData name="Frank Elkær (adjunkt – frae@eaaa.dk)" userId="1b06cd64-16c4-48f5-b285-7568c937f1a0" providerId="ADAL" clId="{E9811E54-1FA8-43F7-AC43-A1164A70C0D5}" dt="2025-12-05T14:55:36.705" v="6809" actId="20577"/>
          <ac:spMkLst>
            <pc:docMk/>
            <pc:sldMk cId="2703755607" sldId="1726"/>
            <ac:spMk id="3" creationId="{AF0D1545-29D0-61F0-8FAC-FA2F01D03DC2}"/>
          </ac:spMkLst>
        </pc:spChg>
        <pc:spChg chg="mod">
          <ac:chgData name="Frank Elkær (adjunkt – frae@eaaa.dk)" userId="1b06cd64-16c4-48f5-b285-7568c937f1a0" providerId="ADAL" clId="{E9811E54-1FA8-43F7-AC43-A1164A70C0D5}" dt="2025-12-08T08:41:36.936" v="11336" actId="12"/>
          <ac:spMkLst>
            <pc:docMk/>
            <pc:sldMk cId="2703755607" sldId="1726"/>
            <ac:spMk id="4" creationId="{89BA726F-57FD-FE26-CEF2-DCD86A4C1A55}"/>
          </ac:spMkLst>
        </pc:spChg>
      </pc:sldChg>
      <pc:sldChg chg="modSp add del mod ord">
        <pc:chgData name="Frank Elkær (adjunkt – frae@eaaa.dk)" userId="1b06cd64-16c4-48f5-b285-7568c937f1a0" providerId="ADAL" clId="{E9811E54-1FA8-43F7-AC43-A1164A70C0D5}" dt="2025-12-06T11:25:30.899" v="7595" actId="20577"/>
        <pc:sldMkLst>
          <pc:docMk/>
          <pc:sldMk cId="76111874" sldId="1730"/>
        </pc:sldMkLst>
        <pc:spChg chg="mod">
          <ac:chgData name="Frank Elkær (adjunkt – frae@eaaa.dk)" userId="1b06cd64-16c4-48f5-b285-7568c937f1a0" providerId="ADAL" clId="{E9811E54-1FA8-43F7-AC43-A1164A70C0D5}" dt="2025-12-06T11:25:30.899" v="7595" actId="20577"/>
          <ac:spMkLst>
            <pc:docMk/>
            <pc:sldMk cId="76111874" sldId="1730"/>
            <ac:spMk id="7" creationId="{65750A51-58CA-31AE-D98B-25709F939140}"/>
          </ac:spMkLst>
        </pc:spChg>
        <pc:graphicFrameChg chg="modGraphic">
          <ac:chgData name="Frank Elkær (adjunkt – frae@eaaa.dk)" userId="1b06cd64-16c4-48f5-b285-7568c937f1a0" providerId="ADAL" clId="{E9811E54-1FA8-43F7-AC43-A1164A70C0D5}" dt="2025-12-06T11:05:01.484" v="7430" actId="113"/>
          <ac:graphicFrameMkLst>
            <pc:docMk/>
            <pc:sldMk cId="76111874" sldId="1730"/>
            <ac:graphicFrameMk id="4" creationId="{40E85A3C-3CB0-FF90-214D-BEE6040F5A42}"/>
          </ac:graphicFrameMkLst>
        </pc:graphicFrameChg>
      </pc:sldChg>
      <pc:sldChg chg="addSp modSp mod">
        <pc:chgData name="Frank Elkær (adjunkt – frae@eaaa.dk)" userId="1b06cd64-16c4-48f5-b285-7568c937f1a0" providerId="ADAL" clId="{E9811E54-1FA8-43F7-AC43-A1164A70C0D5}" dt="2025-12-05T15:13:21.286" v="7171" actId="14100"/>
        <pc:sldMkLst>
          <pc:docMk/>
          <pc:sldMk cId="1234768140" sldId="1732"/>
        </pc:sldMkLst>
        <pc:spChg chg="mod">
          <ac:chgData name="Frank Elkær (adjunkt – frae@eaaa.dk)" userId="1b06cd64-16c4-48f5-b285-7568c937f1a0" providerId="ADAL" clId="{E9811E54-1FA8-43F7-AC43-A1164A70C0D5}" dt="2025-12-05T15:12:32.442" v="7116" actId="20577"/>
          <ac:spMkLst>
            <pc:docMk/>
            <pc:sldMk cId="1234768140" sldId="1732"/>
            <ac:spMk id="3" creationId="{68AB3ADB-E7A7-AEE9-DBEC-2DF17715D703}"/>
          </ac:spMkLst>
        </pc:spChg>
        <pc:spChg chg="mod">
          <ac:chgData name="Frank Elkær (adjunkt – frae@eaaa.dk)" userId="1b06cd64-16c4-48f5-b285-7568c937f1a0" providerId="ADAL" clId="{E9811E54-1FA8-43F7-AC43-A1164A70C0D5}" dt="2025-12-05T15:13:21.286" v="7171" actId="14100"/>
          <ac:spMkLst>
            <pc:docMk/>
            <pc:sldMk cId="1234768140" sldId="1732"/>
            <ac:spMk id="4" creationId="{3137992E-6218-44A8-A08F-96102A8218AB}"/>
          </ac:spMkLst>
        </pc:spChg>
        <pc:picChg chg="add mod">
          <ac:chgData name="Frank Elkær (adjunkt – frae@eaaa.dk)" userId="1b06cd64-16c4-48f5-b285-7568c937f1a0" providerId="ADAL" clId="{E9811E54-1FA8-43F7-AC43-A1164A70C0D5}" dt="2025-12-05T15:09:29.593" v="7073" actId="1076"/>
          <ac:picMkLst>
            <pc:docMk/>
            <pc:sldMk cId="1234768140" sldId="1732"/>
            <ac:picMk id="5" creationId="{DB672105-2842-7C7C-2636-4E50C6BB1A21}"/>
          </ac:picMkLst>
        </pc:picChg>
        <pc:picChg chg="add mod">
          <ac:chgData name="Frank Elkær (adjunkt – frae@eaaa.dk)" userId="1b06cd64-16c4-48f5-b285-7568c937f1a0" providerId="ADAL" clId="{E9811E54-1FA8-43F7-AC43-A1164A70C0D5}" dt="2025-12-05T15:10:36.831" v="7082" actId="1076"/>
          <ac:picMkLst>
            <pc:docMk/>
            <pc:sldMk cId="1234768140" sldId="1732"/>
            <ac:picMk id="6" creationId="{FF9BE528-C8B0-A2BD-C642-7C549CC44A3A}"/>
          </ac:picMkLst>
        </pc:picChg>
      </pc:sldChg>
      <pc:sldChg chg="addSp delSp modSp mod ord">
        <pc:chgData name="Frank Elkær (adjunkt – frae@eaaa.dk)" userId="1b06cd64-16c4-48f5-b285-7568c937f1a0" providerId="ADAL" clId="{E9811E54-1FA8-43F7-AC43-A1164A70C0D5}" dt="2025-12-04T06:48:52.202" v="1703"/>
        <pc:sldMkLst>
          <pc:docMk/>
          <pc:sldMk cId="4174744260" sldId="1738"/>
        </pc:sldMkLst>
        <pc:spChg chg="add mod">
          <ac:chgData name="Frank Elkær (adjunkt – frae@eaaa.dk)" userId="1b06cd64-16c4-48f5-b285-7568c937f1a0" providerId="ADAL" clId="{E9811E54-1FA8-43F7-AC43-A1164A70C0D5}" dt="2025-12-03T13:39:04.920" v="630" actId="1076"/>
          <ac:spMkLst>
            <pc:docMk/>
            <pc:sldMk cId="4174744260" sldId="1738"/>
            <ac:spMk id="4" creationId="{CF61B645-46C2-2D8A-9623-239186FEDE02}"/>
          </ac:spMkLst>
        </pc:spChg>
        <pc:spChg chg="add mod">
          <ac:chgData name="Frank Elkær (adjunkt – frae@eaaa.dk)" userId="1b06cd64-16c4-48f5-b285-7568c937f1a0" providerId="ADAL" clId="{E9811E54-1FA8-43F7-AC43-A1164A70C0D5}" dt="2025-12-03T13:39:09.287" v="631" actId="1076"/>
          <ac:spMkLst>
            <pc:docMk/>
            <pc:sldMk cId="4174744260" sldId="1738"/>
            <ac:spMk id="6" creationId="{50501AE9-3D22-5CF4-ECFF-3EE70E2E4CE4}"/>
          </ac:spMkLst>
        </pc:spChg>
        <pc:picChg chg="mod">
          <ac:chgData name="Frank Elkær (adjunkt – frae@eaaa.dk)" userId="1b06cd64-16c4-48f5-b285-7568c937f1a0" providerId="ADAL" clId="{E9811E54-1FA8-43F7-AC43-A1164A70C0D5}" dt="2025-12-03T13:33:41.663" v="602" actId="1076"/>
          <ac:picMkLst>
            <pc:docMk/>
            <pc:sldMk cId="4174744260" sldId="1738"/>
            <ac:picMk id="8" creationId="{12BB3548-821B-4F77-8635-E417A589DE1E}"/>
          </ac:picMkLst>
        </pc:picChg>
      </pc:sldChg>
      <pc:sldChg chg="addSp modSp mod ord">
        <pc:chgData name="Frank Elkær (adjunkt – frae@eaaa.dk)" userId="1b06cd64-16c4-48f5-b285-7568c937f1a0" providerId="ADAL" clId="{E9811E54-1FA8-43F7-AC43-A1164A70C0D5}" dt="2025-12-08T09:00:43.253" v="11388" actId="1076"/>
        <pc:sldMkLst>
          <pc:docMk/>
          <pc:sldMk cId="2955585481" sldId="1740"/>
        </pc:sldMkLst>
        <pc:spChg chg="add mod">
          <ac:chgData name="Frank Elkær (adjunkt – frae@eaaa.dk)" userId="1b06cd64-16c4-48f5-b285-7568c937f1a0" providerId="ADAL" clId="{E9811E54-1FA8-43F7-AC43-A1164A70C0D5}" dt="2025-12-08T09:00:27.544" v="11387" actId="207"/>
          <ac:spMkLst>
            <pc:docMk/>
            <pc:sldMk cId="2955585481" sldId="1740"/>
            <ac:spMk id="3" creationId="{227FA98F-EE81-F350-5B29-A755C1F7F6F0}"/>
          </ac:spMkLst>
        </pc:spChg>
        <pc:picChg chg="mod">
          <ac:chgData name="Frank Elkær (adjunkt – frae@eaaa.dk)" userId="1b06cd64-16c4-48f5-b285-7568c937f1a0" providerId="ADAL" clId="{E9811E54-1FA8-43F7-AC43-A1164A70C0D5}" dt="2025-12-08T09:00:43.253" v="11388" actId="1076"/>
          <ac:picMkLst>
            <pc:docMk/>
            <pc:sldMk cId="2955585481" sldId="1740"/>
            <ac:picMk id="1026" creationId="{1D4ED986-CEF3-CAA2-078F-4645CDEFEACD}"/>
          </ac:picMkLst>
        </pc:picChg>
      </pc:sldChg>
      <pc:sldChg chg="addSp delSp modSp mod ord">
        <pc:chgData name="Frank Elkær (adjunkt – frae@eaaa.dk)" userId="1b06cd64-16c4-48f5-b285-7568c937f1a0" providerId="ADAL" clId="{E9811E54-1FA8-43F7-AC43-A1164A70C0D5}" dt="2025-12-04T06:48:52.202" v="1703"/>
        <pc:sldMkLst>
          <pc:docMk/>
          <pc:sldMk cId="4144411428" sldId="1745"/>
        </pc:sldMkLst>
      </pc:sldChg>
      <pc:sldChg chg="modSp mod ord">
        <pc:chgData name="Frank Elkær (adjunkt – frae@eaaa.dk)" userId="1b06cd64-16c4-48f5-b285-7568c937f1a0" providerId="ADAL" clId="{E9811E54-1FA8-43F7-AC43-A1164A70C0D5}" dt="2025-12-08T08:59:25.822" v="11383" actId="255"/>
        <pc:sldMkLst>
          <pc:docMk/>
          <pc:sldMk cId="1361037030" sldId="1746"/>
        </pc:sldMkLst>
        <pc:spChg chg="mod">
          <ac:chgData name="Frank Elkær (adjunkt – frae@eaaa.dk)" userId="1b06cd64-16c4-48f5-b285-7568c937f1a0" providerId="ADAL" clId="{E9811E54-1FA8-43F7-AC43-A1164A70C0D5}" dt="2025-12-08T08:59:25.822" v="11383" actId="255"/>
          <ac:spMkLst>
            <pc:docMk/>
            <pc:sldMk cId="1361037030" sldId="1746"/>
            <ac:spMk id="2" creationId="{111D5A2D-7DF1-33E1-0FB5-6FC8DECF75B9}"/>
          </ac:spMkLst>
        </pc:spChg>
        <pc:spChg chg="mod">
          <ac:chgData name="Frank Elkær (adjunkt – frae@eaaa.dk)" userId="1b06cd64-16c4-48f5-b285-7568c937f1a0" providerId="ADAL" clId="{E9811E54-1FA8-43F7-AC43-A1164A70C0D5}" dt="2025-12-04T06:49:04.741" v="1706" actId="14100"/>
          <ac:spMkLst>
            <pc:docMk/>
            <pc:sldMk cId="1361037030" sldId="1746"/>
            <ac:spMk id="3" creationId="{62BCAF06-2842-2EFD-C514-414241483B2D}"/>
          </ac:spMkLst>
        </pc:spChg>
        <pc:picChg chg="mod">
          <ac:chgData name="Frank Elkær (adjunkt – frae@eaaa.dk)" userId="1b06cd64-16c4-48f5-b285-7568c937f1a0" providerId="ADAL" clId="{E9811E54-1FA8-43F7-AC43-A1164A70C0D5}" dt="2025-12-03T14:19:42.356" v="1095" actId="14100"/>
          <ac:picMkLst>
            <pc:docMk/>
            <pc:sldMk cId="1361037030" sldId="1746"/>
            <ac:picMk id="5" creationId="{C553075D-8D55-44A9-2197-7CD376CA081B}"/>
          </ac:picMkLst>
        </pc:picChg>
      </pc:sldChg>
      <pc:sldChg chg="modSp mod">
        <pc:chgData name="Frank Elkær (adjunkt – frae@eaaa.dk)" userId="1b06cd64-16c4-48f5-b285-7568c937f1a0" providerId="ADAL" clId="{E9811E54-1FA8-43F7-AC43-A1164A70C0D5}" dt="2025-12-08T08:47:01.182" v="11343" actId="20577"/>
        <pc:sldMkLst>
          <pc:docMk/>
          <pc:sldMk cId="1766993080" sldId="1767"/>
        </pc:sldMkLst>
        <pc:spChg chg="mod">
          <ac:chgData name="Frank Elkær (adjunkt – frae@eaaa.dk)" userId="1b06cd64-16c4-48f5-b285-7568c937f1a0" providerId="ADAL" clId="{E9811E54-1FA8-43F7-AC43-A1164A70C0D5}" dt="2025-12-08T08:47:01.182" v="11343" actId="20577"/>
          <ac:spMkLst>
            <pc:docMk/>
            <pc:sldMk cId="1766993080" sldId="1767"/>
            <ac:spMk id="6" creationId="{7087EE3B-C447-08B5-0E28-CFBCC4FDB692}"/>
          </ac:spMkLst>
        </pc:spChg>
      </pc:sldChg>
      <pc:sldChg chg="addSp delSp modSp mod ord">
        <pc:chgData name="Frank Elkær (adjunkt – frae@eaaa.dk)" userId="1b06cd64-16c4-48f5-b285-7568c937f1a0" providerId="ADAL" clId="{E9811E54-1FA8-43F7-AC43-A1164A70C0D5}" dt="2025-12-08T08:35:33.355" v="11141" actId="20577"/>
        <pc:sldMkLst>
          <pc:docMk/>
          <pc:sldMk cId="1890354581" sldId="1768"/>
        </pc:sldMkLst>
        <pc:spChg chg="mod">
          <ac:chgData name="Frank Elkær (adjunkt – frae@eaaa.dk)" userId="1b06cd64-16c4-48f5-b285-7568c937f1a0" providerId="ADAL" clId="{E9811E54-1FA8-43F7-AC43-A1164A70C0D5}" dt="2025-12-08T08:35:33.355" v="11141" actId="20577"/>
          <ac:spMkLst>
            <pc:docMk/>
            <pc:sldMk cId="1890354581" sldId="1768"/>
            <ac:spMk id="3" creationId="{C288C4F6-DB18-6B21-296E-07C9185C844E}"/>
          </ac:spMkLst>
        </pc:spChg>
        <pc:graphicFrameChg chg="add mod modGraphic">
          <ac:chgData name="Frank Elkær (adjunkt – frae@eaaa.dk)" userId="1b06cd64-16c4-48f5-b285-7568c937f1a0" providerId="ADAL" clId="{E9811E54-1FA8-43F7-AC43-A1164A70C0D5}" dt="2025-12-05T11:51:13.013" v="5696" actId="1076"/>
          <ac:graphicFrameMkLst>
            <pc:docMk/>
            <pc:sldMk cId="1890354581" sldId="1768"/>
            <ac:graphicFrameMk id="4" creationId="{7518F9F4-A060-871C-D1F4-451359CAEB1A}"/>
          </ac:graphicFrameMkLst>
        </pc:graphicFrameChg>
      </pc:sldChg>
      <pc:sldChg chg="modSp mod">
        <pc:chgData name="Frank Elkær (adjunkt – frae@eaaa.dk)" userId="1b06cd64-16c4-48f5-b285-7568c937f1a0" providerId="ADAL" clId="{E9811E54-1FA8-43F7-AC43-A1164A70C0D5}" dt="2025-12-07T16:43:16.903" v="10771" actId="790"/>
        <pc:sldMkLst>
          <pc:docMk/>
          <pc:sldMk cId="2574092595" sldId="1769"/>
        </pc:sldMkLst>
        <pc:spChg chg="mod">
          <ac:chgData name="Frank Elkær (adjunkt – frae@eaaa.dk)" userId="1b06cd64-16c4-48f5-b285-7568c937f1a0" providerId="ADAL" clId="{E9811E54-1FA8-43F7-AC43-A1164A70C0D5}" dt="2025-12-07T16:43:16.903" v="10771" actId="790"/>
          <ac:spMkLst>
            <pc:docMk/>
            <pc:sldMk cId="2574092595" sldId="1769"/>
            <ac:spMk id="2" creationId="{021C542D-E6FE-11C8-A1AD-9E8BA3ED27AB}"/>
          </ac:spMkLst>
        </pc:spChg>
        <pc:spChg chg="mod">
          <ac:chgData name="Frank Elkær (adjunkt – frae@eaaa.dk)" userId="1b06cd64-16c4-48f5-b285-7568c937f1a0" providerId="ADAL" clId="{E9811E54-1FA8-43F7-AC43-A1164A70C0D5}" dt="2025-12-07T16:43:16.903" v="10771" actId="790"/>
          <ac:spMkLst>
            <pc:docMk/>
            <pc:sldMk cId="2574092595" sldId="1769"/>
            <ac:spMk id="3" creationId="{33AD4179-E67B-C7C5-834E-C3B749539057}"/>
          </ac:spMkLst>
        </pc:spChg>
        <pc:spChg chg="mod">
          <ac:chgData name="Frank Elkær (adjunkt – frae@eaaa.dk)" userId="1b06cd64-16c4-48f5-b285-7568c937f1a0" providerId="ADAL" clId="{E9811E54-1FA8-43F7-AC43-A1164A70C0D5}" dt="2025-12-07T16:43:16.903" v="10771" actId="790"/>
          <ac:spMkLst>
            <pc:docMk/>
            <pc:sldMk cId="2574092595" sldId="1769"/>
            <ac:spMk id="4" creationId="{83DC36B1-2432-4968-08EE-046C0F92595C}"/>
          </ac:spMkLst>
        </pc:spChg>
      </pc:sldChg>
      <pc:sldChg chg="modSp mod">
        <pc:chgData name="Frank Elkær (adjunkt – frae@eaaa.dk)" userId="1b06cd64-16c4-48f5-b285-7568c937f1a0" providerId="ADAL" clId="{E9811E54-1FA8-43F7-AC43-A1164A70C0D5}" dt="2025-12-07T15:37:03.774" v="10770" actId="20577"/>
        <pc:sldMkLst>
          <pc:docMk/>
          <pc:sldMk cId="2888019360" sldId="1770"/>
        </pc:sldMkLst>
        <pc:spChg chg="mod">
          <ac:chgData name="Frank Elkær (adjunkt – frae@eaaa.dk)" userId="1b06cd64-16c4-48f5-b285-7568c937f1a0" providerId="ADAL" clId="{E9811E54-1FA8-43F7-AC43-A1164A70C0D5}" dt="2025-12-07T15:37:03.774" v="10770" actId="20577"/>
          <ac:spMkLst>
            <pc:docMk/>
            <pc:sldMk cId="2888019360" sldId="1770"/>
            <ac:spMk id="2" creationId="{F1617B04-5F78-7CC4-6644-5F277B54339C}"/>
          </ac:spMkLst>
        </pc:spChg>
        <pc:spChg chg="mod">
          <ac:chgData name="Frank Elkær (adjunkt – frae@eaaa.dk)" userId="1b06cd64-16c4-48f5-b285-7568c937f1a0" providerId="ADAL" clId="{E9811E54-1FA8-43F7-AC43-A1164A70C0D5}" dt="2025-12-05T15:14:42.476" v="7183" actId="1076"/>
          <ac:spMkLst>
            <pc:docMk/>
            <pc:sldMk cId="2888019360" sldId="1770"/>
            <ac:spMk id="4" creationId="{994F3C40-6062-07F2-9470-1F7C157A731C}"/>
          </ac:spMkLst>
        </pc:spChg>
      </pc:sldChg>
      <pc:sldChg chg="addSp delSp modSp mod delAnim modAnim">
        <pc:chgData name="Frank Elkær (adjunkt – frae@eaaa.dk)" userId="1b06cd64-16c4-48f5-b285-7568c937f1a0" providerId="ADAL" clId="{E9811E54-1FA8-43F7-AC43-A1164A70C0D5}" dt="2025-12-08T08:48:51.661" v="11348" actId="20577"/>
        <pc:sldMkLst>
          <pc:docMk/>
          <pc:sldMk cId="1933017068" sldId="1772"/>
        </pc:sldMkLst>
        <pc:spChg chg="mod">
          <ac:chgData name="Frank Elkær (adjunkt – frae@eaaa.dk)" userId="1b06cd64-16c4-48f5-b285-7568c937f1a0" providerId="ADAL" clId="{E9811E54-1FA8-43F7-AC43-A1164A70C0D5}" dt="2025-12-03T13:53:32.017" v="678" actId="1076"/>
          <ac:spMkLst>
            <pc:docMk/>
            <pc:sldMk cId="1933017068" sldId="1772"/>
            <ac:spMk id="6" creationId="{A34BF7C4-E5B1-CD2A-C534-FB4789C5346D}"/>
          </ac:spMkLst>
        </pc:spChg>
        <pc:spChg chg="add mod">
          <ac:chgData name="Frank Elkær (adjunkt – frae@eaaa.dk)" userId="1b06cd64-16c4-48f5-b285-7568c937f1a0" providerId="ADAL" clId="{E9811E54-1FA8-43F7-AC43-A1164A70C0D5}" dt="2025-12-05T15:02:31.200" v="6924" actId="20577"/>
          <ac:spMkLst>
            <pc:docMk/>
            <pc:sldMk cId="1933017068" sldId="1772"/>
            <ac:spMk id="9" creationId="{3B0582D8-F9F1-59BB-2F14-893369F30A06}"/>
          </ac:spMkLst>
        </pc:spChg>
        <pc:spChg chg="add mod">
          <ac:chgData name="Frank Elkær (adjunkt – frae@eaaa.dk)" userId="1b06cd64-16c4-48f5-b285-7568c937f1a0" providerId="ADAL" clId="{E9811E54-1FA8-43F7-AC43-A1164A70C0D5}" dt="2025-12-08T08:48:51.661" v="11348" actId="20577"/>
          <ac:spMkLst>
            <pc:docMk/>
            <pc:sldMk cId="1933017068" sldId="1772"/>
            <ac:spMk id="12" creationId="{8D327377-92DD-D6D2-C70B-B7C090E0A8F2}"/>
          </ac:spMkLst>
        </pc:spChg>
        <pc:picChg chg="mod">
          <ac:chgData name="Frank Elkær (adjunkt – frae@eaaa.dk)" userId="1b06cd64-16c4-48f5-b285-7568c937f1a0" providerId="ADAL" clId="{E9811E54-1FA8-43F7-AC43-A1164A70C0D5}" dt="2025-12-03T13:49:54.400" v="652" actId="1076"/>
          <ac:picMkLst>
            <pc:docMk/>
            <pc:sldMk cId="1933017068" sldId="1772"/>
            <ac:picMk id="4" creationId="{009A6293-351D-7B86-EFF6-9746450A1C3E}"/>
          </ac:picMkLst>
        </pc:picChg>
        <pc:picChg chg="mod">
          <ac:chgData name="Frank Elkær (adjunkt – frae@eaaa.dk)" userId="1b06cd64-16c4-48f5-b285-7568c937f1a0" providerId="ADAL" clId="{E9811E54-1FA8-43F7-AC43-A1164A70C0D5}" dt="2025-12-03T13:53:24.045" v="677" actId="1076"/>
          <ac:picMkLst>
            <pc:docMk/>
            <pc:sldMk cId="1933017068" sldId="1772"/>
            <ac:picMk id="7" creationId="{509ADB9D-864B-BE46-0006-D87FAB1EE25C}"/>
          </ac:picMkLst>
        </pc:picChg>
      </pc:sldChg>
      <pc:sldChg chg="addSp modSp mod modAnim">
        <pc:chgData name="Frank Elkær (adjunkt – frae@eaaa.dk)" userId="1b06cd64-16c4-48f5-b285-7568c937f1a0" providerId="ADAL" clId="{E9811E54-1FA8-43F7-AC43-A1164A70C0D5}" dt="2025-12-08T08:43:46.988" v="11338" actId="20577"/>
        <pc:sldMkLst>
          <pc:docMk/>
          <pc:sldMk cId="1479783367" sldId="1775"/>
        </pc:sldMkLst>
        <pc:spChg chg="mod">
          <ac:chgData name="Frank Elkær (adjunkt – frae@eaaa.dk)" userId="1b06cd64-16c4-48f5-b285-7568c937f1a0" providerId="ADAL" clId="{E9811E54-1FA8-43F7-AC43-A1164A70C0D5}" dt="2025-12-08T08:43:46.988" v="11338" actId="20577"/>
          <ac:spMkLst>
            <pc:docMk/>
            <pc:sldMk cId="1479783367" sldId="1775"/>
            <ac:spMk id="2" creationId="{42E426C9-4604-A62A-7FAE-E3E3860DC7DA}"/>
          </ac:spMkLst>
        </pc:spChg>
        <pc:picChg chg="add mod">
          <ac:chgData name="Frank Elkær (adjunkt – frae@eaaa.dk)" userId="1b06cd64-16c4-48f5-b285-7568c937f1a0" providerId="ADAL" clId="{E9811E54-1FA8-43F7-AC43-A1164A70C0D5}" dt="2025-12-04T06:52:49.342" v="1783" actId="14100"/>
          <ac:picMkLst>
            <pc:docMk/>
            <pc:sldMk cId="1479783367" sldId="1775"/>
            <ac:picMk id="3" creationId="{73B98F4B-465E-D959-06FC-B8DF206DF123}"/>
          </ac:picMkLst>
        </pc:picChg>
        <pc:picChg chg="add mod">
          <ac:chgData name="Frank Elkær (adjunkt – frae@eaaa.dk)" userId="1b06cd64-16c4-48f5-b285-7568c937f1a0" providerId="ADAL" clId="{E9811E54-1FA8-43F7-AC43-A1164A70C0D5}" dt="2025-12-04T06:52:36.631" v="1781" actId="14100"/>
          <ac:picMkLst>
            <pc:docMk/>
            <pc:sldMk cId="1479783367" sldId="1775"/>
            <ac:picMk id="4" creationId="{4356315D-04EE-3BF7-961C-E831F7154A48}"/>
          </ac:picMkLst>
        </pc:picChg>
        <pc:picChg chg="mod">
          <ac:chgData name="Frank Elkær (adjunkt – frae@eaaa.dk)" userId="1b06cd64-16c4-48f5-b285-7568c937f1a0" providerId="ADAL" clId="{E9811E54-1FA8-43F7-AC43-A1164A70C0D5}" dt="2025-12-04T06:58:23.674" v="1828" actId="1076"/>
          <ac:picMkLst>
            <pc:docMk/>
            <pc:sldMk cId="1479783367" sldId="1775"/>
            <ac:picMk id="7" creationId="{1F8D55A3-16AE-14E3-3911-770A01B1CC2D}"/>
          </ac:picMkLst>
        </pc:picChg>
      </pc:sldChg>
      <pc:sldChg chg="modSp mod">
        <pc:chgData name="Frank Elkær (adjunkt – frae@eaaa.dk)" userId="1b06cd64-16c4-48f5-b285-7568c937f1a0" providerId="ADAL" clId="{E9811E54-1FA8-43F7-AC43-A1164A70C0D5}" dt="2025-12-05T15:08:04.771" v="7070" actId="20577"/>
        <pc:sldMkLst>
          <pc:docMk/>
          <pc:sldMk cId="3891348246" sldId="1777"/>
        </pc:sldMkLst>
        <pc:spChg chg="mod">
          <ac:chgData name="Frank Elkær (adjunkt – frae@eaaa.dk)" userId="1b06cd64-16c4-48f5-b285-7568c937f1a0" providerId="ADAL" clId="{E9811E54-1FA8-43F7-AC43-A1164A70C0D5}" dt="2025-12-05T09:58:47.388" v="4522" actId="20577"/>
          <ac:spMkLst>
            <pc:docMk/>
            <pc:sldMk cId="3891348246" sldId="1777"/>
            <ac:spMk id="2" creationId="{2C909840-3290-1505-0343-3D7E4FF11616}"/>
          </ac:spMkLst>
        </pc:spChg>
        <pc:spChg chg="mod">
          <ac:chgData name="Frank Elkær (adjunkt – frae@eaaa.dk)" userId="1b06cd64-16c4-48f5-b285-7568c937f1a0" providerId="ADAL" clId="{E9811E54-1FA8-43F7-AC43-A1164A70C0D5}" dt="2025-12-05T15:08:04.771" v="7070" actId="20577"/>
          <ac:spMkLst>
            <pc:docMk/>
            <pc:sldMk cId="3891348246" sldId="1777"/>
            <ac:spMk id="3" creationId="{5C82AF48-6A61-AC1E-CA4D-C5D40A0B4294}"/>
          </ac:spMkLst>
        </pc:spChg>
      </pc:sldChg>
      <pc:sldChg chg="addSp delSp modSp mod">
        <pc:chgData name="Frank Elkær (adjunkt – frae@eaaa.dk)" userId="1b06cd64-16c4-48f5-b285-7568c937f1a0" providerId="ADAL" clId="{E9811E54-1FA8-43F7-AC43-A1164A70C0D5}" dt="2025-12-08T08:28:14.501" v="10978" actId="20577"/>
        <pc:sldMkLst>
          <pc:docMk/>
          <pc:sldMk cId="1616738360" sldId="1781"/>
        </pc:sldMkLst>
        <pc:spChg chg="add mod">
          <ac:chgData name="Frank Elkær (adjunkt – frae@eaaa.dk)" userId="1b06cd64-16c4-48f5-b285-7568c937f1a0" providerId="ADAL" clId="{E9811E54-1FA8-43F7-AC43-A1164A70C0D5}" dt="2025-12-08T08:28:14.501" v="10978" actId="20577"/>
          <ac:spMkLst>
            <pc:docMk/>
            <pc:sldMk cId="1616738360" sldId="1781"/>
            <ac:spMk id="7" creationId="{B28E22A8-2E10-84D5-1796-CEB130AB9B0D}"/>
          </ac:spMkLst>
        </pc:spChg>
      </pc:sldChg>
      <pc:sldChg chg="modSp mod">
        <pc:chgData name="Frank Elkær (adjunkt – frae@eaaa.dk)" userId="1b06cd64-16c4-48f5-b285-7568c937f1a0" providerId="ADAL" clId="{E9811E54-1FA8-43F7-AC43-A1164A70C0D5}" dt="2025-12-05T12:28:06.335" v="6462" actId="5793"/>
        <pc:sldMkLst>
          <pc:docMk/>
          <pc:sldMk cId="3918268040" sldId="1784"/>
        </pc:sldMkLst>
        <pc:spChg chg="mod">
          <ac:chgData name="Frank Elkær (adjunkt – frae@eaaa.dk)" userId="1b06cd64-16c4-48f5-b285-7568c937f1a0" providerId="ADAL" clId="{E9811E54-1FA8-43F7-AC43-A1164A70C0D5}" dt="2025-12-05T12:28:06.335" v="6462" actId="5793"/>
          <ac:spMkLst>
            <pc:docMk/>
            <pc:sldMk cId="3918268040" sldId="1784"/>
            <ac:spMk id="3" creationId="{109954A8-D8BC-F512-DEE2-CBD9A22FFE2B}"/>
          </ac:spMkLst>
        </pc:spChg>
      </pc:sldChg>
      <pc:sldChg chg="modSp new mod">
        <pc:chgData name="Frank Elkær (adjunkt – frae@eaaa.dk)" userId="1b06cd64-16c4-48f5-b285-7568c937f1a0" providerId="ADAL" clId="{E9811E54-1FA8-43F7-AC43-A1164A70C0D5}" dt="2025-12-07T14:50:48.513" v="10733" actId="20577"/>
        <pc:sldMkLst>
          <pc:docMk/>
          <pc:sldMk cId="1022925892" sldId="1785"/>
        </pc:sldMkLst>
        <pc:spChg chg="mod">
          <ac:chgData name="Frank Elkær (adjunkt – frae@eaaa.dk)" userId="1b06cd64-16c4-48f5-b285-7568c937f1a0" providerId="ADAL" clId="{E9811E54-1FA8-43F7-AC43-A1164A70C0D5}" dt="2025-12-07T14:36:07.211" v="10481" actId="20577"/>
          <ac:spMkLst>
            <pc:docMk/>
            <pc:sldMk cId="1022925892" sldId="1785"/>
            <ac:spMk id="2" creationId="{3145D098-52A8-0703-31FF-12C055BF4B1E}"/>
          </ac:spMkLst>
        </pc:spChg>
        <pc:spChg chg="mod">
          <ac:chgData name="Frank Elkær (adjunkt – frae@eaaa.dk)" userId="1b06cd64-16c4-48f5-b285-7568c937f1a0" providerId="ADAL" clId="{E9811E54-1FA8-43F7-AC43-A1164A70C0D5}" dt="2025-12-07T14:50:48.513" v="10733" actId="20577"/>
          <ac:spMkLst>
            <pc:docMk/>
            <pc:sldMk cId="1022925892" sldId="1785"/>
            <ac:spMk id="3" creationId="{737BF473-59B4-7622-CDD7-B45E1F4BFB9D}"/>
          </ac:spMkLst>
        </pc:spChg>
      </pc:sldChg>
      <pc:sldChg chg="modSp new mod">
        <pc:chgData name="Frank Elkær (adjunkt – frae@eaaa.dk)" userId="1b06cd64-16c4-48f5-b285-7568c937f1a0" providerId="ADAL" clId="{E9811E54-1FA8-43F7-AC43-A1164A70C0D5}" dt="2025-12-08T08:28:54.806" v="10985" actId="20577"/>
        <pc:sldMkLst>
          <pc:docMk/>
          <pc:sldMk cId="319918203" sldId="1786"/>
        </pc:sldMkLst>
        <pc:spChg chg="mod">
          <ac:chgData name="Frank Elkær (adjunkt – frae@eaaa.dk)" userId="1b06cd64-16c4-48f5-b285-7568c937f1a0" providerId="ADAL" clId="{E9811E54-1FA8-43F7-AC43-A1164A70C0D5}" dt="2025-12-06T12:44:47.806" v="9272" actId="20577"/>
          <ac:spMkLst>
            <pc:docMk/>
            <pc:sldMk cId="319918203" sldId="1786"/>
            <ac:spMk id="2" creationId="{4EC9CE66-2820-79F1-E493-B95183AE93E5}"/>
          </ac:spMkLst>
        </pc:spChg>
        <pc:spChg chg="mod">
          <ac:chgData name="Frank Elkær (adjunkt – frae@eaaa.dk)" userId="1b06cd64-16c4-48f5-b285-7568c937f1a0" providerId="ADAL" clId="{E9811E54-1FA8-43F7-AC43-A1164A70C0D5}" dt="2025-12-08T08:28:54.806" v="10985" actId="20577"/>
          <ac:spMkLst>
            <pc:docMk/>
            <pc:sldMk cId="319918203" sldId="1786"/>
            <ac:spMk id="3" creationId="{0F9FDC97-5CC5-0981-1AAE-F049784C81D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1BD40-516E-4DD7-94BA-3DF98122770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E10E4AC-3FA7-44BA-B3CE-8DFE1283C95B}">
      <dgm:prSet/>
      <dgm:spPr/>
      <dgm:t>
        <a:bodyPr/>
        <a:lstStyle/>
        <a:p>
          <a:r>
            <a:rPr lang="en-US" dirty="0" err="1">
              <a:solidFill>
                <a:schemeClr val="tx1"/>
              </a:solidFill>
            </a:rPr>
            <a:t>Skaber</a:t>
          </a:r>
          <a:r>
            <a:rPr lang="en-US" dirty="0">
              <a:solidFill>
                <a:schemeClr val="tx1"/>
              </a:solidFill>
            </a:rPr>
            <a:t> </a:t>
          </a:r>
          <a:r>
            <a:rPr lang="en-US" dirty="0" err="1">
              <a:solidFill>
                <a:schemeClr val="tx1"/>
              </a:solidFill>
            </a:rPr>
            <a:t>værdi</a:t>
          </a:r>
          <a:r>
            <a:rPr lang="en-US" dirty="0">
              <a:solidFill>
                <a:schemeClr val="tx1"/>
              </a:solidFill>
            </a:rPr>
            <a:t> for </a:t>
          </a:r>
          <a:r>
            <a:rPr lang="en-US" dirty="0" err="1">
              <a:solidFill>
                <a:schemeClr val="tx1"/>
              </a:solidFill>
            </a:rPr>
            <a:t>virksomheden</a:t>
          </a:r>
          <a:r>
            <a:rPr lang="en-US" dirty="0">
              <a:solidFill>
                <a:schemeClr val="tx1"/>
              </a:solidFill>
            </a:rPr>
            <a:t>.</a:t>
          </a:r>
        </a:p>
      </dgm:t>
    </dgm:pt>
    <dgm:pt modelId="{D0D71C46-AF1E-48C2-8746-42322D3AE554}" type="parTrans" cxnId="{40A9F468-CA99-425D-BB68-8200C54ED117}">
      <dgm:prSet/>
      <dgm:spPr/>
      <dgm:t>
        <a:bodyPr/>
        <a:lstStyle/>
        <a:p>
          <a:endParaRPr lang="en-US"/>
        </a:p>
      </dgm:t>
    </dgm:pt>
    <dgm:pt modelId="{94990279-4246-41E9-94AB-047270C6E0E0}" type="sibTrans" cxnId="{40A9F468-CA99-425D-BB68-8200C54ED117}">
      <dgm:prSet/>
      <dgm:spPr/>
      <dgm:t>
        <a:bodyPr/>
        <a:lstStyle/>
        <a:p>
          <a:endParaRPr lang="en-US"/>
        </a:p>
      </dgm:t>
    </dgm:pt>
    <dgm:pt modelId="{224C3F44-9D9D-4B89-BE92-E6956039C9C8}">
      <dgm:prSet/>
      <dgm:spPr/>
      <dgm:t>
        <a:bodyPr/>
        <a:lstStyle/>
        <a:p>
          <a:r>
            <a:rPr lang="da-DK" dirty="0">
              <a:solidFill>
                <a:schemeClr val="tx1"/>
              </a:solidFill>
            </a:rPr>
            <a:t>Definering af mål, omkostninger, ressourceforbrug og tid (deadline) til projektet.</a:t>
          </a:r>
          <a:endParaRPr lang="en-US" dirty="0">
            <a:solidFill>
              <a:schemeClr val="tx1"/>
            </a:solidFill>
          </a:endParaRPr>
        </a:p>
      </dgm:t>
    </dgm:pt>
    <dgm:pt modelId="{F803E282-5507-4F4B-A634-64E437929FC6}" type="parTrans" cxnId="{79B463D9-52FA-4F01-9E3C-FA833E075448}">
      <dgm:prSet/>
      <dgm:spPr/>
      <dgm:t>
        <a:bodyPr/>
        <a:lstStyle/>
        <a:p>
          <a:endParaRPr lang="en-US"/>
        </a:p>
      </dgm:t>
    </dgm:pt>
    <dgm:pt modelId="{A4CAF21E-0764-47AA-80F9-FDFD6BAED0A0}" type="sibTrans" cxnId="{79B463D9-52FA-4F01-9E3C-FA833E075448}">
      <dgm:prSet/>
      <dgm:spPr/>
      <dgm:t>
        <a:bodyPr/>
        <a:lstStyle/>
        <a:p>
          <a:endParaRPr lang="en-US"/>
        </a:p>
      </dgm:t>
    </dgm:pt>
    <dgm:pt modelId="{97ABB515-CCA9-4807-99C8-51699705C7A2}">
      <dgm:prSet/>
      <dgm:spPr/>
      <dgm:t>
        <a:bodyPr/>
        <a:lstStyle/>
        <a:p>
          <a:r>
            <a:rPr lang="da-DK" dirty="0">
              <a:solidFill>
                <a:schemeClr val="tx1"/>
              </a:solidFill>
            </a:rPr>
            <a:t>Rette kompetencer/støtte til projektet. </a:t>
          </a:r>
          <a:endParaRPr lang="en-US" dirty="0">
            <a:solidFill>
              <a:schemeClr val="tx1"/>
            </a:solidFill>
          </a:endParaRPr>
        </a:p>
      </dgm:t>
    </dgm:pt>
    <dgm:pt modelId="{5A7DC0B3-0C21-4C96-B3A7-00E55B636BF2}" type="parTrans" cxnId="{EAEF192C-F8B1-43CD-9716-B2B18B2086E8}">
      <dgm:prSet/>
      <dgm:spPr/>
      <dgm:t>
        <a:bodyPr/>
        <a:lstStyle/>
        <a:p>
          <a:endParaRPr lang="en-US"/>
        </a:p>
      </dgm:t>
    </dgm:pt>
    <dgm:pt modelId="{659293E2-4F11-490A-B62B-8BBFFA06EEEF}" type="sibTrans" cxnId="{EAEF192C-F8B1-43CD-9716-B2B18B2086E8}">
      <dgm:prSet/>
      <dgm:spPr/>
      <dgm:t>
        <a:bodyPr/>
        <a:lstStyle/>
        <a:p>
          <a:endParaRPr lang="en-US"/>
        </a:p>
      </dgm:t>
    </dgm:pt>
    <dgm:pt modelId="{21CA70C0-A830-4C1B-895B-8240E165C2EC}">
      <dgm:prSet/>
      <dgm:spPr/>
      <dgm:t>
        <a:bodyPr/>
        <a:lstStyle/>
        <a:p>
          <a:r>
            <a:rPr lang="da-DK" dirty="0">
              <a:solidFill>
                <a:schemeClr val="tx1"/>
              </a:solidFill>
            </a:rPr>
            <a:t>Planlægning og koordinering.</a:t>
          </a:r>
          <a:endParaRPr lang="en-US" dirty="0">
            <a:solidFill>
              <a:schemeClr val="tx1"/>
            </a:solidFill>
          </a:endParaRPr>
        </a:p>
      </dgm:t>
    </dgm:pt>
    <dgm:pt modelId="{6514A0DB-5619-4369-B192-81E4C1244CC8}" type="parTrans" cxnId="{64A9EB51-B3DE-4124-A3F8-D35BE0C68879}">
      <dgm:prSet/>
      <dgm:spPr/>
      <dgm:t>
        <a:bodyPr/>
        <a:lstStyle/>
        <a:p>
          <a:endParaRPr lang="en-US"/>
        </a:p>
      </dgm:t>
    </dgm:pt>
    <dgm:pt modelId="{CBDD0723-2DB5-4A6C-92A8-89A8CA8710B1}" type="sibTrans" cxnId="{64A9EB51-B3DE-4124-A3F8-D35BE0C68879}">
      <dgm:prSet/>
      <dgm:spPr/>
      <dgm:t>
        <a:bodyPr/>
        <a:lstStyle/>
        <a:p>
          <a:endParaRPr lang="en-US"/>
        </a:p>
      </dgm:t>
    </dgm:pt>
    <dgm:pt modelId="{25F4786A-B1B2-4429-9F16-EB9D177BBA41}">
      <dgm:prSet/>
      <dgm:spPr/>
      <dgm:t>
        <a:bodyPr/>
        <a:lstStyle/>
        <a:p>
          <a:r>
            <a:rPr lang="da-DK" dirty="0">
              <a:solidFill>
                <a:schemeClr val="tx1"/>
              </a:solidFill>
            </a:rPr>
            <a:t>En midlertidig opgave med et klart mål.</a:t>
          </a:r>
        </a:p>
      </dgm:t>
    </dgm:pt>
    <dgm:pt modelId="{4E966FF0-2F33-469F-97E6-02A3C5489072}" type="parTrans" cxnId="{0846B3A5-43C8-4761-AF58-39279E9AAF49}">
      <dgm:prSet/>
      <dgm:spPr/>
      <dgm:t>
        <a:bodyPr/>
        <a:lstStyle/>
        <a:p>
          <a:endParaRPr lang="da-DK"/>
        </a:p>
      </dgm:t>
    </dgm:pt>
    <dgm:pt modelId="{5CB14072-CDDB-4BDF-987D-F3307397CCDA}" type="sibTrans" cxnId="{0846B3A5-43C8-4761-AF58-39279E9AAF49}">
      <dgm:prSet/>
      <dgm:spPr/>
      <dgm:t>
        <a:bodyPr/>
        <a:lstStyle/>
        <a:p>
          <a:endParaRPr lang="da-DK"/>
        </a:p>
      </dgm:t>
    </dgm:pt>
    <dgm:pt modelId="{F23C673E-EDDB-48E1-B99A-AE8822D066B9}">
      <dgm:prSet/>
      <dgm:spPr/>
      <dgm:t>
        <a:bodyPr/>
        <a:lstStyle/>
        <a:p>
          <a:r>
            <a:rPr lang="da-DK" dirty="0">
              <a:solidFill>
                <a:schemeClr val="tx1"/>
              </a:solidFill>
            </a:rPr>
            <a:t>Kommunikation og projektledelse (intern/konsulent) er vigtigt.</a:t>
          </a:r>
        </a:p>
      </dgm:t>
    </dgm:pt>
    <dgm:pt modelId="{F898C3C0-4BF9-4947-939C-BF29354DEEBE}" type="parTrans" cxnId="{C3ACC949-2A23-4FD8-97F9-7DCC2B51CCA4}">
      <dgm:prSet/>
      <dgm:spPr/>
      <dgm:t>
        <a:bodyPr/>
        <a:lstStyle/>
        <a:p>
          <a:endParaRPr lang="da-DK"/>
        </a:p>
      </dgm:t>
    </dgm:pt>
    <dgm:pt modelId="{CAACDA5C-3E9F-4559-9C1E-1B527E98F208}" type="sibTrans" cxnId="{C3ACC949-2A23-4FD8-97F9-7DCC2B51CCA4}">
      <dgm:prSet/>
      <dgm:spPr/>
      <dgm:t>
        <a:bodyPr/>
        <a:lstStyle/>
        <a:p>
          <a:endParaRPr lang="da-DK"/>
        </a:p>
      </dgm:t>
    </dgm:pt>
    <dgm:pt modelId="{0EDBD6C1-0912-4943-A538-D7EE26630EAE}" type="pres">
      <dgm:prSet presAssocID="{2DE1BD40-516E-4DD7-94BA-3DF981227702}" presName="linear" presStyleCnt="0">
        <dgm:presLayoutVars>
          <dgm:animLvl val="lvl"/>
          <dgm:resizeHandles val="exact"/>
        </dgm:presLayoutVars>
      </dgm:prSet>
      <dgm:spPr/>
    </dgm:pt>
    <dgm:pt modelId="{F04982C3-9DDA-4E1A-B2D6-24B930276F37}" type="pres">
      <dgm:prSet presAssocID="{25F4786A-B1B2-4429-9F16-EB9D177BBA41}" presName="parentText" presStyleLbl="node1" presStyleIdx="0" presStyleCnt="6">
        <dgm:presLayoutVars>
          <dgm:chMax val="0"/>
          <dgm:bulletEnabled val="1"/>
        </dgm:presLayoutVars>
      </dgm:prSet>
      <dgm:spPr/>
    </dgm:pt>
    <dgm:pt modelId="{536AC3A6-C041-4B87-8E74-0CE5C1FBF757}" type="pres">
      <dgm:prSet presAssocID="{5CB14072-CDDB-4BDF-987D-F3307397CCDA}" presName="spacer" presStyleCnt="0"/>
      <dgm:spPr/>
    </dgm:pt>
    <dgm:pt modelId="{C147D350-3000-40B7-A859-1389E85E9E67}" type="pres">
      <dgm:prSet presAssocID="{6E10E4AC-3FA7-44BA-B3CE-8DFE1283C95B}" presName="parentText" presStyleLbl="node1" presStyleIdx="1" presStyleCnt="6">
        <dgm:presLayoutVars>
          <dgm:chMax val="0"/>
          <dgm:bulletEnabled val="1"/>
        </dgm:presLayoutVars>
      </dgm:prSet>
      <dgm:spPr/>
    </dgm:pt>
    <dgm:pt modelId="{1E54DC8B-DE6D-4A5C-BE1F-BB55FC991FC1}" type="pres">
      <dgm:prSet presAssocID="{94990279-4246-41E9-94AB-047270C6E0E0}" presName="spacer" presStyleCnt="0"/>
      <dgm:spPr/>
    </dgm:pt>
    <dgm:pt modelId="{F3BE4115-340D-489C-950C-23DBF205AF33}" type="pres">
      <dgm:prSet presAssocID="{224C3F44-9D9D-4B89-BE92-E6956039C9C8}" presName="parentText" presStyleLbl="node1" presStyleIdx="2" presStyleCnt="6">
        <dgm:presLayoutVars>
          <dgm:chMax val="0"/>
          <dgm:bulletEnabled val="1"/>
        </dgm:presLayoutVars>
      </dgm:prSet>
      <dgm:spPr/>
    </dgm:pt>
    <dgm:pt modelId="{C47C4537-656C-4C15-ADBE-ECCC194B1DB2}" type="pres">
      <dgm:prSet presAssocID="{A4CAF21E-0764-47AA-80F9-FDFD6BAED0A0}" presName="spacer" presStyleCnt="0"/>
      <dgm:spPr/>
    </dgm:pt>
    <dgm:pt modelId="{ED3AF982-B034-492D-A2E7-FA15FDE86159}" type="pres">
      <dgm:prSet presAssocID="{97ABB515-CCA9-4807-99C8-51699705C7A2}" presName="parentText" presStyleLbl="node1" presStyleIdx="3" presStyleCnt="6">
        <dgm:presLayoutVars>
          <dgm:chMax val="0"/>
          <dgm:bulletEnabled val="1"/>
        </dgm:presLayoutVars>
      </dgm:prSet>
      <dgm:spPr/>
    </dgm:pt>
    <dgm:pt modelId="{CC58EA52-B938-4BB7-98E6-0873643C8238}" type="pres">
      <dgm:prSet presAssocID="{659293E2-4F11-490A-B62B-8BBFFA06EEEF}" presName="spacer" presStyleCnt="0"/>
      <dgm:spPr/>
    </dgm:pt>
    <dgm:pt modelId="{E13D9C3E-7C47-40BA-9588-FF82036A3862}" type="pres">
      <dgm:prSet presAssocID="{21CA70C0-A830-4C1B-895B-8240E165C2EC}" presName="parentText" presStyleLbl="node1" presStyleIdx="4" presStyleCnt="6">
        <dgm:presLayoutVars>
          <dgm:chMax val="0"/>
          <dgm:bulletEnabled val="1"/>
        </dgm:presLayoutVars>
      </dgm:prSet>
      <dgm:spPr/>
    </dgm:pt>
    <dgm:pt modelId="{331BCB6B-5B95-4A4B-8C1E-888E6B3F5426}" type="pres">
      <dgm:prSet presAssocID="{CBDD0723-2DB5-4A6C-92A8-89A8CA8710B1}" presName="spacer" presStyleCnt="0"/>
      <dgm:spPr/>
    </dgm:pt>
    <dgm:pt modelId="{BF0CE982-D88F-424A-AF14-294FA65939D6}" type="pres">
      <dgm:prSet presAssocID="{F23C673E-EDDB-48E1-B99A-AE8822D066B9}" presName="parentText" presStyleLbl="node1" presStyleIdx="5" presStyleCnt="6">
        <dgm:presLayoutVars>
          <dgm:chMax val="0"/>
          <dgm:bulletEnabled val="1"/>
        </dgm:presLayoutVars>
      </dgm:prSet>
      <dgm:spPr/>
    </dgm:pt>
  </dgm:ptLst>
  <dgm:cxnLst>
    <dgm:cxn modelId="{C4E4E223-B558-42BA-87EF-525E1DF49C0E}" type="presOf" srcId="{6E10E4AC-3FA7-44BA-B3CE-8DFE1283C95B}" destId="{C147D350-3000-40B7-A859-1389E85E9E67}" srcOrd="0" destOrd="0" presId="urn:microsoft.com/office/officeart/2005/8/layout/vList2"/>
    <dgm:cxn modelId="{EAEF192C-F8B1-43CD-9716-B2B18B2086E8}" srcId="{2DE1BD40-516E-4DD7-94BA-3DF981227702}" destId="{97ABB515-CCA9-4807-99C8-51699705C7A2}" srcOrd="3" destOrd="0" parTransId="{5A7DC0B3-0C21-4C96-B3A7-00E55B636BF2}" sibTransId="{659293E2-4F11-490A-B62B-8BBFFA06EEEF}"/>
    <dgm:cxn modelId="{40A9F468-CA99-425D-BB68-8200C54ED117}" srcId="{2DE1BD40-516E-4DD7-94BA-3DF981227702}" destId="{6E10E4AC-3FA7-44BA-B3CE-8DFE1283C95B}" srcOrd="1" destOrd="0" parTransId="{D0D71C46-AF1E-48C2-8746-42322D3AE554}" sibTransId="{94990279-4246-41E9-94AB-047270C6E0E0}"/>
    <dgm:cxn modelId="{C3ACC949-2A23-4FD8-97F9-7DCC2B51CCA4}" srcId="{2DE1BD40-516E-4DD7-94BA-3DF981227702}" destId="{F23C673E-EDDB-48E1-B99A-AE8822D066B9}" srcOrd="5" destOrd="0" parTransId="{F898C3C0-4BF9-4947-939C-BF29354DEEBE}" sibTransId="{CAACDA5C-3E9F-4559-9C1E-1B527E98F208}"/>
    <dgm:cxn modelId="{73B9D74C-F817-4CD4-A816-7F1DB5358D26}" type="presOf" srcId="{2DE1BD40-516E-4DD7-94BA-3DF981227702}" destId="{0EDBD6C1-0912-4943-A538-D7EE26630EAE}" srcOrd="0" destOrd="0" presId="urn:microsoft.com/office/officeart/2005/8/layout/vList2"/>
    <dgm:cxn modelId="{64A9EB51-B3DE-4124-A3F8-D35BE0C68879}" srcId="{2DE1BD40-516E-4DD7-94BA-3DF981227702}" destId="{21CA70C0-A830-4C1B-895B-8240E165C2EC}" srcOrd="4" destOrd="0" parTransId="{6514A0DB-5619-4369-B192-81E4C1244CC8}" sibTransId="{CBDD0723-2DB5-4A6C-92A8-89A8CA8710B1}"/>
    <dgm:cxn modelId="{EBE20656-4C40-481A-825A-7AE9E784FA20}" type="presOf" srcId="{F23C673E-EDDB-48E1-B99A-AE8822D066B9}" destId="{BF0CE982-D88F-424A-AF14-294FA65939D6}" srcOrd="0" destOrd="0" presId="urn:microsoft.com/office/officeart/2005/8/layout/vList2"/>
    <dgm:cxn modelId="{34649C87-EDEB-4A58-BD3F-20E3D6552D3B}" type="presOf" srcId="{97ABB515-CCA9-4807-99C8-51699705C7A2}" destId="{ED3AF982-B034-492D-A2E7-FA15FDE86159}" srcOrd="0" destOrd="0" presId="urn:microsoft.com/office/officeart/2005/8/layout/vList2"/>
    <dgm:cxn modelId="{C6796AA5-71D6-4199-B2AA-4EB919E6FD70}" type="presOf" srcId="{21CA70C0-A830-4C1B-895B-8240E165C2EC}" destId="{E13D9C3E-7C47-40BA-9588-FF82036A3862}" srcOrd="0" destOrd="0" presId="urn:microsoft.com/office/officeart/2005/8/layout/vList2"/>
    <dgm:cxn modelId="{0846B3A5-43C8-4761-AF58-39279E9AAF49}" srcId="{2DE1BD40-516E-4DD7-94BA-3DF981227702}" destId="{25F4786A-B1B2-4429-9F16-EB9D177BBA41}" srcOrd="0" destOrd="0" parTransId="{4E966FF0-2F33-469F-97E6-02A3C5489072}" sibTransId="{5CB14072-CDDB-4BDF-987D-F3307397CCDA}"/>
    <dgm:cxn modelId="{332394A9-0CA8-4759-91C7-70C666B8F4F3}" type="presOf" srcId="{224C3F44-9D9D-4B89-BE92-E6956039C9C8}" destId="{F3BE4115-340D-489C-950C-23DBF205AF33}" srcOrd="0" destOrd="0" presId="urn:microsoft.com/office/officeart/2005/8/layout/vList2"/>
    <dgm:cxn modelId="{18D590CA-9DC1-420D-90A1-E060AA11F24F}" type="presOf" srcId="{25F4786A-B1B2-4429-9F16-EB9D177BBA41}" destId="{F04982C3-9DDA-4E1A-B2D6-24B930276F37}" srcOrd="0" destOrd="0" presId="urn:microsoft.com/office/officeart/2005/8/layout/vList2"/>
    <dgm:cxn modelId="{79B463D9-52FA-4F01-9E3C-FA833E075448}" srcId="{2DE1BD40-516E-4DD7-94BA-3DF981227702}" destId="{224C3F44-9D9D-4B89-BE92-E6956039C9C8}" srcOrd="2" destOrd="0" parTransId="{F803E282-5507-4F4B-A634-64E437929FC6}" sibTransId="{A4CAF21E-0764-47AA-80F9-FDFD6BAED0A0}"/>
    <dgm:cxn modelId="{EAC1169B-3D3E-4D03-B942-58150B80177B}" type="presParOf" srcId="{0EDBD6C1-0912-4943-A538-D7EE26630EAE}" destId="{F04982C3-9DDA-4E1A-B2D6-24B930276F37}" srcOrd="0" destOrd="0" presId="urn:microsoft.com/office/officeart/2005/8/layout/vList2"/>
    <dgm:cxn modelId="{BAD32667-2C74-459A-B667-D1237F60D1CD}" type="presParOf" srcId="{0EDBD6C1-0912-4943-A538-D7EE26630EAE}" destId="{536AC3A6-C041-4B87-8E74-0CE5C1FBF757}" srcOrd="1" destOrd="0" presId="urn:microsoft.com/office/officeart/2005/8/layout/vList2"/>
    <dgm:cxn modelId="{863A9DEE-584C-46AE-8136-E2EAC3DA5A9D}" type="presParOf" srcId="{0EDBD6C1-0912-4943-A538-D7EE26630EAE}" destId="{C147D350-3000-40B7-A859-1389E85E9E67}" srcOrd="2" destOrd="0" presId="urn:microsoft.com/office/officeart/2005/8/layout/vList2"/>
    <dgm:cxn modelId="{5DF8DE58-310F-460E-829C-89F16817035E}" type="presParOf" srcId="{0EDBD6C1-0912-4943-A538-D7EE26630EAE}" destId="{1E54DC8B-DE6D-4A5C-BE1F-BB55FC991FC1}" srcOrd="3" destOrd="0" presId="urn:microsoft.com/office/officeart/2005/8/layout/vList2"/>
    <dgm:cxn modelId="{20AFC1C8-1A12-44AA-9ABD-DC35DF5F3FFD}" type="presParOf" srcId="{0EDBD6C1-0912-4943-A538-D7EE26630EAE}" destId="{F3BE4115-340D-489C-950C-23DBF205AF33}" srcOrd="4" destOrd="0" presId="urn:microsoft.com/office/officeart/2005/8/layout/vList2"/>
    <dgm:cxn modelId="{75F4FB1F-7B4B-4078-A514-C2639DF39D8F}" type="presParOf" srcId="{0EDBD6C1-0912-4943-A538-D7EE26630EAE}" destId="{C47C4537-656C-4C15-ADBE-ECCC194B1DB2}" srcOrd="5" destOrd="0" presId="urn:microsoft.com/office/officeart/2005/8/layout/vList2"/>
    <dgm:cxn modelId="{AA730E45-374D-4C45-925E-07B7E27E0264}" type="presParOf" srcId="{0EDBD6C1-0912-4943-A538-D7EE26630EAE}" destId="{ED3AF982-B034-492D-A2E7-FA15FDE86159}" srcOrd="6" destOrd="0" presId="urn:microsoft.com/office/officeart/2005/8/layout/vList2"/>
    <dgm:cxn modelId="{E6DCD616-E6CC-4FE4-998B-451124A9AB3F}" type="presParOf" srcId="{0EDBD6C1-0912-4943-A538-D7EE26630EAE}" destId="{CC58EA52-B938-4BB7-98E6-0873643C8238}" srcOrd="7" destOrd="0" presId="urn:microsoft.com/office/officeart/2005/8/layout/vList2"/>
    <dgm:cxn modelId="{50E3E8DE-1231-4F69-BEA3-762D3B0A594F}" type="presParOf" srcId="{0EDBD6C1-0912-4943-A538-D7EE26630EAE}" destId="{E13D9C3E-7C47-40BA-9588-FF82036A3862}" srcOrd="8" destOrd="0" presId="urn:microsoft.com/office/officeart/2005/8/layout/vList2"/>
    <dgm:cxn modelId="{4D512FC2-78CE-48D3-8C6C-4ADB7DC9CCCC}" type="presParOf" srcId="{0EDBD6C1-0912-4943-A538-D7EE26630EAE}" destId="{331BCB6B-5B95-4A4B-8C1E-888E6B3F5426}" srcOrd="9" destOrd="0" presId="urn:microsoft.com/office/officeart/2005/8/layout/vList2"/>
    <dgm:cxn modelId="{EABC9BC6-04EE-4A56-98AD-336D368D2D5A}" type="presParOf" srcId="{0EDBD6C1-0912-4943-A538-D7EE26630EAE}" destId="{BF0CE982-D88F-424A-AF14-294FA65939D6}"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982C3-9DDA-4E1A-B2D6-24B930276F37}">
      <dsp:nvSpPr>
        <dsp:cNvPr id="0" name=""/>
        <dsp:cNvSpPr/>
      </dsp:nvSpPr>
      <dsp:spPr>
        <a:xfrm>
          <a:off x="0" y="4846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a-DK" sz="2000" kern="1200" dirty="0">
              <a:solidFill>
                <a:schemeClr val="tx1"/>
              </a:solidFill>
            </a:rPr>
            <a:t>En midlertidig opgave med et klart mål.</a:t>
          </a:r>
        </a:p>
      </dsp:txBody>
      <dsp:txXfrm>
        <a:off x="25702" y="510334"/>
        <a:ext cx="10378471" cy="475096"/>
      </dsp:txXfrm>
    </dsp:sp>
    <dsp:sp modelId="{C147D350-3000-40B7-A859-1389E85E9E67}">
      <dsp:nvSpPr>
        <dsp:cNvPr id="0" name=""/>
        <dsp:cNvSpPr/>
      </dsp:nvSpPr>
      <dsp:spPr>
        <a:xfrm>
          <a:off x="0" y="10687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err="1">
              <a:solidFill>
                <a:schemeClr val="tx1"/>
              </a:solidFill>
            </a:rPr>
            <a:t>Skaber</a:t>
          </a:r>
          <a:r>
            <a:rPr lang="en-US" sz="2000" kern="1200" dirty="0">
              <a:solidFill>
                <a:schemeClr val="tx1"/>
              </a:solidFill>
            </a:rPr>
            <a:t> </a:t>
          </a:r>
          <a:r>
            <a:rPr lang="en-US" sz="2000" kern="1200" dirty="0" err="1">
              <a:solidFill>
                <a:schemeClr val="tx1"/>
              </a:solidFill>
            </a:rPr>
            <a:t>værdi</a:t>
          </a:r>
          <a:r>
            <a:rPr lang="en-US" sz="2000" kern="1200" dirty="0">
              <a:solidFill>
                <a:schemeClr val="tx1"/>
              </a:solidFill>
            </a:rPr>
            <a:t> for </a:t>
          </a:r>
          <a:r>
            <a:rPr lang="en-US" sz="2000" kern="1200" dirty="0" err="1">
              <a:solidFill>
                <a:schemeClr val="tx1"/>
              </a:solidFill>
            </a:rPr>
            <a:t>virksomheden</a:t>
          </a:r>
          <a:r>
            <a:rPr lang="en-US" sz="2000" kern="1200" dirty="0">
              <a:solidFill>
                <a:schemeClr val="tx1"/>
              </a:solidFill>
            </a:rPr>
            <a:t>.</a:t>
          </a:r>
        </a:p>
      </dsp:txBody>
      <dsp:txXfrm>
        <a:off x="25702" y="1094434"/>
        <a:ext cx="10378471" cy="475096"/>
      </dsp:txXfrm>
    </dsp:sp>
    <dsp:sp modelId="{F3BE4115-340D-489C-950C-23DBF205AF33}">
      <dsp:nvSpPr>
        <dsp:cNvPr id="0" name=""/>
        <dsp:cNvSpPr/>
      </dsp:nvSpPr>
      <dsp:spPr>
        <a:xfrm>
          <a:off x="0" y="16528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a-DK" sz="2000" kern="1200" dirty="0">
              <a:solidFill>
                <a:schemeClr val="tx1"/>
              </a:solidFill>
            </a:rPr>
            <a:t>Definering af mål, omkostninger, ressourceforbrug og tid (deadline) til projektet.</a:t>
          </a:r>
          <a:endParaRPr lang="en-US" sz="2000" kern="1200" dirty="0">
            <a:solidFill>
              <a:schemeClr val="tx1"/>
            </a:solidFill>
          </a:endParaRPr>
        </a:p>
      </dsp:txBody>
      <dsp:txXfrm>
        <a:off x="25702" y="1678534"/>
        <a:ext cx="10378471" cy="475096"/>
      </dsp:txXfrm>
    </dsp:sp>
    <dsp:sp modelId="{ED3AF982-B034-492D-A2E7-FA15FDE86159}">
      <dsp:nvSpPr>
        <dsp:cNvPr id="0" name=""/>
        <dsp:cNvSpPr/>
      </dsp:nvSpPr>
      <dsp:spPr>
        <a:xfrm>
          <a:off x="0" y="22369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a-DK" sz="2000" kern="1200" dirty="0">
              <a:solidFill>
                <a:schemeClr val="tx1"/>
              </a:solidFill>
            </a:rPr>
            <a:t>Rette kompetencer/støtte til projektet. </a:t>
          </a:r>
          <a:endParaRPr lang="en-US" sz="2000" kern="1200" dirty="0">
            <a:solidFill>
              <a:schemeClr val="tx1"/>
            </a:solidFill>
          </a:endParaRPr>
        </a:p>
      </dsp:txBody>
      <dsp:txXfrm>
        <a:off x="25702" y="2262634"/>
        <a:ext cx="10378471" cy="475096"/>
      </dsp:txXfrm>
    </dsp:sp>
    <dsp:sp modelId="{E13D9C3E-7C47-40BA-9588-FF82036A3862}">
      <dsp:nvSpPr>
        <dsp:cNvPr id="0" name=""/>
        <dsp:cNvSpPr/>
      </dsp:nvSpPr>
      <dsp:spPr>
        <a:xfrm>
          <a:off x="0" y="28210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a-DK" sz="2000" kern="1200" dirty="0">
              <a:solidFill>
                <a:schemeClr val="tx1"/>
              </a:solidFill>
            </a:rPr>
            <a:t>Planlægning og koordinering.</a:t>
          </a:r>
          <a:endParaRPr lang="en-US" sz="2000" kern="1200" dirty="0">
            <a:solidFill>
              <a:schemeClr val="tx1"/>
            </a:solidFill>
          </a:endParaRPr>
        </a:p>
      </dsp:txBody>
      <dsp:txXfrm>
        <a:off x="25702" y="2846734"/>
        <a:ext cx="10378471" cy="475096"/>
      </dsp:txXfrm>
    </dsp:sp>
    <dsp:sp modelId="{BF0CE982-D88F-424A-AF14-294FA65939D6}">
      <dsp:nvSpPr>
        <dsp:cNvPr id="0" name=""/>
        <dsp:cNvSpPr/>
      </dsp:nvSpPr>
      <dsp:spPr>
        <a:xfrm>
          <a:off x="0" y="3405132"/>
          <a:ext cx="10429875" cy="526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da-DK" sz="2000" kern="1200" dirty="0">
              <a:solidFill>
                <a:schemeClr val="tx1"/>
              </a:solidFill>
            </a:rPr>
            <a:t>Kommunikation og projektledelse (intern/konsulent) er vigtigt.</a:t>
          </a:r>
        </a:p>
      </dsp:txBody>
      <dsp:txXfrm>
        <a:off x="25702" y="3430834"/>
        <a:ext cx="10378471" cy="4750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98E0A9-8ECD-49AD-BE55-42ED5AEA4EF3}" type="datetimeFigureOut">
              <a:rPr lang="da-DK" smtClean="0"/>
              <a:t>07-12-2025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794E24-7A15-4EE7-8D4E-EF2A9E905486}" type="slidenum">
              <a:rPr lang="da-DK" smtClean="0"/>
              <a:t>‹nr.›</a:t>
            </a:fld>
            <a:endParaRPr lang="da-DK"/>
          </a:p>
        </p:txBody>
      </p:sp>
    </p:spTree>
    <p:extLst>
      <p:ext uri="{BB962C8B-B14F-4D97-AF65-F5344CB8AC3E}">
        <p14:creationId xmlns:p14="http://schemas.microsoft.com/office/powerpoint/2010/main" val="4176747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Mange interessenter med forskellige   behov</a:t>
            </a:r>
          </a:p>
          <a:p>
            <a:r>
              <a:rPr lang="da-DK" dirty="0"/>
              <a:t>• Uforudsete risici</a:t>
            </a:r>
          </a:p>
          <a:p>
            <a:r>
              <a:rPr lang="da-DK" dirty="0"/>
              <a:t>• Kommunikation på tværs af teams</a:t>
            </a:r>
          </a:p>
          <a:p>
            <a:r>
              <a:rPr lang="da-DK" dirty="0"/>
              <a:t>• Skiftende krav eller mål</a:t>
            </a:r>
          </a:p>
          <a:p>
            <a:pPr marL="342900" indent="-342900">
              <a:buFont typeface="Arial" panose="020B0604020202020204" pitchFamily="34" charset="0"/>
              <a:buChar char="•"/>
            </a:pPr>
            <a:endParaRPr lang="da-DK" dirty="0"/>
          </a:p>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3438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262F4-DE1D-63F5-37AD-089A583E8C15}"/>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4F151EB-AFD6-A53C-D45A-17CC82A4BD27}"/>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ACC2C41B-9EBD-5449-793C-F80C213C6EA2}"/>
              </a:ext>
            </a:extLst>
          </p:cNvPr>
          <p:cNvSpPr>
            <a:spLocks noGrp="1"/>
          </p:cNvSpPr>
          <p:nvPr>
            <p:ph type="body" idx="1"/>
          </p:nvPr>
        </p:nvSpPr>
        <p:spPr/>
        <p:txBody>
          <a:bodyPr/>
          <a:lstStyle/>
          <a:p>
            <a:r>
              <a:rPr lang="da-DK" dirty="0"/>
              <a:t>Ikke-projekt er noget der er drift. Fx sidde i kassen i supermarkedet. Samlebåndsarbejde…</a:t>
            </a:r>
          </a:p>
          <a:p>
            <a:endParaRPr lang="da-DK" dirty="0"/>
          </a:p>
          <a:p>
            <a:r>
              <a:rPr lang="da-DK" dirty="0"/>
              <a:t>Noget der HAR været et projekt, men er blevet en fast del af virksomheden</a:t>
            </a:r>
          </a:p>
        </p:txBody>
      </p:sp>
      <p:sp>
        <p:nvSpPr>
          <p:cNvPr id="4" name="Pladsholder til slidenummer 3">
            <a:extLst>
              <a:ext uri="{FF2B5EF4-FFF2-40B4-BE49-F238E27FC236}">
                <a16:creationId xmlns:a16="http://schemas.microsoft.com/office/drawing/2014/main" id="{E236E682-9085-3161-D093-6FEF185289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7705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i="1" dirty="0"/>
              <a:t>Kousholt s. 367 og frem (læs eksemplet om Nøglepersonen for en dybere forståelse)</a:t>
            </a:r>
          </a:p>
          <a:p>
            <a:endParaRPr lang="da-DK" dirty="0"/>
          </a:p>
          <a:p>
            <a:r>
              <a:rPr lang="da-DK" b="1" dirty="0"/>
              <a:t>Kriseledelse</a:t>
            </a:r>
            <a:r>
              <a:rPr lang="da-DK" dirty="0"/>
              <a:t>: Det ukendte </a:t>
            </a:r>
            <a:r>
              <a:rPr lang="da-DK" dirty="0" err="1"/>
              <a:t>ukendte</a:t>
            </a:r>
            <a:r>
              <a:rPr lang="da-DK" dirty="0"/>
              <a:t> </a:t>
            </a:r>
            <a:r>
              <a:rPr lang="da-DK" dirty="0">
                <a:sym typeface="Wingdings" panose="05000000000000000000" pitchFamily="2" charset="2"/>
              </a:rPr>
              <a:t> En ikke identificeret risiko og noget som kommer bag på os.</a:t>
            </a:r>
          </a:p>
          <a:p>
            <a:r>
              <a:rPr lang="da-DK" dirty="0">
                <a:sym typeface="Wingdings" panose="05000000000000000000" pitchFamily="2" charset="2"/>
              </a:rPr>
              <a:t>- Ex terrorangreb, Covid-19</a:t>
            </a:r>
          </a:p>
          <a:p>
            <a:r>
              <a:rPr lang="da-DK" b="1" dirty="0">
                <a:sym typeface="Wingdings" panose="05000000000000000000" pitchFamily="2" charset="2"/>
              </a:rPr>
              <a:t>Risikoledelse</a:t>
            </a:r>
            <a:r>
              <a:rPr lang="da-DK" dirty="0">
                <a:sym typeface="Wingdings" panose="05000000000000000000" pitchFamily="2" charset="2"/>
              </a:rPr>
              <a:t>: Det kendte ukendte  En kendt risiko. Noget som vi ved kan ramme projektet MEN vi ved ikke om det rammer og i så fald hvordan, hvornår.</a:t>
            </a:r>
          </a:p>
          <a:p>
            <a:r>
              <a:rPr lang="da-DK" dirty="0">
                <a:sym typeface="Wingdings" panose="05000000000000000000" pitchFamily="2" charset="2"/>
              </a:rPr>
              <a:t>- Ex EN nøgleperson bliver syg, en underleverandør går konkurs, det nye it-system bryder ned</a:t>
            </a:r>
          </a:p>
          <a:p>
            <a:r>
              <a:rPr lang="da-DK" b="1" dirty="0">
                <a:sym typeface="Wingdings" panose="05000000000000000000" pitchFamily="2" charset="2"/>
              </a:rPr>
              <a:t>Problemledelse</a:t>
            </a:r>
            <a:r>
              <a:rPr lang="da-DK" dirty="0">
                <a:sym typeface="Wingdings" panose="05000000000000000000" pitchFamily="2" charset="2"/>
              </a:rPr>
              <a:t>: Det kendte </a:t>
            </a:r>
            <a:r>
              <a:rPr lang="da-DK" dirty="0" err="1">
                <a:sym typeface="Wingdings" panose="05000000000000000000" pitchFamily="2" charset="2"/>
              </a:rPr>
              <a:t>kendte</a:t>
            </a:r>
            <a:r>
              <a:rPr lang="da-DK" dirty="0">
                <a:sym typeface="Wingdings" panose="05000000000000000000" pitchFamily="2" charset="2"/>
              </a:rPr>
              <a:t>  Et aktuelt problem der allerede er i projektet</a:t>
            </a:r>
          </a:p>
          <a:p>
            <a:r>
              <a:rPr lang="da-DK" dirty="0">
                <a:sym typeface="Wingdings" panose="05000000000000000000" pitchFamily="2" charset="2"/>
              </a:rPr>
              <a:t>- Ex Modstand mod forandringen fra medarbejder grupper, manglende ressourcer til fx uddannelse i de nye processer, ledelsen har for høje forventninger for tidligt til fx rationalisering af ressourcer</a:t>
            </a:r>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4038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B4794E24-7A15-4EE7-8D4E-EF2A9E905486}" type="slidenum">
              <a:rPr lang="da-DK" smtClean="0"/>
              <a:t>16</a:t>
            </a:fld>
            <a:endParaRPr lang="da-DK"/>
          </a:p>
        </p:txBody>
      </p:sp>
    </p:spTree>
    <p:extLst>
      <p:ext uri="{BB962C8B-B14F-4D97-AF65-F5344CB8AC3E}">
        <p14:creationId xmlns:p14="http://schemas.microsoft.com/office/powerpoint/2010/main" val="17999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4DF98-4234-FDA2-B99B-2A95328FF31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3C7839BD-7F7A-90E1-82C0-58A13B8B5E8C}"/>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991EE56C-9126-4B27-B729-78D47184546C}"/>
              </a:ext>
            </a:extLst>
          </p:cNvPr>
          <p:cNvSpPr>
            <a:spLocks noGrp="1"/>
          </p:cNvSpPr>
          <p:nvPr>
            <p:ph type="body" idx="1"/>
          </p:nvPr>
        </p:nvSpPr>
        <p:spPr/>
        <p:txBody>
          <a:bodyPr/>
          <a:lstStyle/>
          <a:p>
            <a:r>
              <a:rPr lang="da-DK" dirty="0"/>
              <a:t>Skær det ud i pap</a:t>
            </a:r>
          </a:p>
        </p:txBody>
      </p:sp>
      <p:sp>
        <p:nvSpPr>
          <p:cNvPr id="4" name="Pladsholder til slidenummer 3">
            <a:extLst>
              <a:ext uri="{FF2B5EF4-FFF2-40B4-BE49-F238E27FC236}">
                <a16:creationId xmlns:a16="http://schemas.microsoft.com/office/drawing/2014/main" id="{27D37AA9-2192-49AF-8FA5-33D8B576F0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389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B7E4-F130-EC13-763D-4162E332735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2FD4EED-8D2B-5F3E-A6B9-EDB26B0FCCFE}"/>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0CD39C92-B275-F162-DAD4-26174ADEB26A}"/>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4DFB8E3A-A08F-6099-5398-48B41ED188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1993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E2765-7022-186C-5884-42A24B510AF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F13F4297-F8A6-722C-BB16-CF845B68F52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1A0FD72F-590B-15A5-A960-475BF9D963B0}"/>
              </a:ext>
            </a:extLst>
          </p:cNvPr>
          <p:cNvSpPr>
            <a:spLocks noGrp="1"/>
          </p:cNvSpPr>
          <p:nvPr>
            <p:ph type="body" idx="1"/>
          </p:nvPr>
        </p:nvSpPr>
        <p:spPr/>
        <p:txBody>
          <a:bodyPr/>
          <a:lstStyle/>
          <a:p>
            <a:r>
              <a:rPr lang="da-DK" dirty="0"/>
              <a:t>OBS på produkt igen</a:t>
            </a:r>
          </a:p>
          <a:p>
            <a:r>
              <a:rPr lang="da-DK" dirty="0"/>
              <a:t>Vi ved også at projekter er ændringsmaskiner. </a:t>
            </a:r>
          </a:p>
          <a:p>
            <a:r>
              <a:rPr lang="da-DK" dirty="0"/>
              <a:t>Fedt at der ikke kommer mennesker ud af projekterne igen.</a:t>
            </a:r>
          </a:p>
          <a:p>
            <a:r>
              <a:rPr lang="da-DK" dirty="0"/>
              <a:t>Betyder mange ting: </a:t>
            </a:r>
          </a:p>
          <a:p>
            <a:pPr marL="171450" indent="-171450">
              <a:buFontTx/>
              <a:buChar char="-"/>
            </a:pPr>
            <a:r>
              <a:rPr lang="da-DK" dirty="0"/>
              <a:t>vi skal håndtere forandringer, </a:t>
            </a:r>
          </a:p>
          <a:p>
            <a:pPr marL="171450" indent="-171450">
              <a:buFontTx/>
              <a:buChar char="-"/>
            </a:pPr>
            <a:r>
              <a:rPr lang="da-DK" dirty="0"/>
              <a:t>vi skal håndtere folks forventninger og deres modstand mod forandring </a:t>
            </a:r>
          </a:p>
          <a:p>
            <a:pPr marL="171450" indent="-171450">
              <a:buFontTx/>
              <a:buChar char="-"/>
            </a:pPr>
            <a:r>
              <a:rPr lang="da-DK" dirty="0"/>
              <a:t>Vi skal kunne styre en proces, hvor ikke kun produktet forandrer sig, men også menneskene, organisationen og eksisterende viden omkring det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da-DK" sz="1200" dirty="0"/>
              <a:t>De fleste projekter indeholder elementer af et forandringsprojekt og af et almindeligt projekt.</a:t>
            </a:r>
          </a:p>
          <a:p>
            <a:pPr marL="0" indent="0">
              <a:buFont typeface="Arial" panose="020B0604020202020204" pitchFamily="34" charset="0"/>
              <a:buNone/>
            </a:pPr>
            <a:r>
              <a:rPr lang="da-DK" b="1" dirty="0"/>
              <a:t>Materielle projekter</a:t>
            </a:r>
            <a:r>
              <a:rPr lang="da-DK" dirty="0"/>
              <a:t>: Arbejder med skabelse af materielle produkter</a:t>
            </a:r>
          </a:p>
          <a:p>
            <a:pPr marL="0" indent="0">
              <a:buFont typeface="Arial" panose="020B0604020202020204" pitchFamily="34" charset="0"/>
              <a:buNone/>
            </a:pPr>
            <a:r>
              <a:rPr lang="da-DK" b="1" dirty="0"/>
              <a:t>Immaterielle projekter</a:t>
            </a:r>
            <a:r>
              <a:rPr lang="da-DK" dirty="0"/>
              <a:t>: Arbejder kun med menneskelig adfærd = </a:t>
            </a:r>
            <a:r>
              <a:rPr lang="da-DK" b="1" dirty="0"/>
              <a:t>forandringsprojekter</a:t>
            </a:r>
          </a:p>
          <a:p>
            <a:r>
              <a:rPr lang="da-DK" dirty="0"/>
              <a:t>EX:</a:t>
            </a:r>
          </a:p>
          <a:p>
            <a:pPr marL="285750" indent="-285750">
              <a:buFont typeface="Arial" panose="020B0604020202020204" pitchFamily="34" charset="0"/>
              <a:buChar char="•"/>
            </a:pPr>
            <a:r>
              <a:rPr lang="da-DK" dirty="0"/>
              <a:t>Projekt: Udvikling af lagerstyringssystem</a:t>
            </a:r>
          </a:p>
          <a:p>
            <a:pPr marL="285750" indent="-285750">
              <a:buFont typeface="Arial" panose="020B0604020202020204" pitchFamily="34" charset="0"/>
              <a:buChar char="•"/>
            </a:pPr>
            <a:r>
              <a:rPr lang="da-DK" dirty="0"/>
              <a:t>Produkt: IT applikationen</a:t>
            </a:r>
          </a:p>
          <a:p>
            <a:pPr marL="285750" indent="-285750">
              <a:buFont typeface="Arial" panose="020B0604020202020204" pitchFamily="34" charset="0"/>
              <a:buChar char="•"/>
            </a:pPr>
            <a:r>
              <a:rPr lang="da-DK" dirty="0"/>
              <a:t>Forandring: Ændrede processer, arbejdsopgaver, ansvarsområder</a:t>
            </a:r>
          </a:p>
          <a:p>
            <a:endParaRPr lang="da-DK" dirty="0"/>
          </a:p>
          <a:p>
            <a:pPr marL="0" indent="0">
              <a:buFontTx/>
              <a:buNone/>
            </a:pPr>
            <a:endParaRPr lang="da-DK" dirty="0"/>
          </a:p>
          <a:p>
            <a:endParaRPr lang="da-DK" dirty="0"/>
          </a:p>
        </p:txBody>
      </p:sp>
      <p:sp>
        <p:nvSpPr>
          <p:cNvPr id="4" name="Pladsholder til slidenummer 3">
            <a:extLst>
              <a:ext uri="{FF2B5EF4-FFF2-40B4-BE49-F238E27FC236}">
                <a16:creationId xmlns:a16="http://schemas.microsoft.com/office/drawing/2014/main" id="{046C7AAA-89AD-2A45-07E4-0286EE8E1E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914B0-F8B4-498C-A295-239A476FFA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4376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BE3D-E51F-3BD1-1302-E8C2A853233C}"/>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B038396F-FFA0-53F8-E794-B9481B256915}"/>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A9379E91-1A7A-745B-3192-5FC52444FD27}"/>
              </a:ext>
            </a:extLst>
          </p:cNvPr>
          <p:cNvSpPr>
            <a:spLocks noGrp="1"/>
          </p:cNvSpPr>
          <p:nvPr>
            <p:ph type="body" idx="1"/>
          </p:nvPr>
        </p:nvSpPr>
        <p:spPr/>
        <p:txBody>
          <a:bodyPr/>
          <a:lstStyle/>
          <a:p>
            <a:r>
              <a:rPr lang="da-DK" dirty="0"/>
              <a:t>Tid, omkostninger og menneskelige ressourcer påvirker hinanden, bliver en større bliver de andre også – eksempler? </a:t>
            </a:r>
          </a:p>
          <a:p>
            <a:r>
              <a:rPr lang="da-DK" dirty="0"/>
              <a:t>kommunikation, risikostyring og indkøb repræsenterer tre vigtige videnområder i projektet. </a:t>
            </a:r>
          </a:p>
          <a:p>
            <a:endParaRPr lang="da-DK" dirty="0"/>
          </a:p>
          <a:p>
            <a:r>
              <a:rPr lang="da-DK" dirty="0"/>
              <a:t>Indkøb tænkt i bred forstand: køb af standardvarer, udbudsmateriale, styring af licitation, udvælgelse af rette leverandør</a:t>
            </a:r>
          </a:p>
          <a:p>
            <a:r>
              <a:rPr lang="da-DK" dirty="0"/>
              <a:t>Vigtigt at involvere interessenter, skabe sammenhæng og koordinere det hele   </a:t>
            </a:r>
          </a:p>
          <a:p>
            <a:endParaRPr lang="da-DK" dirty="0"/>
          </a:p>
        </p:txBody>
      </p:sp>
      <p:sp>
        <p:nvSpPr>
          <p:cNvPr id="4" name="Pladsholder til slidenummer 3">
            <a:extLst>
              <a:ext uri="{FF2B5EF4-FFF2-40B4-BE49-F238E27FC236}">
                <a16:creationId xmlns:a16="http://schemas.microsoft.com/office/drawing/2014/main" id="{1AB9DEEB-B095-A1CC-8B0C-FC32D90B86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433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D7EB-B198-3268-F7F7-895E0E2479C6}"/>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3BB7A78B-AA81-5F16-14AC-D654B5B4CB31}"/>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A3176F9-8C86-F149-369C-312CCC1C4083}"/>
              </a:ext>
            </a:extLst>
          </p:cNvPr>
          <p:cNvSpPr>
            <a:spLocks noGrp="1"/>
          </p:cNvSpPr>
          <p:nvPr>
            <p:ph type="body" idx="1"/>
          </p:nvPr>
        </p:nvSpPr>
        <p:spPr/>
        <p:txBody>
          <a:bodyPr/>
          <a:lstStyle/>
          <a:p>
            <a:r>
              <a:rPr lang="da-DK" dirty="0"/>
              <a:t>Mere grundig forklaring om hvad en projektmodel betyder (de har ingen viden at bygge det på)</a:t>
            </a:r>
          </a:p>
          <a:p>
            <a:endParaRPr lang="da-DK" dirty="0"/>
          </a:p>
          <a:p>
            <a:r>
              <a:rPr lang="da-DK" dirty="0"/>
              <a:t>Vandfald: En fase ad gangen og går ikke tilbage til tidligere faser (derfor vandmetaforen) </a:t>
            </a:r>
          </a:p>
          <a:p>
            <a:endParaRPr lang="da-DK" dirty="0"/>
          </a:p>
          <a:p>
            <a:r>
              <a:rPr lang="da-DK" dirty="0"/>
              <a:t>Den agile model kalder man også en iterativ model, her tager man en mindre del ad gangen og har ikke hele planen på plads fra start. Som modellen viser kører man mange gennemløb og kommer forbi de samme områder mange gange i forløbet – </a:t>
            </a:r>
            <a:r>
              <a:rPr lang="da-DK" dirty="0" err="1"/>
              <a:t>dvs</a:t>
            </a:r>
            <a:r>
              <a:rPr lang="da-DK" dirty="0"/>
              <a:t> bliver klogere og klogere. </a:t>
            </a:r>
          </a:p>
          <a:p>
            <a:r>
              <a:rPr lang="da-DK" dirty="0"/>
              <a:t>Den agile model kommer I til at anvende mere i SYS2 og SYS3</a:t>
            </a:r>
          </a:p>
        </p:txBody>
      </p:sp>
      <p:sp>
        <p:nvSpPr>
          <p:cNvPr id="4" name="Pladsholder til slidenummer 3">
            <a:extLst>
              <a:ext uri="{FF2B5EF4-FFF2-40B4-BE49-F238E27FC236}">
                <a16:creationId xmlns:a16="http://schemas.microsoft.com/office/drawing/2014/main" id="{251BCF59-D278-2797-E817-3F2AD0DC18E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9461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98ACD-86EC-5965-8478-C8B3262A205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C2D229B9-4A61-BBB7-F58C-A6577ECDA31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2CBB9A04-2497-A021-05B3-3B296D273B3E}"/>
              </a:ext>
            </a:extLst>
          </p:cNvPr>
          <p:cNvSpPr>
            <a:spLocks noGrp="1"/>
          </p:cNvSpPr>
          <p:nvPr>
            <p:ph type="body" idx="1"/>
          </p:nvPr>
        </p:nvSpPr>
        <p:spPr/>
        <p:txBody>
          <a:bodyPr/>
          <a:lstStyle/>
          <a:p>
            <a:r>
              <a:rPr lang="da-DK" dirty="0"/>
              <a:t>AGIL:</a:t>
            </a:r>
          </a:p>
          <a:p>
            <a:pPr marL="171450" indent="-171450">
              <a:buFont typeface="Arial" panose="020B0604020202020204" pitchFamily="34" charset="0"/>
              <a:buChar char="•"/>
            </a:pPr>
            <a:r>
              <a:rPr lang="da-DK" dirty="0"/>
              <a:t>Du har dine ressourcer allokeret = tid</a:t>
            </a:r>
          </a:p>
          <a:p>
            <a:pPr marL="171450" indent="-171450">
              <a:buFont typeface="Arial" panose="020B0604020202020204" pitchFamily="34" charset="0"/>
              <a:buChar char="•"/>
            </a:pPr>
            <a:r>
              <a:rPr lang="da-DK" dirty="0"/>
              <a:t>Prisen besluttes og derefter arbejdes der mod </a:t>
            </a:r>
            <a:r>
              <a:rPr lang="da-DK" dirty="0" err="1"/>
              <a:t>målområdet</a:t>
            </a:r>
            <a:endParaRPr lang="da-DK" dirty="0"/>
          </a:p>
          <a:p>
            <a:endParaRPr lang="da-DK" dirty="0"/>
          </a:p>
        </p:txBody>
      </p:sp>
      <p:sp>
        <p:nvSpPr>
          <p:cNvPr id="4" name="Pladsholder til slidenummer 3">
            <a:extLst>
              <a:ext uri="{FF2B5EF4-FFF2-40B4-BE49-F238E27FC236}">
                <a16:creationId xmlns:a16="http://schemas.microsoft.com/office/drawing/2014/main" id="{215899B1-5AF5-1628-216A-B23847F4A5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0898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E74F6-D3CA-9035-1284-83F87733FF0B}"/>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C7E3271A-F6AB-401D-54CD-16909A072265}"/>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F5EB9C8B-E431-346B-4F09-A20F59EA3F1B}"/>
              </a:ext>
            </a:extLst>
          </p:cNvPr>
          <p:cNvSpPr>
            <a:spLocks noGrp="1"/>
          </p:cNvSpPr>
          <p:nvPr>
            <p:ph type="body" idx="1"/>
          </p:nvPr>
        </p:nvSpPr>
        <p:spPr/>
        <p:txBody>
          <a:bodyPr/>
          <a:lstStyle/>
          <a:p>
            <a:r>
              <a:rPr lang="da-DK" dirty="0"/>
              <a:t>Vandfald er trinvist og sekventiel. Planlægnings, kravsspecifikation, design, implementering, test og vedligeholdelse. Hver fase skal afsluttes inden den næste kan påbegyndes. </a:t>
            </a:r>
          </a:p>
          <a:p>
            <a:r>
              <a:rPr lang="da-DK" dirty="0"/>
              <a:t>Planlægningsfasen er meget omfattende, da ALT skal være planlagt inden man påbegynder den første fase. </a:t>
            </a:r>
          </a:p>
          <a:p>
            <a:endParaRPr lang="da-DK" dirty="0"/>
          </a:p>
          <a:p>
            <a:r>
              <a:rPr lang="da-DK" dirty="0"/>
              <a:t>Ved agile projekter er det inkrementel og kan man tage mange af tingene løbende, da man genbesøger dem mange gange i projektet</a:t>
            </a:r>
          </a:p>
          <a:p>
            <a:endParaRPr lang="da-DK" dirty="0"/>
          </a:p>
          <a:p>
            <a:r>
              <a:rPr lang="da-DK" dirty="0"/>
              <a:t>Det er ikke nødvendigvis sort-hvid. Der kan sagtens være aspekter der indgår i hinanden fra de forskellige metoder</a:t>
            </a:r>
          </a:p>
          <a:p>
            <a:endParaRPr lang="da-DK" dirty="0"/>
          </a:p>
          <a:p>
            <a:r>
              <a:rPr lang="da-DK" dirty="0"/>
              <a:t>Vandfaldsmodellen er plandreven. Godt hvis det er kendt stof.</a:t>
            </a:r>
          </a:p>
          <a:p>
            <a:endParaRPr lang="da-DK" dirty="0"/>
          </a:p>
          <a:p>
            <a:r>
              <a:rPr lang="da-DK" dirty="0"/>
              <a:t>Agile model er empirisk drevet – altså alt der gøres bygges på empiri (processen). Vi ligger skinnerne mens vi køre, og det er ikke sikkert vi ved hvordan</a:t>
            </a:r>
          </a:p>
          <a:p>
            <a:endParaRPr lang="da-DK" dirty="0"/>
          </a:p>
          <a:p>
            <a:endParaRPr lang="da-DK" dirty="0"/>
          </a:p>
        </p:txBody>
      </p:sp>
      <p:sp>
        <p:nvSpPr>
          <p:cNvPr id="4" name="Pladsholder til slidenummer 3">
            <a:extLst>
              <a:ext uri="{FF2B5EF4-FFF2-40B4-BE49-F238E27FC236}">
                <a16:creationId xmlns:a16="http://schemas.microsoft.com/office/drawing/2014/main" id="{8C43FF5F-0B30-13D2-B8DA-C4FDAEBB5C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1170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C7B4-C10B-E2C8-A6A8-EE865239828B}"/>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E374132-7CE6-E80E-CDA9-441C4582C496}"/>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62D1DAF5-8684-3F92-E919-E5A70FC743D8}"/>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557D7EA0-198A-DC19-79CE-5FCC451827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47096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5269E-B422-4048-2EB5-29BE06511EC2}"/>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168AE24D-2105-5F5E-BB14-F29BECDDB7BF}"/>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03198468-77C6-BF5D-C811-E83842CA5F88}"/>
              </a:ext>
            </a:extLst>
          </p:cNvPr>
          <p:cNvSpPr>
            <a:spLocks noGrp="1"/>
          </p:cNvSpPr>
          <p:nvPr>
            <p:ph type="body" idx="1"/>
          </p:nvPr>
        </p:nvSpPr>
        <p:spPr/>
        <p:txBody>
          <a:bodyPr/>
          <a:lstStyle/>
          <a:p>
            <a:r>
              <a:rPr lang="da-DK" dirty="0"/>
              <a:t>Lav gerne research</a:t>
            </a:r>
          </a:p>
        </p:txBody>
      </p:sp>
      <p:sp>
        <p:nvSpPr>
          <p:cNvPr id="4" name="Pladsholder til slidenummer 3">
            <a:extLst>
              <a:ext uri="{FF2B5EF4-FFF2-40B4-BE49-F238E27FC236}">
                <a16:creationId xmlns:a16="http://schemas.microsoft.com/office/drawing/2014/main" id="{8924128A-E1B0-DBBC-67F5-6CD71F246C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A975DB-6D56-4E14-9012-334A06832C34}"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9059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C4DA4-F799-8384-734C-9FDE8E5E4B05}"/>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49C0C26-0BA4-8865-CF37-30107F357115}"/>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334002B3-F46B-1EC6-FA71-A9B28629E42D}"/>
              </a:ext>
            </a:extLst>
          </p:cNvPr>
          <p:cNvSpPr>
            <a:spLocks noGrp="1"/>
          </p:cNvSpPr>
          <p:nvPr>
            <p:ph type="body" idx="1"/>
          </p:nvPr>
        </p:nvSpPr>
        <p:spPr/>
        <p:txBody>
          <a:bodyPr/>
          <a:lstStyle/>
          <a:p>
            <a:r>
              <a:rPr lang="da-DK" dirty="0"/>
              <a:t>Diskuter alle deres post </a:t>
            </a:r>
            <a:r>
              <a:rPr lang="da-DK" dirty="0" err="1"/>
              <a:t>its</a:t>
            </a:r>
            <a:r>
              <a:rPr lang="da-DK" dirty="0"/>
              <a:t> i forhold til Det agile manifest. Brug tavlen.</a:t>
            </a:r>
          </a:p>
        </p:txBody>
      </p:sp>
      <p:sp>
        <p:nvSpPr>
          <p:cNvPr id="4" name="Pladsholder til slidenummer 3">
            <a:extLst>
              <a:ext uri="{FF2B5EF4-FFF2-40B4-BE49-F238E27FC236}">
                <a16:creationId xmlns:a16="http://schemas.microsoft.com/office/drawing/2014/main" id="{EEC16202-3ECB-99B7-F670-D117A0582F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1F3AE74-7E62-4D13-A6C2-819418752411}" type="slidenum">
              <a:rPr kumimoji="0" lang="da-D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a-D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53305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2.svg"/><Relationship Id="rId18" Type="http://schemas.openxmlformats.org/officeDocument/2006/relationships/image" Target="../media/image2.pn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11.png"/><Relationship Id="rId17" Type="http://schemas.openxmlformats.org/officeDocument/2006/relationships/image" Target="../media/image24.svg"/><Relationship Id="rId2" Type="http://schemas.openxmlformats.org/officeDocument/2006/relationships/image" Target="../media/image15.png"/><Relationship Id="rId16"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10.svg"/><Relationship Id="rId5" Type="http://schemas.openxmlformats.org/officeDocument/2006/relationships/image" Target="../media/image18.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rside uden billede">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2C2DE219-33C6-A7E3-FE38-E2888694B88F}"/>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5" name="Ellipse 4">
            <a:extLst>
              <a:ext uri="{FF2B5EF4-FFF2-40B4-BE49-F238E27FC236}">
                <a16:creationId xmlns:a16="http://schemas.microsoft.com/office/drawing/2014/main" id="{816CB9C1-1168-DC60-F83C-216ED817092C}"/>
              </a:ext>
            </a:extLst>
          </p:cNvPr>
          <p:cNvSpPr>
            <a:spLocks noGrp="1" noRot="1" noMove="1" noResize="1" noEditPoints="1" noAdjustHandles="1" noChangeArrowheads="1" noChangeShapeType="1"/>
          </p:cNvSpPr>
          <p:nvPr/>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B0AA5BC8-B46B-F7D9-EDD5-81A153A984FC}"/>
              </a:ext>
            </a:extLst>
          </p:cNvPr>
          <p:cNvSpPr>
            <a:spLocks noGrp="1" noRot="1" noMove="1" noResize="1" noEditPoints="1" noAdjustHandles="1" noChangeArrowheads="1" noChangeShapeType="1"/>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F994D425-07AD-E7D7-9D72-D1DA625002E7}"/>
              </a:ext>
            </a:extLst>
          </p:cNvPr>
          <p:cNvSpPr>
            <a:spLocks noGrp="1" noRot="1" noMove="1" noResize="1" noEditPoints="1" noAdjustHandles="1" noChangeArrowheads="1" noChangeShapeType="1"/>
          </p:cNvSpPr>
          <p:nvPr/>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8" name="Billede 7">
            <a:extLst>
              <a:ext uri="{FF2B5EF4-FFF2-40B4-BE49-F238E27FC236}">
                <a16:creationId xmlns:a16="http://schemas.microsoft.com/office/drawing/2014/main" id="{1139334C-B5A2-ACD8-DA69-BE9378DC5F1E}"/>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sp>
        <p:nvSpPr>
          <p:cNvPr id="2" name="Ellipse 1">
            <a:extLst>
              <a:ext uri="{FF2B5EF4-FFF2-40B4-BE49-F238E27FC236}">
                <a16:creationId xmlns:a16="http://schemas.microsoft.com/office/drawing/2014/main" id="{02A9D9FC-5A48-9086-E672-9944971371E0}"/>
              </a:ext>
            </a:extLst>
          </p:cNvPr>
          <p:cNvSpPr/>
          <p:nvPr userDrawn="1"/>
        </p:nvSpPr>
        <p:spPr>
          <a:xfrm>
            <a:off x="7152122" y="3559791"/>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1CAB28EC-5252-8B2F-0968-259EE52B3EC2}"/>
              </a:ext>
            </a:extLst>
          </p:cNvPr>
          <p:cNvSpPr/>
          <p:nvPr userDrawn="1"/>
        </p:nvSpPr>
        <p:spPr>
          <a:xfrm>
            <a:off x="7626204" y="-1701684"/>
            <a:ext cx="3960000" cy="3960000"/>
          </a:xfrm>
          <a:prstGeom prst="ellipse">
            <a:avLst/>
          </a:prstGeom>
          <a:solidFill>
            <a:srgbClr val="FFFFFF">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1" name="Ellipse 10">
            <a:extLst>
              <a:ext uri="{FF2B5EF4-FFF2-40B4-BE49-F238E27FC236}">
                <a16:creationId xmlns:a16="http://schemas.microsoft.com/office/drawing/2014/main" id="{AB168CE0-7676-D809-12B9-30911BF62EE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2" name="Ellipse 11">
            <a:extLst>
              <a:ext uri="{FF2B5EF4-FFF2-40B4-BE49-F238E27FC236}">
                <a16:creationId xmlns:a16="http://schemas.microsoft.com/office/drawing/2014/main" id="{8CEBE64D-10DD-04E9-D948-570908CF2D32}"/>
              </a:ext>
            </a:extLst>
          </p:cNvPr>
          <p:cNvSpPr/>
          <p:nvPr userDrawn="1"/>
        </p:nvSpPr>
        <p:spPr>
          <a:xfrm>
            <a:off x="6864085" y="2780928"/>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3" name="Billede 12">
            <a:extLst>
              <a:ext uri="{FF2B5EF4-FFF2-40B4-BE49-F238E27FC236}">
                <a16:creationId xmlns:a16="http://schemas.microsoft.com/office/drawing/2014/main" id="{FB896D1B-2BE4-E515-94F3-8C2E98DAEB3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606468" y="368592"/>
            <a:ext cx="2228093" cy="841250"/>
          </a:xfrm>
          <a:prstGeom prst="rect">
            <a:avLst/>
          </a:prstGeom>
        </p:spPr>
      </p:pic>
      <p:cxnSp>
        <p:nvCxnSpPr>
          <p:cNvPr id="14" name="Lige forbindelse 13">
            <a:extLst>
              <a:ext uri="{FF2B5EF4-FFF2-40B4-BE49-F238E27FC236}">
                <a16:creationId xmlns:a16="http://schemas.microsoft.com/office/drawing/2014/main" id="{FB41A2C8-6C86-FB4A-AAB3-929835579E0D}"/>
              </a:ext>
            </a:extLst>
          </p:cNvPr>
          <p:cNvCxnSpPr>
            <a:cxnSpLocks/>
          </p:cNvCxnSpPr>
          <p:nvPr userDrawn="1"/>
        </p:nvCxnSpPr>
        <p:spPr>
          <a:xfrm>
            <a:off x="924269" y="6104054"/>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Pladsholder til tekst 15">
            <a:extLst>
              <a:ext uri="{FF2B5EF4-FFF2-40B4-BE49-F238E27FC236}">
                <a16:creationId xmlns:a16="http://schemas.microsoft.com/office/drawing/2014/main" id="{4E33EE05-8F95-4893-238B-F149EB10ED33}"/>
              </a:ext>
            </a:extLst>
          </p:cNvPr>
          <p:cNvSpPr>
            <a:spLocks noGrp="1"/>
          </p:cNvSpPr>
          <p:nvPr>
            <p:ph type="body" sz="quarter" idx="10"/>
          </p:nvPr>
        </p:nvSpPr>
        <p:spPr>
          <a:xfrm>
            <a:off x="810241" y="5281159"/>
            <a:ext cx="9982200" cy="908391"/>
          </a:xfrm>
          <a:prstGeom prst="rect">
            <a:avLst/>
          </a:prstGeom>
        </p:spPr>
        <p:txBody>
          <a:bodyPr anchor="ctr"/>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4160407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
    <p:bg>
      <p:bgPr>
        <a:solidFill>
          <a:schemeClr val="accent6"/>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14398"/>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0" name="Ellipse 19">
            <a:extLst>
              <a:ext uri="{FF2B5EF4-FFF2-40B4-BE49-F238E27FC236}">
                <a16:creationId xmlns:a16="http://schemas.microsoft.com/office/drawing/2014/main" id="{4861457B-7A00-BE74-BFA9-F4B6924A8CC6}"/>
              </a:ext>
            </a:extLst>
          </p:cNvPr>
          <p:cNvSpPr>
            <a:spLocks noGrp="1" noRot="1" noMove="1" noResize="1" noEditPoints="1" noAdjustHandles="1" noChangeArrowheads="1" noChangeShapeType="1"/>
          </p:cNvSpPr>
          <p:nvPr/>
        </p:nvSpPr>
        <p:spPr>
          <a:xfrm>
            <a:off x="-1098877" y="436141"/>
            <a:ext cx="6209653" cy="6209653"/>
          </a:xfrm>
          <a:prstGeom prst="ellipse">
            <a:avLst/>
          </a:prstGeom>
          <a:noFill/>
          <a:ln w="31750" cap="rnd" cmpd="sng">
            <a:solidFill>
              <a:schemeClr val="accent1">
                <a:lumMod val="50000"/>
              </a:schemeClr>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7" y="436140"/>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10" name="Billede 9">
            <a:extLst>
              <a:ext uri="{FF2B5EF4-FFF2-40B4-BE49-F238E27FC236}">
                <a16:creationId xmlns:a16="http://schemas.microsoft.com/office/drawing/2014/main" id="{E74A03EC-E5FA-79D1-2E92-7E2B69B497F3}"/>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9998016" y="194962"/>
            <a:ext cx="1931436" cy="726963"/>
          </a:xfrm>
          <a:prstGeom prst="rect">
            <a:avLst/>
          </a:prstGeom>
        </p:spPr>
      </p:pic>
      <p:sp>
        <p:nvSpPr>
          <p:cNvPr id="7" name="Pladsholder til tekst 15">
            <a:extLst>
              <a:ext uri="{FF2B5EF4-FFF2-40B4-BE49-F238E27FC236}">
                <a16:creationId xmlns:a16="http://schemas.microsoft.com/office/drawing/2014/main" id="{BEEA16E3-A5E2-0855-4482-279792F9CCDA}"/>
              </a:ext>
            </a:extLst>
          </p:cNvPr>
          <p:cNvSpPr>
            <a:spLocks noGrp="1"/>
          </p:cNvSpPr>
          <p:nvPr>
            <p:ph type="body" sz="quarter" idx="13"/>
          </p:nvPr>
        </p:nvSpPr>
        <p:spPr>
          <a:xfrm>
            <a:off x="6096000" y="4763320"/>
            <a:ext cx="5400000" cy="908391"/>
          </a:xfrm>
          <a:prstGeom prst="rect">
            <a:avLst/>
          </a:prstGeom>
        </p:spPr>
        <p:txBody>
          <a:bodyPr anchor="b"/>
          <a:lstStyle>
            <a:lvl1pPr marL="0" indent="0">
              <a:buNone/>
              <a:defRPr lang="da-DK" sz="3200" kern="1200" dirty="0">
                <a:solidFill>
                  <a:schemeClr val="bg1"/>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6D44003B-7C03-F9A5-2DE0-1A2B7E8AF092}"/>
              </a:ext>
            </a:extLst>
          </p:cNvPr>
          <p:cNvSpPr>
            <a:spLocks noGrp="1"/>
          </p:cNvSpPr>
          <p:nvPr>
            <p:ph type="body" sz="quarter" idx="14"/>
          </p:nvPr>
        </p:nvSpPr>
        <p:spPr>
          <a:xfrm>
            <a:off x="6096000" y="5712606"/>
            <a:ext cx="5400000" cy="456380"/>
          </a:xfrm>
          <a:prstGeom prst="rect">
            <a:avLst/>
          </a:prstGeom>
        </p:spPr>
        <p:txBody>
          <a:bodyPr anchor="ctr"/>
          <a:lstStyle>
            <a:lvl1pPr marL="0" indent="0">
              <a:buNone/>
              <a:defRPr lang="da-DK" sz="1800" i="1" kern="1200" dirty="0">
                <a:solidFill>
                  <a:schemeClr val="bg1"/>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48737255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ed billede gul">
    <p:bg>
      <p:bgPr>
        <a:solidFill>
          <a:schemeClr val="accent3"/>
        </a:solidFill>
        <a:effectLst/>
      </p:bgPr>
    </p:bg>
    <p:spTree>
      <p:nvGrpSpPr>
        <p:cNvPr id="1" name=""/>
        <p:cNvGrpSpPr/>
        <p:nvPr/>
      </p:nvGrpSpPr>
      <p:grpSpPr>
        <a:xfrm>
          <a:off x="0" y="0"/>
          <a:ext cx="0" cy="0"/>
          <a:chOff x="0" y="0"/>
          <a:chExt cx="0" cy="0"/>
        </a:xfrm>
      </p:grpSpPr>
      <p:sp>
        <p:nvSpPr>
          <p:cNvPr id="19" name="Pladsholder til billede 18">
            <a:extLst>
              <a:ext uri="{FF2B5EF4-FFF2-40B4-BE49-F238E27FC236}">
                <a16:creationId xmlns:a16="http://schemas.microsoft.com/office/drawing/2014/main" id="{05943B48-CF60-12FF-560D-10C67186DC2E}"/>
              </a:ext>
            </a:extLst>
          </p:cNvPr>
          <p:cNvSpPr>
            <a:spLocks noGrp="1"/>
          </p:cNvSpPr>
          <p:nvPr>
            <p:ph type="pic" sz="quarter" idx="10" hasCustomPrompt="1"/>
          </p:nvPr>
        </p:nvSpPr>
        <p:spPr>
          <a:xfrm>
            <a:off x="-620619" y="961290"/>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6"/>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2" name="Ellipse 1">
            <a:extLst>
              <a:ext uri="{FF2B5EF4-FFF2-40B4-BE49-F238E27FC236}">
                <a16:creationId xmlns:a16="http://schemas.microsoft.com/office/drawing/2014/main" id="{8025EA5B-C75B-5425-97DE-01FEF651EEEE}"/>
              </a:ext>
            </a:extLst>
          </p:cNvPr>
          <p:cNvSpPr/>
          <p:nvPr/>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Ellipse 2">
            <a:extLst>
              <a:ext uri="{FF2B5EF4-FFF2-40B4-BE49-F238E27FC236}">
                <a16:creationId xmlns:a16="http://schemas.microsoft.com/office/drawing/2014/main" id="{D94808F8-E191-7B2F-802B-A4244C832E1B}"/>
              </a:ext>
            </a:extLst>
          </p:cNvPr>
          <p:cNvSpPr/>
          <p:nvPr/>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4" name="Ellipse 3">
            <a:extLst>
              <a:ext uri="{FF2B5EF4-FFF2-40B4-BE49-F238E27FC236}">
                <a16:creationId xmlns:a16="http://schemas.microsoft.com/office/drawing/2014/main" id="{F79CD613-CCEE-1FC4-643F-1B1FF482494F}"/>
              </a:ext>
            </a:extLst>
          </p:cNvPr>
          <p:cNvSpPr/>
          <p:nvPr userDrawn="1"/>
        </p:nvSpPr>
        <p:spPr>
          <a:xfrm>
            <a:off x="-1098878" y="499137"/>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531D232E-607E-0A0F-D3B8-23EA05328981}"/>
              </a:ext>
            </a:extLst>
          </p:cNvPr>
          <p:cNvSpPr/>
          <p:nvPr userDrawn="1"/>
        </p:nvSpPr>
        <p:spPr>
          <a:xfrm>
            <a:off x="8552300" y="-2200863"/>
            <a:ext cx="5400000" cy="540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9FD9A1C3-89E2-9C4E-08AB-ADE088E34223}"/>
              </a:ext>
            </a:extLst>
          </p:cNvPr>
          <p:cNvSpPr/>
          <p:nvPr userDrawn="1"/>
        </p:nvSpPr>
        <p:spPr>
          <a:xfrm>
            <a:off x="7081226" y="727787"/>
            <a:ext cx="2520000" cy="252000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Pladsholder til tekst 15">
            <a:extLst>
              <a:ext uri="{FF2B5EF4-FFF2-40B4-BE49-F238E27FC236}">
                <a16:creationId xmlns:a16="http://schemas.microsoft.com/office/drawing/2014/main" id="{5E1AE425-F6EA-D79E-69C6-E4C409373874}"/>
              </a:ext>
            </a:extLst>
          </p:cNvPr>
          <p:cNvSpPr>
            <a:spLocks noGrp="1"/>
          </p:cNvSpPr>
          <p:nvPr>
            <p:ph type="body" sz="quarter" idx="13"/>
          </p:nvPr>
        </p:nvSpPr>
        <p:spPr>
          <a:xfrm>
            <a:off x="6096000" y="4757560"/>
            <a:ext cx="5400000" cy="908391"/>
          </a:xfrm>
          <a:prstGeom prst="rect">
            <a:avLst/>
          </a:prstGeom>
        </p:spPr>
        <p:txBody>
          <a:bodyPr anchor="b"/>
          <a:lstStyle>
            <a:lvl1pPr marL="0" indent="0">
              <a:buNone/>
              <a:defRPr lang="da-DK" sz="3200" kern="1200" dirty="0">
                <a:solidFill>
                  <a:schemeClr val="accent6"/>
                </a:solidFill>
                <a:latin typeface="+mj-lt"/>
                <a:ea typeface="+mj-ea"/>
                <a:cs typeface="+mj-cs"/>
              </a:defRPr>
            </a:lvl1pPr>
          </a:lstStyle>
          <a:p>
            <a:pPr lvl="0"/>
            <a:r>
              <a:rPr lang="da-DK"/>
              <a:t>Klik for at redigere teksttypografierne i masteren</a:t>
            </a:r>
          </a:p>
        </p:txBody>
      </p:sp>
      <p:sp>
        <p:nvSpPr>
          <p:cNvPr id="8" name="Pladsholder til tekst 15">
            <a:extLst>
              <a:ext uri="{FF2B5EF4-FFF2-40B4-BE49-F238E27FC236}">
                <a16:creationId xmlns:a16="http://schemas.microsoft.com/office/drawing/2014/main" id="{977B62BB-5B11-B355-4A4B-5040B7376E63}"/>
              </a:ext>
            </a:extLst>
          </p:cNvPr>
          <p:cNvSpPr>
            <a:spLocks noGrp="1"/>
          </p:cNvSpPr>
          <p:nvPr>
            <p:ph type="body" sz="quarter" idx="14"/>
          </p:nvPr>
        </p:nvSpPr>
        <p:spPr>
          <a:xfrm>
            <a:off x="6096000" y="5734843"/>
            <a:ext cx="5400000" cy="456380"/>
          </a:xfrm>
          <a:prstGeom prst="rect">
            <a:avLst/>
          </a:prstGeom>
        </p:spPr>
        <p:txBody>
          <a:bodyPr anchor="ctr"/>
          <a:lstStyle>
            <a:lvl1pPr marL="0" indent="0">
              <a:buNone/>
              <a:defRPr lang="da-DK" sz="1800" i="1" kern="1200" dirty="0">
                <a:solidFill>
                  <a:schemeClr val="accent6"/>
                </a:solidFill>
                <a:latin typeface="+mj-lt"/>
                <a:ea typeface="+mj-ea"/>
                <a:cs typeface="+mj-cs"/>
              </a:defRPr>
            </a:lvl1pPr>
          </a:lstStyle>
          <a:p>
            <a:pPr lvl="0"/>
            <a:r>
              <a:rPr lang="da-DK"/>
              <a:t>Klik for at redigere teksttypografierne i masteren</a:t>
            </a:r>
          </a:p>
        </p:txBody>
      </p:sp>
      <p:pic>
        <p:nvPicPr>
          <p:cNvPr id="9" name="Billede 10" descr="Et billede, der indeholder sort, mørke&#10;&#10;Automatisk genereret beskrivelse">
            <a:extLst>
              <a:ext uri="{FF2B5EF4-FFF2-40B4-BE49-F238E27FC236}">
                <a16:creationId xmlns:a16="http://schemas.microsoft.com/office/drawing/2014/main" id="{BE259AE5-57BD-A35A-2212-5B85B5B0F55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6240647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vid baggrund tekstfel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36323"/>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35494"/>
            <a:ext cx="10515600" cy="448618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6322C49-B95F-04A8-524B-8BD871BECF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006909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slide med bobl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p:nvPr/>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68232"/>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200" y="1791478"/>
            <a:ext cx="10515600" cy="4398291"/>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3" name="Ellipse 2">
            <a:extLst>
              <a:ext uri="{FF2B5EF4-FFF2-40B4-BE49-F238E27FC236}">
                <a16:creationId xmlns:a16="http://schemas.microsoft.com/office/drawing/2014/main" id="{CA7105EB-7427-7071-AD31-64EFAB69908E}"/>
              </a:ext>
            </a:extLst>
          </p:cNvPr>
          <p:cNvSpPr/>
          <p:nvPr userDrawn="1"/>
        </p:nvSpPr>
        <p:spPr>
          <a:xfrm>
            <a:off x="7152122" y="3559791"/>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7" name="Ellipse 6">
            <a:extLst>
              <a:ext uri="{FF2B5EF4-FFF2-40B4-BE49-F238E27FC236}">
                <a16:creationId xmlns:a16="http://schemas.microsoft.com/office/drawing/2014/main" id="{8AF1C85A-20F7-C79F-0633-B74EE8556810}"/>
              </a:ext>
            </a:extLst>
          </p:cNvPr>
          <p:cNvSpPr/>
          <p:nvPr userDrawn="1"/>
        </p:nvSpPr>
        <p:spPr>
          <a:xfrm>
            <a:off x="6864085" y="27809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dirty="0"/>
          </a:p>
        </p:txBody>
      </p:sp>
      <p:pic>
        <p:nvPicPr>
          <p:cNvPr id="8" name="Billede 10" descr="Et billede, der indeholder sort, mørke&#10;&#10;Automatisk genereret beskrivelse">
            <a:extLst>
              <a:ext uri="{FF2B5EF4-FFF2-40B4-BE49-F238E27FC236}">
                <a16:creationId xmlns:a16="http://schemas.microsoft.com/office/drawing/2014/main" id="{D68DDE10-B68E-3872-E02C-F6BFCDF373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4050878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 3 med billede">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3F68F84E-343A-0D24-928A-76EF485DA79C}"/>
              </a:ext>
            </a:extLst>
          </p:cNvPr>
          <p:cNvSpPr/>
          <p:nvPr userDrawn="1"/>
        </p:nvSpPr>
        <p:spPr>
          <a:xfrm>
            <a:off x="-30013" y="0"/>
            <a:ext cx="7088554"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7" name="Ellipse 96">
            <a:extLst>
              <a:ext uri="{FF2B5EF4-FFF2-40B4-BE49-F238E27FC236}">
                <a16:creationId xmlns:a16="http://schemas.microsoft.com/office/drawing/2014/main" id="{CBC73A91-F422-56B4-8BF2-C115360EC45A}"/>
              </a:ext>
            </a:extLst>
          </p:cNvPr>
          <p:cNvSpPr/>
          <p:nvPr/>
        </p:nvSpPr>
        <p:spPr>
          <a:xfrm>
            <a:off x="5336465" y="3879060"/>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99" name="Ellipse 98">
            <a:extLst>
              <a:ext uri="{FF2B5EF4-FFF2-40B4-BE49-F238E27FC236}">
                <a16:creationId xmlns:a16="http://schemas.microsoft.com/office/drawing/2014/main" id="{D4686CAD-586C-0B47-28FE-939B5CA0458F}"/>
              </a:ext>
            </a:extLst>
          </p:cNvPr>
          <p:cNvSpPr/>
          <p:nvPr/>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5" name="Grafik 4" descr="Badge 1 med massiv udfyldning">
            <a:extLst>
              <a:ext uri="{FF2B5EF4-FFF2-40B4-BE49-F238E27FC236}">
                <a16:creationId xmlns:a16="http://schemas.microsoft.com/office/drawing/2014/main" id="{8B18C807-D2A6-7364-F01B-35F44492C5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04290" y="2639129"/>
            <a:ext cx="520839" cy="520839"/>
          </a:xfrm>
          <a:prstGeom prst="rect">
            <a:avLst/>
          </a:prstGeom>
        </p:spPr>
      </p:pic>
      <p:pic>
        <p:nvPicPr>
          <p:cNvPr id="10" name="Grafik 9" descr="Badge med massiv udfyldning">
            <a:extLst>
              <a:ext uri="{FF2B5EF4-FFF2-40B4-BE49-F238E27FC236}">
                <a16:creationId xmlns:a16="http://schemas.microsoft.com/office/drawing/2014/main" id="{034F8E1F-1FB0-41AB-FFDE-0A00A2A4A2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46418" y="3722704"/>
            <a:ext cx="478711" cy="478711"/>
          </a:xfrm>
          <a:prstGeom prst="rect">
            <a:avLst/>
          </a:prstGeom>
        </p:spPr>
      </p:pic>
      <p:pic>
        <p:nvPicPr>
          <p:cNvPr id="11" name="Grafik 10" descr="Badge 3 med massiv udfyldning">
            <a:extLst>
              <a:ext uri="{FF2B5EF4-FFF2-40B4-BE49-F238E27FC236}">
                <a16:creationId xmlns:a16="http://schemas.microsoft.com/office/drawing/2014/main" id="{B7D2B729-7602-78ED-2289-4FCD89D97A8B}"/>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25353" y="4824842"/>
            <a:ext cx="478711" cy="478711"/>
          </a:xfrm>
          <a:prstGeom prst="rect">
            <a:avLst/>
          </a:prstGeom>
        </p:spPr>
      </p:pic>
      <p:sp>
        <p:nvSpPr>
          <p:cNvPr id="16" name="Ellipse 15">
            <a:extLst>
              <a:ext uri="{FF2B5EF4-FFF2-40B4-BE49-F238E27FC236}">
                <a16:creationId xmlns:a16="http://schemas.microsoft.com/office/drawing/2014/main" id="{07F417A0-0653-37F9-7AA3-2FFBBD8A2C1C}"/>
              </a:ext>
            </a:extLst>
          </p:cNvPr>
          <p:cNvSpPr/>
          <p:nvPr userDrawn="1"/>
        </p:nvSpPr>
        <p:spPr>
          <a:xfrm>
            <a:off x="5336465" y="3877977"/>
            <a:ext cx="4046764" cy="4046764"/>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7" name="Ellipse 16">
            <a:extLst>
              <a:ext uri="{FF2B5EF4-FFF2-40B4-BE49-F238E27FC236}">
                <a16:creationId xmlns:a16="http://schemas.microsoft.com/office/drawing/2014/main" id="{82156752-11BD-B98A-96A8-D5C234E6F9C6}"/>
              </a:ext>
            </a:extLst>
          </p:cNvPr>
          <p:cNvSpPr/>
          <p:nvPr userDrawn="1"/>
        </p:nvSpPr>
        <p:spPr>
          <a:xfrm>
            <a:off x="-1825056" y="172855"/>
            <a:ext cx="4932000" cy="4932548"/>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hasCustomPrompt="1"/>
          </p:nvPr>
        </p:nvSpPr>
        <p:spPr>
          <a:xfrm>
            <a:off x="842864" y="8024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solidFill>
                  <a:schemeClr val="accent5"/>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20" name="Pladsholder til tekst 19">
            <a:extLst>
              <a:ext uri="{FF2B5EF4-FFF2-40B4-BE49-F238E27FC236}">
                <a16:creationId xmlns:a16="http://schemas.microsoft.com/office/drawing/2014/main" id="{8E8B5261-1EBE-29C9-1A7E-3A469D70D7A6}"/>
              </a:ext>
            </a:extLst>
          </p:cNvPr>
          <p:cNvSpPr>
            <a:spLocks noGrp="1"/>
          </p:cNvSpPr>
          <p:nvPr>
            <p:ph type="body" sz="quarter" idx="32"/>
          </p:nvPr>
        </p:nvSpPr>
        <p:spPr>
          <a:xfrm>
            <a:off x="8473422" y="2693786"/>
            <a:ext cx="2725737"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2" name="Pladsholder til tekst 19">
            <a:extLst>
              <a:ext uri="{FF2B5EF4-FFF2-40B4-BE49-F238E27FC236}">
                <a16:creationId xmlns:a16="http://schemas.microsoft.com/office/drawing/2014/main" id="{DCDAA490-B6B2-EEFD-C949-B9DCAA1D40D1}"/>
              </a:ext>
            </a:extLst>
          </p:cNvPr>
          <p:cNvSpPr>
            <a:spLocks noGrp="1"/>
          </p:cNvSpPr>
          <p:nvPr>
            <p:ph type="body" sz="quarter" idx="34"/>
          </p:nvPr>
        </p:nvSpPr>
        <p:spPr>
          <a:xfrm>
            <a:off x="8473422" y="3776321"/>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4" name="Pladsholder til tekst 19">
            <a:extLst>
              <a:ext uri="{FF2B5EF4-FFF2-40B4-BE49-F238E27FC236}">
                <a16:creationId xmlns:a16="http://schemas.microsoft.com/office/drawing/2014/main" id="{6B40C985-CC51-BCD9-4E13-500306D05EC3}"/>
              </a:ext>
            </a:extLst>
          </p:cNvPr>
          <p:cNvSpPr>
            <a:spLocks noGrp="1"/>
          </p:cNvSpPr>
          <p:nvPr>
            <p:ph type="body" sz="quarter" idx="36"/>
          </p:nvPr>
        </p:nvSpPr>
        <p:spPr>
          <a:xfrm>
            <a:off x="8473423" y="4824842"/>
            <a:ext cx="2725737" cy="371475"/>
          </a:xfrm>
          <a:prstGeom prst="rect">
            <a:avLst/>
          </a:prstGeom>
        </p:spPr>
        <p:txBody>
          <a:bodyPr anchor="b"/>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2" name="Pladsholder til tekst 11">
            <a:extLst>
              <a:ext uri="{FF2B5EF4-FFF2-40B4-BE49-F238E27FC236}">
                <a16:creationId xmlns:a16="http://schemas.microsoft.com/office/drawing/2014/main" id="{657DA793-19BA-DE30-1DEE-8263D37E468D}"/>
              </a:ext>
            </a:extLst>
          </p:cNvPr>
          <p:cNvSpPr>
            <a:spLocks noGrp="1"/>
          </p:cNvSpPr>
          <p:nvPr>
            <p:ph type="body" sz="quarter" idx="11"/>
          </p:nvPr>
        </p:nvSpPr>
        <p:spPr>
          <a:xfrm>
            <a:off x="7359847" y="1258303"/>
            <a:ext cx="4446954" cy="769410"/>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pic>
        <p:nvPicPr>
          <p:cNvPr id="4" name="Billede 10" descr="Et billede, der indeholder sort, mørke&#10;&#10;Automatisk genereret beskrivelse">
            <a:extLst>
              <a:ext uri="{FF2B5EF4-FFF2-40B4-BE49-F238E27FC236}">
                <a16:creationId xmlns:a16="http://schemas.microsoft.com/office/drawing/2014/main" id="{1CA0DC3F-623B-554F-BB96-24EA5435AD0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5525232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med billede højre">
    <p:bg>
      <p:bgPr>
        <a:solidFill>
          <a:schemeClr val="accent6">
            <a:alpha val="77000"/>
          </a:schemeClr>
        </a:solidFill>
        <a:effectLst/>
      </p:bgPr>
    </p:bg>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1A97AF12-67B3-F2F9-6E32-DA0AF88A36E0}"/>
              </a:ext>
            </a:extLst>
          </p:cNvPr>
          <p:cNvSpPr/>
          <p:nvPr userDrawn="1"/>
        </p:nvSpPr>
        <p:spPr>
          <a:xfrm>
            <a:off x="1150188" y="1026544"/>
            <a:ext cx="9891624" cy="48049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6096000" y="1026543"/>
            <a:ext cx="4945812" cy="4804913"/>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12" name="Pladsholder til tekst 11">
            <a:extLst>
              <a:ext uri="{FF2B5EF4-FFF2-40B4-BE49-F238E27FC236}">
                <a16:creationId xmlns:a16="http://schemas.microsoft.com/office/drawing/2014/main" id="{E745A75A-C20F-A2B1-1E37-A7AEF37DC413}"/>
              </a:ext>
            </a:extLst>
          </p:cNvPr>
          <p:cNvSpPr>
            <a:spLocks noGrp="1"/>
          </p:cNvSpPr>
          <p:nvPr>
            <p:ph type="body" sz="quarter" idx="11"/>
          </p:nvPr>
        </p:nvSpPr>
        <p:spPr>
          <a:xfrm>
            <a:off x="1509623" y="1276686"/>
            <a:ext cx="4266487"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14" name="Pladsholder til tekst 13">
            <a:extLst>
              <a:ext uri="{FF2B5EF4-FFF2-40B4-BE49-F238E27FC236}">
                <a16:creationId xmlns:a16="http://schemas.microsoft.com/office/drawing/2014/main" id="{D5C8A285-7944-082F-EF17-266C02B40607}"/>
              </a:ext>
            </a:extLst>
          </p:cNvPr>
          <p:cNvSpPr>
            <a:spLocks noGrp="1"/>
          </p:cNvSpPr>
          <p:nvPr>
            <p:ph type="body" sz="quarter" idx="12"/>
          </p:nvPr>
        </p:nvSpPr>
        <p:spPr>
          <a:xfrm>
            <a:off x="1509623" y="2320506"/>
            <a:ext cx="4265702" cy="3260808"/>
          </a:xfrm>
          <a:prstGeom prst="rect">
            <a:avLst/>
          </a:prstGeom>
        </p:spPr>
        <p:txBody>
          <a:bodyPr/>
          <a:lstStyle>
            <a:lvl1pPr marL="0" indent="0">
              <a:buNone/>
              <a:defRPr lang="da-DK" sz="1800" kern="1200" smtClean="0">
                <a:solidFill>
                  <a:schemeClr val="accent6"/>
                </a:solidFill>
                <a:latin typeface="+mn-lt"/>
                <a:ea typeface="+mj-ea"/>
                <a:cs typeface="+mj-cs"/>
              </a:defRPr>
            </a:lvl1pPr>
          </a:lstStyle>
          <a:p>
            <a:pPr lvl="0"/>
            <a:r>
              <a:rPr lang="da-DK"/>
              <a:t>Klik for at redigere teksttypografierne i masteren</a:t>
            </a:r>
          </a:p>
        </p:txBody>
      </p:sp>
      <p:pic>
        <p:nvPicPr>
          <p:cNvPr id="4" name="Billede 12">
            <a:extLst>
              <a:ext uri="{FF2B5EF4-FFF2-40B4-BE49-F238E27FC236}">
                <a16:creationId xmlns:a16="http://schemas.microsoft.com/office/drawing/2014/main" id="{ADF37EF3-7D3F-BEED-9E3D-F9CFE7BE59B9}"/>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27033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d billede venstre">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a:off x="0" y="0"/>
            <a:ext cx="3508310"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809553" y="1117831"/>
            <a:ext cx="5125421" cy="4622338"/>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3" name="Pladsholder til tekst 11">
            <a:extLst>
              <a:ext uri="{FF2B5EF4-FFF2-40B4-BE49-F238E27FC236}">
                <a16:creationId xmlns:a16="http://schemas.microsoft.com/office/drawing/2014/main" id="{59EDE253-6EC0-93C7-A55D-015A8F6A5654}"/>
              </a:ext>
            </a:extLst>
          </p:cNvPr>
          <p:cNvSpPr>
            <a:spLocks noGrp="1"/>
          </p:cNvSpPr>
          <p:nvPr>
            <p:ph type="body" sz="quarter" idx="11"/>
          </p:nvPr>
        </p:nvSpPr>
        <p:spPr>
          <a:xfrm>
            <a:off x="6452558" y="1117831"/>
            <a:ext cx="4929889"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7" name="Pladsholder til tekst 11">
            <a:extLst>
              <a:ext uri="{FF2B5EF4-FFF2-40B4-BE49-F238E27FC236}">
                <a16:creationId xmlns:a16="http://schemas.microsoft.com/office/drawing/2014/main" id="{B940A7E6-444D-0C88-B493-63C4B7DE8AEE}"/>
              </a:ext>
            </a:extLst>
          </p:cNvPr>
          <p:cNvSpPr>
            <a:spLocks noGrp="1"/>
          </p:cNvSpPr>
          <p:nvPr>
            <p:ph type="body" sz="quarter" idx="12"/>
          </p:nvPr>
        </p:nvSpPr>
        <p:spPr>
          <a:xfrm>
            <a:off x="6452558" y="2090057"/>
            <a:ext cx="4929889" cy="3650112"/>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7EE718E-9FFA-7D6E-17C3-E19E415AD3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917055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9" name="Pladsholder til billede 18">
            <a:extLst>
              <a:ext uri="{FF2B5EF4-FFF2-40B4-BE49-F238E27FC236}">
                <a16:creationId xmlns:a16="http://schemas.microsoft.com/office/drawing/2014/main" id="{FC2A6DCB-B944-BADD-4C2B-2AEE97014483}"/>
              </a:ext>
            </a:extLst>
          </p:cNvPr>
          <p:cNvSpPr>
            <a:spLocks noGrp="1"/>
          </p:cNvSpPr>
          <p:nvPr>
            <p:ph type="pic" sz="quarter" idx="13"/>
          </p:nvPr>
        </p:nvSpPr>
        <p:spPr>
          <a:xfrm>
            <a:off x="6086669" y="3432220"/>
            <a:ext cx="6183086" cy="3451270"/>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hasCustomPrompt="1"/>
          </p:nvPr>
        </p:nvSpPr>
        <p:spPr>
          <a:xfrm>
            <a:off x="6096000" y="-2"/>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p:txBody>
      </p:sp>
      <p:sp>
        <p:nvSpPr>
          <p:cNvPr id="8" name="Pladsholder til billede 18">
            <a:extLst>
              <a:ext uri="{FF2B5EF4-FFF2-40B4-BE49-F238E27FC236}">
                <a16:creationId xmlns:a16="http://schemas.microsoft.com/office/drawing/2014/main" id="{01B1B245-1870-6F63-E15B-5A42484D1456}"/>
              </a:ext>
            </a:extLst>
          </p:cNvPr>
          <p:cNvSpPr>
            <a:spLocks noGrp="1"/>
          </p:cNvSpPr>
          <p:nvPr>
            <p:ph type="pic" sz="quarter" idx="12"/>
          </p:nvPr>
        </p:nvSpPr>
        <p:spPr>
          <a:xfrm>
            <a:off x="-9525" y="3441746"/>
            <a:ext cx="6096001" cy="3429001"/>
          </a:xfrm>
          <a:prstGeom prst="rect">
            <a:avLst/>
          </a:prstGeom>
        </p:spPr>
        <p:txBody>
          <a:bodyPr wrap="square" anchor="ctr">
            <a:noAutofit/>
          </a:bodyPr>
          <a:lstStyle>
            <a:lvl1pPr marL="0" indent="0" algn="ctr">
              <a:buNone/>
              <a:defRPr sz="12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28000BE1-CFA9-0B2C-3A46-EFDA07107F07}"/>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3101243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 billeder">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7" name="Pladsholder til billede 18">
            <a:extLst>
              <a:ext uri="{FF2B5EF4-FFF2-40B4-BE49-F238E27FC236}">
                <a16:creationId xmlns:a16="http://schemas.microsoft.com/office/drawing/2014/main" id="{78ABFC04-A675-ADAA-ADFB-D700685BDAB2}"/>
              </a:ext>
            </a:extLst>
          </p:cNvPr>
          <p:cNvSpPr>
            <a:spLocks noGrp="1"/>
          </p:cNvSpPr>
          <p:nvPr>
            <p:ph type="pic" sz="quarter" idx="11"/>
          </p:nvPr>
        </p:nvSpPr>
        <p:spPr>
          <a:xfrm>
            <a:off x="6096000" y="-2"/>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a:t>Klik på ikonet for at tilføje et billede</a:t>
            </a:r>
            <a:endParaRPr lang="da-DK" dirty="0"/>
          </a:p>
        </p:txBody>
      </p:sp>
      <p:sp>
        <p:nvSpPr>
          <p:cNvPr id="3" name="Pladsholder til tekst 11">
            <a:extLst>
              <a:ext uri="{FF2B5EF4-FFF2-40B4-BE49-F238E27FC236}">
                <a16:creationId xmlns:a16="http://schemas.microsoft.com/office/drawing/2014/main" id="{F6ACCFA8-6CE0-E37B-E68E-C1BA6D4C797D}"/>
              </a:ext>
            </a:extLst>
          </p:cNvPr>
          <p:cNvSpPr>
            <a:spLocks noGrp="1"/>
          </p:cNvSpPr>
          <p:nvPr>
            <p:ph type="body" sz="quarter" idx="14"/>
          </p:nvPr>
        </p:nvSpPr>
        <p:spPr>
          <a:xfrm>
            <a:off x="3475081" y="2918690"/>
            <a:ext cx="5241838" cy="1046109"/>
          </a:xfrm>
          <a:prstGeom prst="rect">
            <a:avLst/>
          </a:prstGeom>
          <a:solidFill>
            <a:schemeClr val="accent3"/>
          </a:solidFill>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3302336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t stort billede">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12192001" cy="6858001"/>
          </a:xfrm>
          <a:prstGeom prst="rect">
            <a:avLst/>
          </a:prstGeom>
        </p:spPr>
        <p:txBody>
          <a:bodyPr wrap="square" anchor="ctr">
            <a:noAutofit/>
          </a:bodyPr>
          <a:lstStyle>
            <a:lvl1pPr marL="0" indent="0" algn="ctr">
              <a:buNone/>
              <a:defRPr sz="2000">
                <a:solidFill>
                  <a:schemeClr val="accent4"/>
                </a:solidFill>
              </a:defRPr>
            </a:lvl1pPr>
          </a:lstStyle>
          <a:p>
            <a:r>
              <a:rPr lang="da-DK" dirty="0"/>
              <a:t>Indsæt billede ved at trykke på ikonet</a:t>
            </a:r>
          </a:p>
          <a:p>
            <a:endParaRPr lang="da-DK" dirty="0"/>
          </a:p>
          <a:p>
            <a:endParaRPr lang="da-DK" dirty="0"/>
          </a:p>
        </p:txBody>
      </p:sp>
      <p:sp>
        <p:nvSpPr>
          <p:cNvPr id="7" name="Pladsholder til tekst 11">
            <a:extLst>
              <a:ext uri="{FF2B5EF4-FFF2-40B4-BE49-F238E27FC236}">
                <a16:creationId xmlns:a16="http://schemas.microsoft.com/office/drawing/2014/main" id="{7CA7DEF1-BA6C-75EA-6002-D05B8D7A6F12}"/>
              </a:ext>
            </a:extLst>
          </p:cNvPr>
          <p:cNvSpPr>
            <a:spLocks noGrp="1"/>
          </p:cNvSpPr>
          <p:nvPr>
            <p:ph type="body" sz="quarter" idx="12"/>
          </p:nvPr>
        </p:nvSpPr>
        <p:spPr>
          <a:xfrm>
            <a:off x="7340882" y="5561045"/>
            <a:ext cx="4501978" cy="883297"/>
          </a:xfrm>
          <a:prstGeom prst="rect">
            <a:avLst/>
          </a:prstGeom>
          <a:solidFill>
            <a:schemeClr val="accent3"/>
          </a:solidFill>
        </p:spPr>
        <p:txBody>
          <a:bodyPr anchor="ctr"/>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spTree>
    <p:extLst>
      <p:ext uri="{BB962C8B-B14F-4D97-AF65-F5344CB8AC3E}">
        <p14:creationId xmlns:p14="http://schemas.microsoft.com/office/powerpoint/2010/main" val="1344256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lvsidet billede med tekst">
    <p:spTree>
      <p:nvGrpSpPr>
        <p:cNvPr id="1" name=""/>
        <p:cNvGrpSpPr/>
        <p:nvPr/>
      </p:nvGrpSpPr>
      <p:grpSpPr>
        <a:xfrm>
          <a:off x="0" y="0"/>
          <a:ext cx="0" cy="0"/>
          <a:chOff x="0" y="0"/>
          <a:chExt cx="0" cy="0"/>
        </a:xfrm>
      </p:grpSpPr>
      <p:sp>
        <p:nvSpPr>
          <p:cNvPr id="5" name="Pladsholder til billede 18">
            <a:extLst>
              <a:ext uri="{FF2B5EF4-FFF2-40B4-BE49-F238E27FC236}">
                <a16:creationId xmlns:a16="http://schemas.microsoft.com/office/drawing/2014/main" id="{BE85473A-D9CD-EB2B-F2D2-A3485C389303}"/>
              </a:ext>
            </a:extLst>
          </p:cNvPr>
          <p:cNvSpPr>
            <a:spLocks noGrp="1"/>
          </p:cNvSpPr>
          <p:nvPr>
            <p:ph type="pic" sz="quarter" idx="10" hasCustomPrompt="1"/>
          </p:nvPr>
        </p:nvSpPr>
        <p:spPr>
          <a:xfrm>
            <a:off x="-1" y="-1"/>
            <a:ext cx="6096001" cy="6858001"/>
          </a:xfrm>
          <a:prstGeom prst="rect">
            <a:avLst/>
          </a:prstGeom>
        </p:spPr>
        <p:txBody>
          <a:bodyPr wrap="square" anchor="ctr">
            <a:noAutofit/>
          </a:bodyPr>
          <a:lstStyle>
            <a:lvl1pPr marL="0" indent="0" algn="ctr">
              <a:buNone/>
              <a:defRPr sz="1600">
                <a:solidFill>
                  <a:schemeClr val="accent4"/>
                </a:solidFill>
              </a:defRPr>
            </a:lvl1pPr>
          </a:lstStyle>
          <a:p>
            <a:r>
              <a:rPr lang="da-DK" dirty="0"/>
              <a:t>Indsæt billede ved at trykke</a:t>
            </a:r>
          </a:p>
          <a:p>
            <a:r>
              <a:rPr lang="da-DK" dirty="0"/>
              <a:t>på ikonet</a:t>
            </a:r>
          </a:p>
          <a:p>
            <a:endParaRPr lang="da-DK" dirty="0"/>
          </a:p>
          <a:p>
            <a:endParaRPr lang="da-DK" dirty="0"/>
          </a:p>
          <a:p>
            <a:endParaRPr lang="da-DK" dirty="0"/>
          </a:p>
          <a:p>
            <a:endParaRPr lang="da-DK" dirty="0"/>
          </a:p>
        </p:txBody>
      </p:sp>
      <p:sp>
        <p:nvSpPr>
          <p:cNvPr id="4" name="Tekstfelt 3">
            <a:extLst>
              <a:ext uri="{FF2B5EF4-FFF2-40B4-BE49-F238E27FC236}">
                <a16:creationId xmlns:a16="http://schemas.microsoft.com/office/drawing/2014/main" id="{D2C1BF60-06FB-3B24-3D1A-CA1C190B4B3C}"/>
              </a:ext>
            </a:extLst>
          </p:cNvPr>
          <p:cNvSpPr txBox="1"/>
          <p:nvPr userDrawn="1"/>
        </p:nvSpPr>
        <p:spPr>
          <a:xfrm>
            <a:off x="7063273" y="793102"/>
            <a:ext cx="184731" cy="369332"/>
          </a:xfrm>
          <a:prstGeom prst="rect">
            <a:avLst/>
          </a:prstGeom>
          <a:noFill/>
        </p:spPr>
        <p:txBody>
          <a:bodyPr wrap="none" rtlCol="0">
            <a:spAutoFit/>
          </a:bodyPr>
          <a:lstStyle/>
          <a:p>
            <a:endParaRPr lang="da-DK" dirty="0"/>
          </a:p>
        </p:txBody>
      </p:sp>
      <p:sp>
        <p:nvSpPr>
          <p:cNvPr id="2" name="Pladsholder til tekst 11">
            <a:extLst>
              <a:ext uri="{FF2B5EF4-FFF2-40B4-BE49-F238E27FC236}">
                <a16:creationId xmlns:a16="http://schemas.microsoft.com/office/drawing/2014/main" id="{5D8DD052-F369-4F26-95C3-50DB8686190B}"/>
              </a:ext>
            </a:extLst>
          </p:cNvPr>
          <p:cNvSpPr>
            <a:spLocks noGrp="1"/>
          </p:cNvSpPr>
          <p:nvPr>
            <p:ph type="body" sz="quarter" idx="11"/>
          </p:nvPr>
        </p:nvSpPr>
        <p:spPr>
          <a:xfrm>
            <a:off x="6591015" y="919789"/>
            <a:ext cx="5042785" cy="841357"/>
          </a:xfrm>
          <a:prstGeom prst="rect">
            <a:avLst/>
          </a:prstGeom>
        </p:spPr>
        <p:txBody>
          <a:bodyPr anchor="ctr"/>
          <a:lstStyle>
            <a:lvl1pPr marL="0" indent="0" algn="ctr">
              <a:buNone/>
              <a:defRPr lang="da-DK" sz="2800" kern="1200" dirty="0">
                <a:solidFill>
                  <a:schemeClr val="accent6"/>
                </a:solidFill>
                <a:latin typeface="+mj-lt"/>
                <a:ea typeface="+mj-ea"/>
                <a:cs typeface="+mj-cs"/>
              </a:defRPr>
            </a:lvl1pPr>
          </a:lstStyle>
          <a:p>
            <a:pPr lvl="0"/>
            <a:r>
              <a:rPr lang="da-DK"/>
              <a:t>Klik for at redigere teksttypografierne i masteren</a:t>
            </a:r>
          </a:p>
        </p:txBody>
      </p:sp>
      <p:sp>
        <p:nvSpPr>
          <p:cNvPr id="3" name="Pladsholder til tekst 11">
            <a:extLst>
              <a:ext uri="{FF2B5EF4-FFF2-40B4-BE49-F238E27FC236}">
                <a16:creationId xmlns:a16="http://schemas.microsoft.com/office/drawing/2014/main" id="{2516B1A4-9943-D09D-4408-5F3C1AAB9C49}"/>
              </a:ext>
            </a:extLst>
          </p:cNvPr>
          <p:cNvSpPr>
            <a:spLocks noGrp="1"/>
          </p:cNvSpPr>
          <p:nvPr>
            <p:ph type="body" sz="quarter" idx="12"/>
          </p:nvPr>
        </p:nvSpPr>
        <p:spPr>
          <a:xfrm>
            <a:off x="6591015" y="2038525"/>
            <a:ext cx="5042786" cy="4157001"/>
          </a:xfrm>
          <a:prstGeom prst="rect">
            <a:avLst/>
          </a:prstGeom>
        </p:spPr>
        <p:txBody>
          <a:bodyPr anchor="t"/>
          <a:lstStyle>
            <a:lvl1pPr marL="0" indent="0" algn="l">
              <a:buNone/>
              <a:defRPr lang="da-DK" sz="1800" kern="1200" dirty="0">
                <a:solidFill>
                  <a:schemeClr val="accent6"/>
                </a:solidFill>
                <a:latin typeface="+mj-lt"/>
                <a:ea typeface="+mj-ea"/>
                <a:cs typeface="+mj-cs"/>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07F60D2C-D6EF-28B6-82FF-F1E6C4625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0272888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undt billede med top 3">
    <p:spTree>
      <p:nvGrpSpPr>
        <p:cNvPr id="1" name=""/>
        <p:cNvGrpSpPr/>
        <p:nvPr/>
      </p:nvGrpSpPr>
      <p:grpSpPr>
        <a:xfrm>
          <a:off x="0" y="0"/>
          <a:ext cx="0" cy="0"/>
          <a:chOff x="0" y="0"/>
          <a:chExt cx="0" cy="0"/>
        </a:xfrm>
      </p:grpSpPr>
      <p:cxnSp>
        <p:nvCxnSpPr>
          <p:cNvPr id="7" name="Lige forbindelse 6">
            <a:extLst>
              <a:ext uri="{FF2B5EF4-FFF2-40B4-BE49-F238E27FC236}">
                <a16:creationId xmlns:a16="http://schemas.microsoft.com/office/drawing/2014/main" id="{3CC9FCDF-2FC8-45F8-FF96-6A4025D574F0}"/>
              </a:ext>
            </a:extLst>
          </p:cNvPr>
          <p:cNvCxnSpPr>
            <a:cxnSpLocks/>
          </p:cNvCxnSpPr>
          <p:nvPr/>
        </p:nvCxnSpPr>
        <p:spPr>
          <a:xfrm>
            <a:off x="905608" y="6309320"/>
            <a:ext cx="37502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0" name="Ellipse 99">
            <a:extLst>
              <a:ext uri="{FF2B5EF4-FFF2-40B4-BE49-F238E27FC236}">
                <a16:creationId xmlns:a16="http://schemas.microsoft.com/office/drawing/2014/main" id="{D40761E8-2A1B-AEF5-4D39-F2B754428112}"/>
              </a:ext>
            </a:extLst>
          </p:cNvPr>
          <p:cNvSpPr/>
          <p:nvPr/>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19" name="Pladsholder til billede 18">
            <a:extLst>
              <a:ext uri="{FF2B5EF4-FFF2-40B4-BE49-F238E27FC236}">
                <a16:creationId xmlns:a16="http://schemas.microsoft.com/office/drawing/2014/main" id="{7A56709C-3B84-6215-49FD-79802496D31E}"/>
              </a:ext>
            </a:extLst>
          </p:cNvPr>
          <p:cNvSpPr>
            <a:spLocks noGrp="1"/>
          </p:cNvSpPr>
          <p:nvPr>
            <p:ph type="pic" sz="quarter" idx="10"/>
          </p:nvPr>
        </p:nvSpPr>
        <p:spPr>
          <a:xfrm>
            <a:off x="1018784" y="832632"/>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t">
            <a:noAutofit/>
          </a:bodyPr>
          <a:lstStyle>
            <a:lvl1pPr marL="0" indent="0" algn="ctr">
              <a:buNone/>
              <a:defRPr sz="1800">
                <a:solidFill>
                  <a:schemeClr val="accent4"/>
                </a:solidFill>
              </a:defRPr>
            </a:lvl1pPr>
          </a:lstStyle>
          <a:p>
            <a:r>
              <a:rPr lang="da-DK"/>
              <a:t>Klik på ikonet for at tilføje et billede</a:t>
            </a:r>
            <a:endParaRPr lang="da-DK" dirty="0"/>
          </a:p>
        </p:txBody>
      </p:sp>
      <p:sp>
        <p:nvSpPr>
          <p:cNvPr id="18" name="Ellipse 17">
            <a:extLst>
              <a:ext uri="{FF2B5EF4-FFF2-40B4-BE49-F238E27FC236}">
                <a16:creationId xmlns:a16="http://schemas.microsoft.com/office/drawing/2014/main" id="{11DF24B4-34FF-5E2A-7CCA-FBFDB87F69C5}"/>
              </a:ext>
            </a:extLst>
          </p:cNvPr>
          <p:cNvSpPr/>
          <p:nvPr userDrawn="1"/>
        </p:nvSpPr>
        <p:spPr>
          <a:xfrm>
            <a:off x="5080848" y="2964870"/>
            <a:ext cx="1888490" cy="1888490"/>
          </a:xfrm>
          <a:prstGeom prst="ellipse">
            <a:avLst/>
          </a:pr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21" name="Grafik 20" descr="Badge 1 med massiv udfyldning">
            <a:extLst>
              <a:ext uri="{FF2B5EF4-FFF2-40B4-BE49-F238E27FC236}">
                <a16:creationId xmlns:a16="http://schemas.microsoft.com/office/drawing/2014/main" id="{414CB1FD-2F7F-568D-87A3-AA5F2E43A5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6037" y="1724082"/>
            <a:ext cx="718913" cy="718913"/>
          </a:xfrm>
          <a:prstGeom prst="rect">
            <a:avLst/>
          </a:prstGeom>
        </p:spPr>
      </p:pic>
      <p:pic>
        <p:nvPicPr>
          <p:cNvPr id="22" name="Grafik 21" descr="Badge med massiv udfyldning">
            <a:extLst>
              <a:ext uri="{FF2B5EF4-FFF2-40B4-BE49-F238E27FC236}">
                <a16:creationId xmlns:a16="http://schemas.microsoft.com/office/drawing/2014/main" id="{256D1EF6-5D08-9A88-3344-6BFE564851C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76037" y="3099743"/>
            <a:ext cx="718913" cy="718913"/>
          </a:xfrm>
          <a:prstGeom prst="rect">
            <a:avLst/>
          </a:prstGeom>
        </p:spPr>
      </p:pic>
      <p:pic>
        <p:nvPicPr>
          <p:cNvPr id="23" name="Grafik 22" descr="Badge 3 med massiv udfyldning">
            <a:extLst>
              <a:ext uri="{FF2B5EF4-FFF2-40B4-BE49-F238E27FC236}">
                <a16:creationId xmlns:a16="http://schemas.microsoft.com/office/drawing/2014/main" id="{17E4907E-C0D4-6E55-FB1C-714ED9C17C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6037" y="4508922"/>
            <a:ext cx="718913" cy="718913"/>
          </a:xfrm>
          <a:prstGeom prst="rect">
            <a:avLst/>
          </a:prstGeom>
        </p:spPr>
      </p:pic>
      <p:sp>
        <p:nvSpPr>
          <p:cNvPr id="28" name="Pladsholder til tekst 19">
            <a:extLst>
              <a:ext uri="{FF2B5EF4-FFF2-40B4-BE49-F238E27FC236}">
                <a16:creationId xmlns:a16="http://schemas.microsoft.com/office/drawing/2014/main" id="{D9D10D8D-2441-FA2C-C1B8-1D95FC55F6DC}"/>
              </a:ext>
            </a:extLst>
          </p:cNvPr>
          <p:cNvSpPr>
            <a:spLocks noGrp="1"/>
          </p:cNvSpPr>
          <p:nvPr>
            <p:ph type="body" sz="quarter" idx="32"/>
          </p:nvPr>
        </p:nvSpPr>
        <p:spPr>
          <a:xfrm>
            <a:off x="8078822" y="1881737"/>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0" name="Pladsholder til tekst 19">
            <a:extLst>
              <a:ext uri="{FF2B5EF4-FFF2-40B4-BE49-F238E27FC236}">
                <a16:creationId xmlns:a16="http://schemas.microsoft.com/office/drawing/2014/main" id="{E42AE478-112D-AB0E-133D-472906C1B76E}"/>
              </a:ext>
            </a:extLst>
          </p:cNvPr>
          <p:cNvSpPr>
            <a:spLocks noGrp="1"/>
          </p:cNvSpPr>
          <p:nvPr>
            <p:ph type="body" sz="quarter" idx="34"/>
          </p:nvPr>
        </p:nvSpPr>
        <p:spPr>
          <a:xfrm>
            <a:off x="8078822" y="3273463"/>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sp>
        <p:nvSpPr>
          <p:cNvPr id="32" name="Pladsholder til tekst 19">
            <a:extLst>
              <a:ext uri="{FF2B5EF4-FFF2-40B4-BE49-F238E27FC236}">
                <a16:creationId xmlns:a16="http://schemas.microsoft.com/office/drawing/2014/main" id="{46B1035F-A721-8566-C570-5BF6CD54FD7A}"/>
              </a:ext>
            </a:extLst>
          </p:cNvPr>
          <p:cNvSpPr>
            <a:spLocks noGrp="1"/>
          </p:cNvSpPr>
          <p:nvPr>
            <p:ph type="body" sz="quarter" idx="36"/>
          </p:nvPr>
        </p:nvSpPr>
        <p:spPr>
          <a:xfrm>
            <a:off x="8078822" y="4682642"/>
            <a:ext cx="3008424" cy="371475"/>
          </a:xfrm>
          <a:prstGeom prst="rect">
            <a:avLst/>
          </a:prstGeom>
        </p:spPr>
        <p:txBody>
          <a:bodyPr anchor="ctr"/>
          <a:lstStyle>
            <a:lvl1pPr marL="0" indent="0">
              <a:buNone/>
              <a:defRPr lang="da-DK" sz="1800" kern="1200" dirty="0" smtClean="0">
                <a:solidFill>
                  <a:schemeClr val="tx1"/>
                </a:solidFill>
                <a:latin typeface="+mn-lt"/>
                <a:ea typeface="+mn-ea"/>
                <a:cs typeface="+mn-cs"/>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94E97CA4-2FEB-E952-701A-94AC3A176EF1}"/>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5077687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 og to objekter">
    <p:bg>
      <p:bgPr>
        <a:solidFill>
          <a:schemeClr val="bg1"/>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F463F55-49D6-8CAE-8DD2-F7A1198E521A}"/>
              </a:ext>
            </a:extLst>
          </p:cNvPr>
          <p:cNvSpPr>
            <a:spLocks noGrp="1" noRot="1" noMove="1" noResize="1" noEditPoints="1" noAdjustHandles="1" noChangeArrowheads="1" noChangeShapeType="1"/>
          </p:cNvSpPr>
          <p:nvPr/>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6" name="Ellipse 5">
            <a:extLst>
              <a:ext uri="{FF2B5EF4-FFF2-40B4-BE49-F238E27FC236}">
                <a16:creationId xmlns:a16="http://schemas.microsoft.com/office/drawing/2014/main" id="{0B946C45-58BE-DCD7-C886-6F5840F56A58}"/>
              </a:ext>
            </a:extLst>
          </p:cNvPr>
          <p:cNvSpPr>
            <a:spLocks noGrp="1" noRot="1" noMove="1" noResize="1" noEditPoints="1" noAdjustHandles="1" noChangeArrowheads="1" noChangeShapeType="1"/>
          </p:cNvSpPr>
          <p:nvPr/>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3" name="Pladsholder til indhold 3">
            <a:extLst>
              <a:ext uri="{FF2B5EF4-FFF2-40B4-BE49-F238E27FC236}">
                <a16:creationId xmlns:a16="http://schemas.microsoft.com/office/drawing/2014/main" id="{063FB2A0-E2A8-7639-5821-EA30510BAD75}"/>
              </a:ext>
            </a:extLst>
          </p:cNvPr>
          <p:cNvSpPr>
            <a:spLocks noGrp="1"/>
          </p:cNvSpPr>
          <p:nvPr>
            <p:ph sz="quarter" idx="11"/>
          </p:nvPr>
        </p:nvSpPr>
        <p:spPr>
          <a:xfrm>
            <a:off x="6200775"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93538"/>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4" name="Pladsholder til indhold 3">
            <a:extLst>
              <a:ext uri="{FF2B5EF4-FFF2-40B4-BE49-F238E27FC236}">
                <a16:creationId xmlns:a16="http://schemas.microsoft.com/office/drawing/2014/main" id="{E727D0E4-589A-2244-CD10-0515D759662B}"/>
              </a:ext>
            </a:extLst>
          </p:cNvPr>
          <p:cNvSpPr>
            <a:spLocks noGrp="1"/>
          </p:cNvSpPr>
          <p:nvPr>
            <p:ph sz="quarter" idx="10"/>
          </p:nvPr>
        </p:nvSpPr>
        <p:spPr>
          <a:xfrm>
            <a:off x="838199" y="1772817"/>
            <a:ext cx="5153025" cy="4391646"/>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7" name="Ellipse 6">
            <a:extLst>
              <a:ext uri="{FF2B5EF4-FFF2-40B4-BE49-F238E27FC236}">
                <a16:creationId xmlns:a16="http://schemas.microsoft.com/office/drawing/2014/main" id="{46DA7DDE-63A6-5E98-0EC4-738E3F603C9A}"/>
              </a:ext>
            </a:extLst>
          </p:cNvPr>
          <p:cNvSpPr/>
          <p:nvPr userDrawn="1"/>
        </p:nvSpPr>
        <p:spPr>
          <a:xfrm rot="3484227">
            <a:off x="-702565" y="2962277"/>
            <a:ext cx="5400000" cy="54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sp>
        <p:nvSpPr>
          <p:cNvPr id="8" name="Ellipse 7">
            <a:extLst>
              <a:ext uri="{FF2B5EF4-FFF2-40B4-BE49-F238E27FC236}">
                <a16:creationId xmlns:a16="http://schemas.microsoft.com/office/drawing/2014/main" id="{154ABB45-9D02-C95E-4427-18F343D6D612}"/>
              </a:ext>
            </a:extLst>
          </p:cNvPr>
          <p:cNvSpPr/>
          <p:nvPr userDrawn="1"/>
        </p:nvSpPr>
        <p:spPr>
          <a:xfrm rot="3484227">
            <a:off x="3771900" y="3768328"/>
            <a:ext cx="2520000" cy="252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sz="1800"/>
          </a:p>
        </p:txBody>
      </p:sp>
      <p:pic>
        <p:nvPicPr>
          <p:cNvPr id="9" name="Billede 10" descr="Et billede, der indeholder sort, mørke&#10;&#10;Automatisk genereret beskrivelse">
            <a:extLst>
              <a:ext uri="{FF2B5EF4-FFF2-40B4-BE49-F238E27FC236}">
                <a16:creationId xmlns:a16="http://schemas.microsoft.com/office/drawing/2014/main" id="{A7871B6C-23E6-0643-2DDB-7CE708093E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137196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ort rundt billede gul">
    <p:bg>
      <p:bgPr>
        <a:solidFill>
          <a:schemeClr val="accent3"/>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6"/>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6"/>
                </a:solidFill>
              </a:defRPr>
            </a:lvl1pPr>
          </a:lstStyle>
          <a:p>
            <a:r>
              <a:rPr lang="da-DK"/>
              <a:t>Klik på ikonet for at tilføje et billede</a:t>
            </a:r>
            <a:endParaRPr lang="da-DK" dirty="0"/>
          </a:p>
        </p:txBody>
      </p:sp>
      <p:pic>
        <p:nvPicPr>
          <p:cNvPr id="2" name="Billede 10" descr="Et billede, der indeholder sort, mørke&#10;&#10;Automatisk genereret beskrivelse">
            <a:extLst>
              <a:ext uri="{FF2B5EF4-FFF2-40B4-BE49-F238E27FC236}">
                <a16:creationId xmlns:a16="http://schemas.microsoft.com/office/drawing/2014/main" id="{42442907-9607-FBD5-41BE-6F012CFF89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94277804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ort rundt billede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F79CD613-CCEE-1FC4-643F-1B1FF482494F}"/>
              </a:ext>
            </a:extLst>
          </p:cNvPr>
          <p:cNvSpPr/>
          <p:nvPr userDrawn="1"/>
        </p:nvSpPr>
        <p:spPr>
          <a:xfrm>
            <a:off x="2991173" y="324173"/>
            <a:ext cx="6209653" cy="6209653"/>
          </a:xfrm>
          <a:prstGeom prst="ellipse">
            <a:avLst/>
          </a:prstGeom>
          <a:noFill/>
          <a:ln w="31750" cap="rnd" cmpd="sng">
            <a:solidFill>
              <a:schemeClr val="accent5"/>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Pladsholder til billede 18">
            <a:extLst>
              <a:ext uri="{FF2B5EF4-FFF2-40B4-BE49-F238E27FC236}">
                <a16:creationId xmlns:a16="http://schemas.microsoft.com/office/drawing/2014/main" id="{5F11E582-9DE1-AB67-B688-C7EDF44A5612}"/>
              </a:ext>
            </a:extLst>
          </p:cNvPr>
          <p:cNvSpPr>
            <a:spLocks noGrp="1"/>
          </p:cNvSpPr>
          <p:nvPr>
            <p:ph type="pic" sz="quarter" idx="10"/>
          </p:nvPr>
        </p:nvSpPr>
        <p:spPr>
          <a:xfrm>
            <a:off x="3469431" y="802431"/>
            <a:ext cx="5253136" cy="5253135"/>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oAutofit/>
          </a:bodyPr>
          <a:lstStyle>
            <a:lvl1pPr marL="0" indent="0" algn="ctr">
              <a:buNone/>
              <a:defRPr sz="1200">
                <a:solidFill>
                  <a:schemeClr val="accent5"/>
                </a:solidFill>
              </a:defRPr>
            </a:lvl1pPr>
          </a:lstStyle>
          <a:p>
            <a:r>
              <a:rPr lang="da-DK"/>
              <a:t>Klik på ikonet for at tilføje et billede</a:t>
            </a:r>
            <a:endParaRPr lang="da-DK" dirty="0"/>
          </a:p>
        </p:txBody>
      </p:sp>
      <p:pic>
        <p:nvPicPr>
          <p:cNvPr id="2" name="Billede 12">
            <a:extLst>
              <a:ext uri="{FF2B5EF4-FFF2-40B4-BE49-F238E27FC236}">
                <a16:creationId xmlns:a16="http://schemas.microsoft.com/office/drawing/2014/main" id="{921CC2E2-C216-1654-6436-4F23FF6174D0}"/>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0118785" y="185293"/>
            <a:ext cx="1803600" cy="684000"/>
          </a:xfrm>
          <a:prstGeom prst="rect">
            <a:avLst/>
          </a:prstGeom>
        </p:spPr>
      </p:pic>
    </p:spTree>
    <p:extLst>
      <p:ext uri="{BB962C8B-B14F-4D97-AF65-F5344CB8AC3E}">
        <p14:creationId xmlns:p14="http://schemas.microsoft.com/office/powerpoint/2010/main" val="864723754"/>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èn overskrift, tre objekter">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A88C9-3BCA-D421-EEE6-489BE2B79D71}"/>
              </a:ext>
            </a:extLst>
          </p:cNvPr>
          <p:cNvSpPr>
            <a:spLocks noGrp="1"/>
          </p:cNvSpPr>
          <p:nvPr>
            <p:ph type="title"/>
          </p:nvPr>
        </p:nvSpPr>
        <p:spPr>
          <a:xfrm>
            <a:off x="838200" y="646885"/>
            <a:ext cx="10515600" cy="920749"/>
          </a:xfrm>
          <a:prstGeom prst="rect">
            <a:avLst/>
          </a:prstGeom>
        </p:spPr>
        <p:txBody>
          <a:bodyPr anchor="ctr"/>
          <a:lstStyle>
            <a:lvl1pPr>
              <a:defRPr sz="3200">
                <a:solidFill>
                  <a:schemeClr val="accent6"/>
                </a:solidFill>
              </a:defRPr>
            </a:lvl1pPr>
          </a:lstStyle>
          <a:p>
            <a:pPr lvl="0"/>
            <a:r>
              <a:rPr lang="da-DK"/>
              <a:t>Klik for at redigere titeltypografien i masteren</a:t>
            </a:r>
            <a:endParaRPr lang="da-DK" dirty="0"/>
          </a:p>
        </p:txBody>
      </p:sp>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10056"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838200"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7981912" y="1707502"/>
            <a:ext cx="3371888" cy="4503613"/>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pic>
        <p:nvPicPr>
          <p:cNvPr id="3" name="Billede 10" descr="Et billede, der indeholder sort, mørke&#10;&#10;Automatisk genereret beskrivelse">
            <a:extLst>
              <a:ext uri="{FF2B5EF4-FFF2-40B4-BE49-F238E27FC236}">
                <a16:creationId xmlns:a16="http://schemas.microsoft.com/office/drawing/2014/main" id="{077517C1-57BE-3C06-76C5-125A76A577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81542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e overskrifter, tre objekter">
    <p:bg>
      <p:bgPr>
        <a:solidFill>
          <a:schemeClr val="bg1"/>
        </a:solidFill>
        <a:effectLst/>
      </p:bgPr>
    </p:bg>
    <p:spTree>
      <p:nvGrpSpPr>
        <p:cNvPr id="1" name=""/>
        <p:cNvGrpSpPr/>
        <p:nvPr/>
      </p:nvGrpSpPr>
      <p:grpSpPr>
        <a:xfrm>
          <a:off x="0" y="0"/>
          <a:ext cx="0" cy="0"/>
          <a:chOff x="0" y="0"/>
          <a:chExt cx="0" cy="0"/>
        </a:xfrm>
      </p:grpSpPr>
      <p:sp>
        <p:nvSpPr>
          <p:cNvPr id="7" name="Pladsholder til indhold 3">
            <a:extLst>
              <a:ext uri="{FF2B5EF4-FFF2-40B4-BE49-F238E27FC236}">
                <a16:creationId xmlns:a16="http://schemas.microsoft.com/office/drawing/2014/main" id="{663D696B-DF8A-D6E8-94E3-58B7D2B6E90D}"/>
              </a:ext>
            </a:extLst>
          </p:cNvPr>
          <p:cNvSpPr>
            <a:spLocks noGrp="1"/>
          </p:cNvSpPr>
          <p:nvPr>
            <p:ph sz="quarter" idx="11"/>
          </p:nvPr>
        </p:nvSpPr>
        <p:spPr>
          <a:xfrm>
            <a:off x="4422713"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9" name="Pladsholder til indhold 3">
            <a:extLst>
              <a:ext uri="{FF2B5EF4-FFF2-40B4-BE49-F238E27FC236}">
                <a16:creationId xmlns:a16="http://schemas.microsoft.com/office/drawing/2014/main" id="{68E0CE25-08C5-13AB-258F-DEC1B7F47932}"/>
              </a:ext>
            </a:extLst>
          </p:cNvPr>
          <p:cNvSpPr>
            <a:spLocks noGrp="1"/>
          </p:cNvSpPr>
          <p:nvPr>
            <p:ph sz="quarter" idx="13"/>
          </p:nvPr>
        </p:nvSpPr>
        <p:spPr>
          <a:xfrm>
            <a:off x="8039878"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8" name="Pladsholder til indhold 3">
            <a:extLst>
              <a:ext uri="{FF2B5EF4-FFF2-40B4-BE49-F238E27FC236}">
                <a16:creationId xmlns:a16="http://schemas.microsoft.com/office/drawing/2014/main" id="{90BE76E4-AC3F-C0FD-21A5-8EC4F9F4FA62}"/>
              </a:ext>
            </a:extLst>
          </p:cNvPr>
          <p:cNvSpPr>
            <a:spLocks noGrp="1"/>
          </p:cNvSpPr>
          <p:nvPr>
            <p:ph sz="quarter" idx="12"/>
          </p:nvPr>
        </p:nvSpPr>
        <p:spPr>
          <a:xfrm>
            <a:off x="776317" y="1838131"/>
            <a:ext cx="3375805" cy="4281519"/>
          </a:xfrm>
          <a:prstGeom prst="rect">
            <a:avLst/>
          </a:prstGeom>
        </p:spPr>
        <p:txBody>
          <a:bodyPr/>
          <a:lstStyle>
            <a:lvl1pPr marL="0" indent="0">
              <a:buNone/>
              <a:defRPr sz="1800"/>
            </a:lvl1pPr>
            <a:lvl2pPr>
              <a:defRPr sz="1800"/>
            </a:lvl2pPr>
            <a:lvl3pPr>
              <a:defRPr sz="1600"/>
            </a:lvl3pPr>
            <a:lvl4pPr>
              <a:defRPr sz="1400"/>
            </a:lvl4pPr>
            <a:lvl5pPr>
              <a:defRPr sz="1400"/>
            </a:lvl5pPr>
          </a:lstStyle>
          <a:p>
            <a:pPr lvl="0"/>
            <a:r>
              <a:rPr lang="da-DK"/>
              <a:t>Klik for at redigere teksttypografierne i masteren</a:t>
            </a:r>
          </a:p>
        </p:txBody>
      </p:sp>
      <p:sp>
        <p:nvSpPr>
          <p:cNvPr id="4" name="Pladsholder til tekst 3">
            <a:extLst>
              <a:ext uri="{FF2B5EF4-FFF2-40B4-BE49-F238E27FC236}">
                <a16:creationId xmlns:a16="http://schemas.microsoft.com/office/drawing/2014/main" id="{C15F7AD4-F672-5698-2F38-608B2E0C66BD}"/>
              </a:ext>
            </a:extLst>
          </p:cNvPr>
          <p:cNvSpPr>
            <a:spLocks noGrp="1"/>
          </p:cNvSpPr>
          <p:nvPr>
            <p:ph type="body" sz="quarter" idx="14"/>
          </p:nvPr>
        </p:nvSpPr>
        <p:spPr>
          <a:xfrm>
            <a:off x="4422713"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5" name="Pladsholder til tekst 3">
            <a:extLst>
              <a:ext uri="{FF2B5EF4-FFF2-40B4-BE49-F238E27FC236}">
                <a16:creationId xmlns:a16="http://schemas.microsoft.com/office/drawing/2014/main" id="{F85ABD62-253C-7D26-2060-90103E5CA1EA}"/>
              </a:ext>
            </a:extLst>
          </p:cNvPr>
          <p:cNvSpPr>
            <a:spLocks noGrp="1"/>
          </p:cNvSpPr>
          <p:nvPr>
            <p:ph type="body" sz="quarter" idx="15"/>
          </p:nvPr>
        </p:nvSpPr>
        <p:spPr>
          <a:xfrm>
            <a:off x="775567"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sp>
        <p:nvSpPr>
          <p:cNvPr id="6" name="Pladsholder til tekst 3">
            <a:extLst>
              <a:ext uri="{FF2B5EF4-FFF2-40B4-BE49-F238E27FC236}">
                <a16:creationId xmlns:a16="http://schemas.microsoft.com/office/drawing/2014/main" id="{4662DEC7-4912-95D4-725F-9DBD13CDE0D6}"/>
              </a:ext>
            </a:extLst>
          </p:cNvPr>
          <p:cNvSpPr>
            <a:spLocks noGrp="1"/>
          </p:cNvSpPr>
          <p:nvPr>
            <p:ph type="body" sz="quarter" idx="16"/>
          </p:nvPr>
        </p:nvSpPr>
        <p:spPr>
          <a:xfrm>
            <a:off x="8039878" y="738350"/>
            <a:ext cx="3375805"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134E7724-DF42-9222-9ADB-53B0C0E366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29814059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 tekstspalter">
    <p:spTree>
      <p:nvGrpSpPr>
        <p:cNvPr id="1" name=""/>
        <p:cNvGrpSpPr/>
        <p:nvPr/>
      </p:nvGrpSpPr>
      <p:grpSpPr>
        <a:xfrm>
          <a:off x="0" y="0"/>
          <a:ext cx="0" cy="0"/>
          <a:chOff x="0" y="0"/>
          <a:chExt cx="0" cy="0"/>
        </a:xfrm>
      </p:grpSpPr>
      <p:sp>
        <p:nvSpPr>
          <p:cNvPr id="7" name="Pladsholder til tekst 21">
            <a:extLst>
              <a:ext uri="{FF2B5EF4-FFF2-40B4-BE49-F238E27FC236}">
                <a16:creationId xmlns:a16="http://schemas.microsoft.com/office/drawing/2014/main" id="{6AF7C5D9-4A61-9AFB-55B2-59864D54C686}"/>
              </a:ext>
            </a:extLst>
          </p:cNvPr>
          <p:cNvSpPr>
            <a:spLocks noGrp="1"/>
          </p:cNvSpPr>
          <p:nvPr>
            <p:ph type="body" sz="quarter" idx="13"/>
          </p:nvPr>
        </p:nvSpPr>
        <p:spPr>
          <a:xfrm>
            <a:off x="545970" y="1857765"/>
            <a:ext cx="5220347" cy="4300440"/>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8" name="Ellipse 7">
            <a:extLst>
              <a:ext uri="{FF2B5EF4-FFF2-40B4-BE49-F238E27FC236}">
                <a16:creationId xmlns:a16="http://schemas.microsoft.com/office/drawing/2014/main" id="{01F23421-9BB5-B66E-2915-7AC5D1C64931}"/>
              </a:ext>
            </a:extLst>
          </p:cNvPr>
          <p:cNvSpPr>
            <a:spLocks noGrp="1" noRot="1" noMove="1" noResize="1" noEditPoints="1" noAdjustHandles="1" noChangeArrowheads="1" noChangeShapeType="1"/>
          </p:cNvSpPr>
          <p:nvPr/>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Ellipse 8">
            <a:extLst>
              <a:ext uri="{FF2B5EF4-FFF2-40B4-BE49-F238E27FC236}">
                <a16:creationId xmlns:a16="http://schemas.microsoft.com/office/drawing/2014/main" id="{5D6ED4BE-01AC-F3C9-BEAE-18399B71C575}"/>
              </a:ext>
            </a:extLst>
          </p:cNvPr>
          <p:cNvSpPr>
            <a:spLocks noGrp="1" noRot="1" noMove="1" noResize="1" noEditPoints="1" noAdjustHandles="1" noChangeArrowheads="1" noChangeShapeType="1"/>
          </p:cNvSpPr>
          <p:nvPr/>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Pladsholder til indhold 2">
            <a:extLst>
              <a:ext uri="{FF2B5EF4-FFF2-40B4-BE49-F238E27FC236}">
                <a16:creationId xmlns:a16="http://schemas.microsoft.com/office/drawing/2014/main" id="{D28427B0-6F2A-9A36-BA01-8150978C2182}"/>
              </a:ext>
            </a:extLst>
          </p:cNvPr>
          <p:cNvSpPr>
            <a:spLocks noGrp="1"/>
          </p:cNvSpPr>
          <p:nvPr>
            <p:ph sz="quarter" idx="14"/>
          </p:nvPr>
        </p:nvSpPr>
        <p:spPr>
          <a:xfrm>
            <a:off x="5990254" y="837025"/>
            <a:ext cx="5655776" cy="5321180"/>
          </a:xfrm>
          <a:prstGeom prst="rect">
            <a:avLst/>
          </a:prstGeom>
        </p:spPr>
        <p:txBody>
          <a:bodyPr/>
          <a:lstStyle>
            <a:lvl1pPr marL="0" indent="0">
              <a:buNone/>
              <a:defRPr sz="1800"/>
            </a:lvl1pPr>
          </a:lstStyle>
          <a:p>
            <a:pPr lvl="0"/>
            <a:r>
              <a:rPr lang="da-DK"/>
              <a:t>Klik for at redigere teksttypografierne i masteren</a:t>
            </a:r>
          </a:p>
        </p:txBody>
      </p:sp>
      <p:sp>
        <p:nvSpPr>
          <p:cNvPr id="2" name="Ellipse 1">
            <a:extLst>
              <a:ext uri="{FF2B5EF4-FFF2-40B4-BE49-F238E27FC236}">
                <a16:creationId xmlns:a16="http://schemas.microsoft.com/office/drawing/2014/main" id="{C1117402-4D1F-2B99-74B2-57532C00E0E0}"/>
              </a:ext>
            </a:extLst>
          </p:cNvPr>
          <p:cNvSpPr/>
          <p:nvPr userDrawn="1"/>
        </p:nvSpPr>
        <p:spPr>
          <a:xfrm>
            <a:off x="-811763" y="3248025"/>
            <a:ext cx="4477721" cy="4477721"/>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4" name="Ellipse 3">
            <a:extLst>
              <a:ext uri="{FF2B5EF4-FFF2-40B4-BE49-F238E27FC236}">
                <a16:creationId xmlns:a16="http://schemas.microsoft.com/office/drawing/2014/main" id="{AD89150D-33F7-C7EA-4565-830E42B119EF}"/>
              </a:ext>
            </a:extLst>
          </p:cNvPr>
          <p:cNvSpPr/>
          <p:nvPr userDrawn="1"/>
        </p:nvSpPr>
        <p:spPr>
          <a:xfrm>
            <a:off x="2643189" y="3090461"/>
            <a:ext cx="2237790" cy="223779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6" name="Pladsholder til tekst 3">
            <a:extLst>
              <a:ext uri="{FF2B5EF4-FFF2-40B4-BE49-F238E27FC236}">
                <a16:creationId xmlns:a16="http://schemas.microsoft.com/office/drawing/2014/main" id="{956E59B5-69E2-3426-86B0-660FF5B7C7D1}"/>
              </a:ext>
            </a:extLst>
          </p:cNvPr>
          <p:cNvSpPr>
            <a:spLocks noGrp="1"/>
          </p:cNvSpPr>
          <p:nvPr>
            <p:ph type="body" sz="quarter" idx="15"/>
          </p:nvPr>
        </p:nvSpPr>
        <p:spPr>
          <a:xfrm>
            <a:off x="545971" y="837025"/>
            <a:ext cx="5220346"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5" name="Billede 10" descr="Et billede, der indeholder sort, mørke&#10;&#10;Automatisk genereret beskrivelse">
            <a:extLst>
              <a:ext uri="{FF2B5EF4-FFF2-40B4-BE49-F238E27FC236}">
                <a16:creationId xmlns:a16="http://schemas.microsoft.com/office/drawing/2014/main" id="{340D9666-406B-DB5B-73C6-16F9D88927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627799728"/>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 runde billeder + tekst">
    <p:spTree>
      <p:nvGrpSpPr>
        <p:cNvPr id="1" name=""/>
        <p:cNvGrpSpPr/>
        <p:nvPr/>
      </p:nvGrpSpPr>
      <p:grpSpPr>
        <a:xfrm>
          <a:off x="0" y="0"/>
          <a:ext cx="0" cy="0"/>
          <a:chOff x="0" y="0"/>
          <a:chExt cx="0" cy="0"/>
        </a:xfrm>
      </p:grpSpPr>
      <p:sp>
        <p:nvSpPr>
          <p:cNvPr id="3" name="Pladsholder til billede 2">
            <a:extLst>
              <a:ext uri="{FF2B5EF4-FFF2-40B4-BE49-F238E27FC236}">
                <a16:creationId xmlns:a16="http://schemas.microsoft.com/office/drawing/2014/main" id="{BCD6D3C6-2CAC-6C9A-A3DF-9BFDD74C8BE2}"/>
              </a:ext>
            </a:extLst>
          </p:cNvPr>
          <p:cNvSpPr>
            <a:spLocks noGrp="1"/>
          </p:cNvSpPr>
          <p:nvPr>
            <p:ph type="pic" sz="quarter" idx="10" hasCustomPrompt="1"/>
          </p:nvPr>
        </p:nvSpPr>
        <p:spPr>
          <a:xfrm>
            <a:off x="6522030" y="785132"/>
            <a:ext cx="4357398" cy="4357397"/>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dirty="0"/>
              <a:t>Indsæt billede ved at trykke på ikonet</a:t>
            </a:r>
          </a:p>
          <a:p>
            <a:endParaRPr lang="da-DK" dirty="0"/>
          </a:p>
          <a:p>
            <a:endParaRPr lang="da-DK" dirty="0"/>
          </a:p>
        </p:txBody>
      </p:sp>
      <p:sp>
        <p:nvSpPr>
          <p:cNvPr id="4" name="Pladsholder til billede 3">
            <a:extLst>
              <a:ext uri="{FF2B5EF4-FFF2-40B4-BE49-F238E27FC236}">
                <a16:creationId xmlns:a16="http://schemas.microsoft.com/office/drawing/2014/main" id="{2EBF9CBC-4B0B-0256-FC20-008C5A7ADF11}"/>
              </a:ext>
            </a:extLst>
          </p:cNvPr>
          <p:cNvSpPr>
            <a:spLocks noGrp="1"/>
          </p:cNvSpPr>
          <p:nvPr>
            <p:ph type="pic" sz="quarter" idx="11"/>
          </p:nvPr>
        </p:nvSpPr>
        <p:spPr>
          <a:xfrm>
            <a:off x="9120543" y="3547382"/>
            <a:ext cx="2525486" cy="2525486"/>
          </a:xfrm>
          <a:custGeom>
            <a:avLst/>
            <a:gdLst>
              <a:gd name="connsiteX0" fmla="*/ 2626568 w 5253136"/>
              <a:gd name="connsiteY0" fmla="*/ 0 h 5253135"/>
              <a:gd name="connsiteX1" fmla="*/ 5253136 w 5253136"/>
              <a:gd name="connsiteY1" fmla="*/ 2626568 h 5253135"/>
              <a:gd name="connsiteX2" fmla="*/ 2895119 w 5253136"/>
              <a:gd name="connsiteY2" fmla="*/ 5239576 h 5253135"/>
              <a:gd name="connsiteX3" fmla="*/ 2626588 w 5253136"/>
              <a:gd name="connsiteY3" fmla="*/ 5253135 h 5253135"/>
              <a:gd name="connsiteX4" fmla="*/ 2626548 w 5253136"/>
              <a:gd name="connsiteY4" fmla="*/ 5253135 h 5253135"/>
              <a:gd name="connsiteX5" fmla="*/ 2358017 w 5253136"/>
              <a:gd name="connsiteY5" fmla="*/ 5239576 h 5253135"/>
              <a:gd name="connsiteX6" fmla="*/ 0 w 5253136"/>
              <a:gd name="connsiteY6" fmla="*/ 2626568 h 5253135"/>
              <a:gd name="connsiteX7" fmla="*/ 2626568 w 5253136"/>
              <a:gd name="connsiteY7" fmla="*/ 0 h 5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136" h="5253135">
                <a:moveTo>
                  <a:pt x="2626568" y="0"/>
                </a:moveTo>
                <a:cubicBezTo>
                  <a:pt x="4077181" y="0"/>
                  <a:pt x="5253136" y="1175955"/>
                  <a:pt x="5253136" y="2626568"/>
                </a:cubicBezTo>
                <a:cubicBezTo>
                  <a:pt x="5253136" y="3986518"/>
                  <a:pt x="4219582" y="5105069"/>
                  <a:pt x="2895119" y="5239576"/>
                </a:cubicBezTo>
                <a:lnTo>
                  <a:pt x="2626588" y="5253135"/>
                </a:lnTo>
                <a:lnTo>
                  <a:pt x="2626548" y="5253135"/>
                </a:lnTo>
                <a:lnTo>
                  <a:pt x="2358017" y="5239576"/>
                </a:lnTo>
                <a:cubicBezTo>
                  <a:pt x="1033554" y="5105069"/>
                  <a:pt x="0" y="3986518"/>
                  <a:pt x="0" y="2626568"/>
                </a:cubicBezTo>
                <a:cubicBezTo>
                  <a:pt x="0" y="1175955"/>
                  <a:pt x="1175955" y="0"/>
                  <a:pt x="2626568" y="0"/>
                </a:cubicBezTo>
                <a:close/>
              </a:path>
            </a:pathLst>
          </a:custGeom>
        </p:spPr>
        <p:txBody>
          <a:bodyPr wrap="square" anchor="ctr">
            <a:noAutofit/>
          </a:bodyPr>
          <a:lstStyle>
            <a:lvl1pPr marL="0" indent="0" algn="ctr">
              <a:buNone/>
              <a:defRPr sz="1200"/>
            </a:lvl1pPr>
          </a:lstStyle>
          <a:p>
            <a:r>
              <a:rPr lang="da-DK"/>
              <a:t>Klik på ikonet for at tilføje et billede</a:t>
            </a:r>
            <a:endParaRPr lang="da-DK" dirty="0"/>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852246"/>
            <a:ext cx="4949760" cy="4220622"/>
          </a:xfrm>
          <a:prstGeom prst="rect">
            <a:avLst/>
          </a:prstGeom>
        </p:spPr>
        <p:txBody>
          <a:bodyPr/>
          <a:lstStyle>
            <a:lvl1pPr marL="0" indent="0">
              <a:spcBef>
                <a:spcPts val="1200"/>
              </a:spcBef>
              <a:buFontTx/>
              <a:buNone/>
              <a:defRPr sz="1800" b="0">
                <a:solidFill>
                  <a:schemeClr val="tx1"/>
                </a:solidFill>
                <a:latin typeface="+mn-lt"/>
              </a:defRPr>
            </a:lvl1pPr>
          </a:lstStyle>
          <a:p>
            <a:pPr lvl="0"/>
            <a:r>
              <a:rPr lang="da-DK"/>
              <a:t>Klik for at redigere teksttypografierne i masteren</a:t>
            </a:r>
          </a:p>
        </p:txBody>
      </p:sp>
      <p:sp>
        <p:nvSpPr>
          <p:cNvPr id="18" name="Ellipse 17">
            <a:extLst>
              <a:ext uri="{FF2B5EF4-FFF2-40B4-BE49-F238E27FC236}">
                <a16:creationId xmlns:a16="http://schemas.microsoft.com/office/drawing/2014/main" id="{69FB30B0-C3B1-8663-0D9A-EC5CF4927F14}"/>
              </a:ext>
            </a:extLst>
          </p:cNvPr>
          <p:cNvSpPr/>
          <p:nvPr/>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Ellipse 1">
            <a:extLst>
              <a:ext uri="{FF2B5EF4-FFF2-40B4-BE49-F238E27FC236}">
                <a16:creationId xmlns:a16="http://schemas.microsoft.com/office/drawing/2014/main" id="{097722E6-54DB-46BE-D13E-34D050586DE2}"/>
              </a:ext>
            </a:extLst>
          </p:cNvPr>
          <p:cNvSpPr/>
          <p:nvPr userDrawn="1"/>
        </p:nvSpPr>
        <p:spPr>
          <a:xfrm>
            <a:off x="6225849" y="486229"/>
            <a:ext cx="4949760" cy="4949760"/>
          </a:xfrm>
          <a:prstGeom prst="ellipse">
            <a:avLst/>
          </a:prstGeom>
          <a:noFill/>
          <a:ln w="31750" cap="rnd" cmpd="sng">
            <a:solidFill>
              <a:schemeClr val="accent1"/>
            </a:solidFill>
            <a:prstDash val="sysDot"/>
            <a:miter lim="800000"/>
            <a:extLst>
              <a:ext uri="{C807C97D-BFC1-408E-A445-0C87EB9F89A2}">
                <ask:lineSketchStyleProps xmlns:ask="http://schemas.microsoft.com/office/drawing/2018/sketchyshapes" sd="1219033472">
                  <a:custGeom>
                    <a:avLst/>
                    <a:gdLst>
                      <a:gd name="connsiteX0" fmla="*/ 0 w 6881456"/>
                      <a:gd name="connsiteY0" fmla="*/ 3440728 h 6881456"/>
                      <a:gd name="connsiteX1" fmla="*/ 3440728 w 6881456"/>
                      <a:gd name="connsiteY1" fmla="*/ 0 h 6881456"/>
                      <a:gd name="connsiteX2" fmla="*/ 6881456 w 6881456"/>
                      <a:gd name="connsiteY2" fmla="*/ 3440728 h 6881456"/>
                      <a:gd name="connsiteX3" fmla="*/ 3440728 w 6881456"/>
                      <a:gd name="connsiteY3" fmla="*/ 6881456 h 6881456"/>
                      <a:gd name="connsiteX4" fmla="*/ 0 w 6881456"/>
                      <a:gd name="connsiteY4" fmla="*/ 3440728 h 688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56" h="6881456" extrusionOk="0">
                        <a:moveTo>
                          <a:pt x="0" y="3440728"/>
                        </a:moveTo>
                        <a:cubicBezTo>
                          <a:pt x="-311743" y="1348176"/>
                          <a:pt x="1321922" y="82023"/>
                          <a:pt x="3440728" y="0"/>
                        </a:cubicBezTo>
                        <a:cubicBezTo>
                          <a:pt x="5364081" y="4861"/>
                          <a:pt x="6599758" y="1549423"/>
                          <a:pt x="6881456" y="3440728"/>
                        </a:cubicBezTo>
                        <a:cubicBezTo>
                          <a:pt x="6662966" y="5554358"/>
                          <a:pt x="5334828" y="6915515"/>
                          <a:pt x="3440728" y="6881456"/>
                        </a:cubicBezTo>
                        <a:cubicBezTo>
                          <a:pt x="1299638" y="6749694"/>
                          <a:pt x="47898" y="5363876"/>
                          <a:pt x="0" y="344072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5" name="Pladsholder til tekst 3">
            <a:extLst>
              <a:ext uri="{FF2B5EF4-FFF2-40B4-BE49-F238E27FC236}">
                <a16:creationId xmlns:a16="http://schemas.microsoft.com/office/drawing/2014/main" id="{3C32BFDE-1C03-812C-A5E3-30680D7D0EBB}"/>
              </a:ext>
            </a:extLst>
          </p:cNvPr>
          <p:cNvSpPr>
            <a:spLocks noGrp="1"/>
          </p:cNvSpPr>
          <p:nvPr>
            <p:ph type="body" sz="quarter" idx="15"/>
          </p:nvPr>
        </p:nvSpPr>
        <p:spPr>
          <a:xfrm>
            <a:off x="545971" y="782152"/>
            <a:ext cx="4949760" cy="920750"/>
          </a:xfrm>
          <a:prstGeom prst="rect">
            <a:avLst/>
          </a:prstGeom>
        </p:spPr>
        <p:txBody>
          <a:bodyPr anchor="ctr"/>
          <a:lstStyle>
            <a:lvl1pPr marL="0" indent="0" algn="ctr">
              <a:buNone/>
              <a:defRPr>
                <a:solidFill>
                  <a:schemeClr val="accent6"/>
                </a:solidFill>
                <a:latin typeface="+mj-lt"/>
              </a:defRPr>
            </a:lvl1pPr>
          </a:lstStyle>
          <a:p>
            <a:pPr lvl="0"/>
            <a:r>
              <a:rPr lang="da-DK"/>
              <a:t>Klik for at redigere teksttypografierne i masteren</a:t>
            </a:r>
          </a:p>
        </p:txBody>
      </p:sp>
      <p:pic>
        <p:nvPicPr>
          <p:cNvPr id="6" name="Billede 10" descr="Et billede, der indeholder sort, mørke&#10;&#10;Automatisk genereret beskrivelse">
            <a:extLst>
              <a:ext uri="{FF2B5EF4-FFF2-40B4-BE49-F238E27FC236}">
                <a16:creationId xmlns:a16="http://schemas.microsoft.com/office/drawing/2014/main" id="{444DACAA-D3A2-06DC-1F35-F2B4216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891617527"/>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boks med farvet bund">
    <p:bg>
      <p:bgPr>
        <a:solidFill>
          <a:schemeClr val="bg1">
            <a:alpha val="77000"/>
          </a:schemeClr>
        </a:solidFill>
        <a:effectLst/>
      </p:bgPr>
    </p:bg>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0B50358C-25AA-1006-A7D7-C0EB1679BC4F}"/>
              </a:ext>
            </a:extLst>
          </p:cNvPr>
          <p:cNvSpPr/>
          <p:nvPr userDrawn="1"/>
        </p:nvSpPr>
        <p:spPr>
          <a:xfrm rot="5400000">
            <a:off x="5050971" y="-283028"/>
            <a:ext cx="2090057" cy="1219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Titel 1">
            <a:extLst>
              <a:ext uri="{FF2B5EF4-FFF2-40B4-BE49-F238E27FC236}">
                <a16:creationId xmlns:a16="http://schemas.microsoft.com/office/drawing/2014/main" id="{5CB5A48A-2E4C-AD56-8DE6-E60836641FA2}"/>
              </a:ext>
            </a:extLst>
          </p:cNvPr>
          <p:cNvSpPr txBox="1">
            <a:spLocks/>
          </p:cNvSpPr>
          <p:nvPr userDrawn="1"/>
        </p:nvSpPr>
        <p:spPr>
          <a:xfrm>
            <a:off x="1500554" y="2166972"/>
            <a:ext cx="9206523" cy="3589674"/>
          </a:xfrm>
          <a:prstGeom prst="rect">
            <a:avLst/>
          </a:prstGeom>
          <a:solidFill>
            <a:schemeClr val="bg1"/>
          </a:solidFill>
          <a:ln>
            <a:solidFill>
              <a:schemeClr val="accent3"/>
            </a:solidFill>
          </a:ln>
        </p:spPr>
        <p:txBody>
          <a:bodyPr anchor="t"/>
          <a:lstStyle>
            <a:lvl1pPr algn="ctr" defTabSz="914400" rtl="0" eaLnBrk="1" latinLnBrk="0" hangingPunct="1">
              <a:lnSpc>
                <a:spcPct val="90000"/>
              </a:lnSpc>
              <a:spcBef>
                <a:spcPct val="0"/>
              </a:spcBef>
              <a:buNone/>
              <a:defRPr sz="2800" kern="1200">
                <a:solidFill>
                  <a:schemeClr val="accent4"/>
                </a:solidFill>
                <a:latin typeface="+mj-lt"/>
                <a:ea typeface="+mj-ea"/>
                <a:cs typeface="+mj-cs"/>
              </a:defRPr>
            </a:lvl1pPr>
          </a:lstStyle>
          <a:p>
            <a:pPr algn="l"/>
            <a:endParaRPr lang="da-DK" sz="1800" dirty="0">
              <a:ln w="76200">
                <a:solidFill>
                  <a:schemeClr val="tx1"/>
                </a:solidFill>
              </a:ln>
              <a:solidFill>
                <a:schemeClr val="tx1"/>
              </a:solidFill>
              <a:latin typeface="+mn-lt"/>
            </a:endParaRPr>
          </a:p>
        </p:txBody>
      </p:sp>
      <p:sp>
        <p:nvSpPr>
          <p:cNvPr id="5" name="Pladsholder til tekst 3">
            <a:extLst>
              <a:ext uri="{FF2B5EF4-FFF2-40B4-BE49-F238E27FC236}">
                <a16:creationId xmlns:a16="http://schemas.microsoft.com/office/drawing/2014/main" id="{E788242D-E2F8-8F7B-3491-A61E1FA5EC2B}"/>
              </a:ext>
            </a:extLst>
          </p:cNvPr>
          <p:cNvSpPr>
            <a:spLocks noGrp="1"/>
          </p:cNvSpPr>
          <p:nvPr>
            <p:ph type="body" sz="quarter" idx="15"/>
          </p:nvPr>
        </p:nvSpPr>
        <p:spPr>
          <a:xfrm>
            <a:off x="1500553" y="1057680"/>
            <a:ext cx="9206523" cy="920750"/>
          </a:xfrm>
          <a:prstGeom prst="rect">
            <a:avLst/>
          </a:prstGeom>
        </p:spPr>
        <p:txBody>
          <a:bodyPr anchor="ctr"/>
          <a:lstStyle>
            <a:lvl1pPr marL="0" indent="0" algn="ctr">
              <a:buNone/>
              <a:defRPr sz="3200">
                <a:solidFill>
                  <a:schemeClr val="accent6"/>
                </a:solidFill>
                <a:latin typeface="+mj-lt"/>
              </a:defRPr>
            </a:lvl1pPr>
          </a:lstStyle>
          <a:p>
            <a:pPr lvl="0"/>
            <a:r>
              <a:rPr lang="da-DK"/>
              <a:t>Klik for at redigere teksttypografierne i masteren</a:t>
            </a:r>
          </a:p>
        </p:txBody>
      </p:sp>
      <p:sp>
        <p:nvSpPr>
          <p:cNvPr id="10" name="Pladsholder til tekst 8">
            <a:extLst>
              <a:ext uri="{FF2B5EF4-FFF2-40B4-BE49-F238E27FC236}">
                <a16:creationId xmlns:a16="http://schemas.microsoft.com/office/drawing/2014/main" id="{851A094B-990F-8F94-975B-7B7DD748BDC2}"/>
              </a:ext>
            </a:extLst>
          </p:cNvPr>
          <p:cNvSpPr>
            <a:spLocks noGrp="1"/>
          </p:cNvSpPr>
          <p:nvPr>
            <p:ph type="body" sz="quarter" idx="17"/>
          </p:nvPr>
        </p:nvSpPr>
        <p:spPr>
          <a:xfrm>
            <a:off x="1510090" y="2176510"/>
            <a:ext cx="9206523" cy="3589338"/>
          </a:xfrm>
          <a:prstGeom prst="rect">
            <a:avLst/>
          </a:prstGeom>
        </p:spPr>
        <p:txBody>
          <a:bodyPr/>
          <a:lstStyle>
            <a:lvl1pPr marL="0" indent="0">
              <a:buNone/>
              <a:defRPr sz="1800">
                <a:solidFill>
                  <a:schemeClr val="accent6"/>
                </a:solidFill>
              </a:defRPr>
            </a:lvl1pPr>
          </a:lstStyle>
          <a:p>
            <a:pPr lvl="0"/>
            <a:r>
              <a:rPr lang="da-DK"/>
              <a:t>Klik for at redigere teksttypografierne i masteren</a:t>
            </a:r>
          </a:p>
        </p:txBody>
      </p:sp>
      <p:pic>
        <p:nvPicPr>
          <p:cNvPr id="2" name="Billede 10" descr="Et billede, der indeholder sort, mørke&#10;&#10;Automatisk genereret beskrivelse">
            <a:extLst>
              <a:ext uri="{FF2B5EF4-FFF2-40B4-BE49-F238E27FC236}">
                <a16:creationId xmlns:a16="http://schemas.microsoft.com/office/drawing/2014/main" id="{8BA79972-1283-3664-EEBF-DEE63E4043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34341311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re tekstbokse">
    <p:spTree>
      <p:nvGrpSpPr>
        <p:cNvPr id="1" name=""/>
        <p:cNvGrpSpPr/>
        <p:nvPr/>
      </p:nvGrpSpPr>
      <p:grpSpPr>
        <a:xfrm>
          <a:off x="0" y="0"/>
          <a:ext cx="0" cy="0"/>
          <a:chOff x="0" y="0"/>
          <a:chExt cx="0" cy="0"/>
        </a:xfrm>
      </p:grpSpPr>
      <p:sp>
        <p:nvSpPr>
          <p:cNvPr id="29" name="Rektangel 28">
            <a:extLst>
              <a:ext uri="{FF2B5EF4-FFF2-40B4-BE49-F238E27FC236}">
                <a16:creationId xmlns:a16="http://schemas.microsoft.com/office/drawing/2014/main" id="{472C92E0-91EE-E45C-70DA-61B42DD33B61}"/>
              </a:ext>
            </a:extLst>
          </p:cNvPr>
          <p:cNvSpPr/>
          <p:nvPr/>
        </p:nvSpPr>
        <p:spPr>
          <a:xfrm>
            <a:off x="0" y="0"/>
            <a:ext cx="47301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0" name="Pladsholder til tekst 21">
            <a:extLst>
              <a:ext uri="{FF2B5EF4-FFF2-40B4-BE49-F238E27FC236}">
                <a16:creationId xmlns:a16="http://schemas.microsoft.com/office/drawing/2014/main" id="{F897E297-5976-19F9-D84E-BB274E6A374E}"/>
              </a:ext>
            </a:extLst>
          </p:cNvPr>
          <p:cNvSpPr>
            <a:spLocks noGrp="1"/>
          </p:cNvSpPr>
          <p:nvPr>
            <p:ph type="body" sz="quarter" idx="12" hasCustomPrompt="1"/>
          </p:nvPr>
        </p:nvSpPr>
        <p:spPr>
          <a:xfrm>
            <a:off x="545971" y="522515"/>
            <a:ext cx="3801742" cy="1007234"/>
          </a:xfrm>
          <a:prstGeom prst="rect">
            <a:avLst/>
          </a:prstGeom>
        </p:spPr>
        <p:txBody>
          <a:bodyPr/>
          <a:lstStyle>
            <a:lvl1pPr marL="0" indent="0">
              <a:buFontTx/>
              <a:buNone/>
              <a:defRPr sz="2800">
                <a:solidFill>
                  <a:schemeClr val="bg1"/>
                </a:solidFill>
                <a:latin typeface="+mj-lt"/>
              </a:defRPr>
            </a:lvl1pPr>
          </a:lstStyle>
          <a:p>
            <a:pPr lvl="0"/>
            <a:r>
              <a:rPr lang="da-DK" dirty="0"/>
              <a:t>Klik for at tilføje en titel</a:t>
            </a:r>
          </a:p>
        </p:txBody>
      </p:sp>
      <p:sp>
        <p:nvSpPr>
          <p:cNvPr id="11" name="Pladsholder til tekst 21">
            <a:extLst>
              <a:ext uri="{FF2B5EF4-FFF2-40B4-BE49-F238E27FC236}">
                <a16:creationId xmlns:a16="http://schemas.microsoft.com/office/drawing/2014/main" id="{DCEF3242-672B-6631-1926-D8C0FD3B3A41}"/>
              </a:ext>
            </a:extLst>
          </p:cNvPr>
          <p:cNvSpPr>
            <a:spLocks noGrp="1"/>
          </p:cNvSpPr>
          <p:nvPr>
            <p:ph type="body" sz="quarter" idx="13"/>
          </p:nvPr>
        </p:nvSpPr>
        <p:spPr>
          <a:xfrm>
            <a:off x="545971" y="1687314"/>
            <a:ext cx="3801742" cy="4648172"/>
          </a:xfrm>
          <a:prstGeom prst="rect">
            <a:avLst/>
          </a:prstGeom>
        </p:spPr>
        <p:txBody>
          <a:bodyPr/>
          <a:lstStyle>
            <a:lvl1pPr marL="0" indent="0">
              <a:spcBef>
                <a:spcPts val="1200"/>
              </a:spcBef>
              <a:buFontTx/>
              <a:buNone/>
              <a:defRPr sz="1800" b="0">
                <a:solidFill>
                  <a:schemeClr val="bg1"/>
                </a:solidFill>
                <a:latin typeface="Lucida Sans" panose="020B0602030504020204" pitchFamily="34" charset="0"/>
              </a:defRPr>
            </a:lvl1pPr>
          </a:lstStyle>
          <a:p>
            <a:pPr lvl="0"/>
            <a:r>
              <a:rPr lang="da-DK"/>
              <a:t>Klik for at redigere teksttypografierne i masteren</a:t>
            </a:r>
          </a:p>
        </p:txBody>
      </p:sp>
      <p:sp>
        <p:nvSpPr>
          <p:cNvPr id="12" name="Rektangel 11">
            <a:extLst>
              <a:ext uri="{FF2B5EF4-FFF2-40B4-BE49-F238E27FC236}">
                <a16:creationId xmlns:a16="http://schemas.microsoft.com/office/drawing/2014/main" id="{A6945550-0D7D-5522-9B2D-2D5A0193F894}"/>
              </a:ext>
            </a:extLst>
          </p:cNvPr>
          <p:cNvSpPr/>
          <p:nvPr/>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9" name="Pladsholder til tekst 18">
            <a:extLst>
              <a:ext uri="{FF2B5EF4-FFF2-40B4-BE49-F238E27FC236}">
                <a16:creationId xmlns:a16="http://schemas.microsoft.com/office/drawing/2014/main" id="{D99D8A3C-5CA7-A723-C3E7-A5307D49B4D1}"/>
              </a:ext>
            </a:extLst>
          </p:cNvPr>
          <p:cNvSpPr>
            <a:spLocks noGrp="1"/>
          </p:cNvSpPr>
          <p:nvPr>
            <p:ph type="body" sz="quarter" idx="14"/>
          </p:nvPr>
        </p:nvSpPr>
        <p:spPr>
          <a:xfrm>
            <a:off x="5469253"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0" name="Pladsholder til tekst 18">
            <a:extLst>
              <a:ext uri="{FF2B5EF4-FFF2-40B4-BE49-F238E27FC236}">
                <a16:creationId xmlns:a16="http://schemas.microsoft.com/office/drawing/2014/main" id="{5729EC31-1F8B-12C8-FE4F-0673D0B2FC08}"/>
              </a:ext>
            </a:extLst>
          </p:cNvPr>
          <p:cNvSpPr>
            <a:spLocks noGrp="1"/>
          </p:cNvSpPr>
          <p:nvPr>
            <p:ph type="body" sz="quarter" idx="15"/>
          </p:nvPr>
        </p:nvSpPr>
        <p:spPr>
          <a:xfrm>
            <a:off x="5479371" y="1703691"/>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22" name="Grafik 21" descr="Badge 1 med massiv udfyldning">
            <a:extLst>
              <a:ext uri="{FF2B5EF4-FFF2-40B4-BE49-F238E27FC236}">
                <a16:creationId xmlns:a16="http://schemas.microsoft.com/office/drawing/2014/main" id="{067809C9-7D6D-59FB-4EA7-7DF783D263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6075" y="1101136"/>
            <a:ext cx="552091" cy="552091"/>
          </a:xfrm>
          <a:prstGeom prst="rect">
            <a:avLst/>
          </a:prstGeom>
        </p:spPr>
      </p:pic>
      <p:pic>
        <p:nvPicPr>
          <p:cNvPr id="24" name="Grafik 23" descr="Badge med massiv udfyldning">
            <a:extLst>
              <a:ext uri="{FF2B5EF4-FFF2-40B4-BE49-F238E27FC236}">
                <a16:creationId xmlns:a16="http://schemas.microsoft.com/office/drawing/2014/main" id="{7950BEEE-DC43-48EE-1F84-DF17B5CA308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25590" y="1104833"/>
            <a:ext cx="552091" cy="552091"/>
          </a:xfrm>
          <a:prstGeom prst="rect">
            <a:avLst/>
          </a:prstGeom>
        </p:spPr>
      </p:pic>
      <p:pic>
        <p:nvPicPr>
          <p:cNvPr id="26" name="Grafik 25" descr="Badge 3 med massiv udfyldning">
            <a:extLst>
              <a:ext uri="{FF2B5EF4-FFF2-40B4-BE49-F238E27FC236}">
                <a16:creationId xmlns:a16="http://schemas.microsoft.com/office/drawing/2014/main" id="{15E142B3-F1CC-B292-5B23-E7DCC6A7366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6074" y="3805721"/>
            <a:ext cx="552091" cy="552091"/>
          </a:xfrm>
          <a:prstGeom prst="rect">
            <a:avLst/>
          </a:prstGeom>
        </p:spPr>
      </p:pic>
      <p:pic>
        <p:nvPicPr>
          <p:cNvPr id="28" name="Grafik 27" descr="Badge 4 med massiv udfyldning">
            <a:extLst>
              <a:ext uri="{FF2B5EF4-FFF2-40B4-BE49-F238E27FC236}">
                <a16:creationId xmlns:a16="http://schemas.microsoft.com/office/drawing/2014/main" id="{958C1D6D-1D06-04B1-BC27-64577E70963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25590" y="3805721"/>
            <a:ext cx="552091" cy="552091"/>
          </a:xfrm>
          <a:prstGeom prst="rect">
            <a:avLst/>
          </a:prstGeom>
        </p:spPr>
      </p:pic>
      <p:sp>
        <p:nvSpPr>
          <p:cNvPr id="30" name="Rektangel 29">
            <a:extLst>
              <a:ext uri="{FF2B5EF4-FFF2-40B4-BE49-F238E27FC236}">
                <a16:creationId xmlns:a16="http://schemas.microsoft.com/office/drawing/2014/main" id="{8415F059-5524-D9B4-D9CE-F5C98ACE4440}"/>
              </a:ext>
            </a:extLst>
          </p:cNvPr>
          <p:cNvSpPr/>
          <p:nvPr/>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1" name="Pladsholder til tekst 18">
            <a:extLst>
              <a:ext uri="{FF2B5EF4-FFF2-40B4-BE49-F238E27FC236}">
                <a16:creationId xmlns:a16="http://schemas.microsoft.com/office/drawing/2014/main" id="{72CBC415-531C-287A-06ED-478D6D3D7287}"/>
              </a:ext>
            </a:extLst>
          </p:cNvPr>
          <p:cNvSpPr>
            <a:spLocks noGrp="1"/>
          </p:cNvSpPr>
          <p:nvPr>
            <p:ph type="body" sz="quarter" idx="16"/>
          </p:nvPr>
        </p:nvSpPr>
        <p:spPr>
          <a:xfrm>
            <a:off x="8738768" y="2201001"/>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4" name="Rektangel 33">
            <a:extLst>
              <a:ext uri="{FF2B5EF4-FFF2-40B4-BE49-F238E27FC236}">
                <a16:creationId xmlns:a16="http://schemas.microsoft.com/office/drawing/2014/main" id="{1D637F53-0961-D753-9CCA-826C05F25348}"/>
              </a:ext>
            </a:extLst>
          </p:cNvPr>
          <p:cNvSpPr/>
          <p:nvPr/>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5" name="Pladsholder til tekst 18">
            <a:extLst>
              <a:ext uri="{FF2B5EF4-FFF2-40B4-BE49-F238E27FC236}">
                <a16:creationId xmlns:a16="http://schemas.microsoft.com/office/drawing/2014/main" id="{38A62022-F2CA-406B-233C-54B43978AE19}"/>
              </a:ext>
            </a:extLst>
          </p:cNvPr>
          <p:cNvSpPr>
            <a:spLocks noGrp="1"/>
          </p:cNvSpPr>
          <p:nvPr>
            <p:ph type="body" sz="quarter" idx="18"/>
          </p:nvPr>
        </p:nvSpPr>
        <p:spPr>
          <a:xfrm>
            <a:off x="5479371"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38" name="Rektangel 37">
            <a:extLst>
              <a:ext uri="{FF2B5EF4-FFF2-40B4-BE49-F238E27FC236}">
                <a16:creationId xmlns:a16="http://schemas.microsoft.com/office/drawing/2014/main" id="{A04C7AC0-B565-151A-9F3A-FF359335AF24}"/>
              </a:ext>
            </a:extLst>
          </p:cNvPr>
          <p:cNvSpPr/>
          <p:nvPr/>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9" name="Pladsholder til tekst 18">
            <a:extLst>
              <a:ext uri="{FF2B5EF4-FFF2-40B4-BE49-F238E27FC236}">
                <a16:creationId xmlns:a16="http://schemas.microsoft.com/office/drawing/2014/main" id="{987A51DE-FE2B-C476-509E-7E9DBBAE71F5}"/>
              </a:ext>
            </a:extLst>
          </p:cNvPr>
          <p:cNvSpPr>
            <a:spLocks noGrp="1"/>
          </p:cNvSpPr>
          <p:nvPr>
            <p:ph type="body" sz="quarter" idx="20"/>
          </p:nvPr>
        </p:nvSpPr>
        <p:spPr>
          <a:xfrm>
            <a:off x="8738768" y="4905586"/>
            <a:ext cx="2725738" cy="1225221"/>
          </a:xfrm>
          <a:prstGeom prst="rect">
            <a:avLst/>
          </a:prstGeom>
        </p:spPr>
        <p:txBody>
          <a:bodyPr/>
          <a:lstStyle>
            <a:lvl1pPr marL="0" indent="0">
              <a:buNone/>
              <a:defRPr sz="1200"/>
            </a:lvl1pPr>
          </a:lstStyle>
          <a:p>
            <a:pPr lvl="0"/>
            <a:r>
              <a:rPr lang="da-DK"/>
              <a:t>Klik for at redigere teksttypografierne i masteren</a:t>
            </a:r>
          </a:p>
        </p:txBody>
      </p:sp>
      <p:sp>
        <p:nvSpPr>
          <p:cNvPr id="2" name="Rektangel 1">
            <a:extLst>
              <a:ext uri="{FF2B5EF4-FFF2-40B4-BE49-F238E27FC236}">
                <a16:creationId xmlns:a16="http://schemas.microsoft.com/office/drawing/2014/main" id="{8CB54D9B-DC92-DA1A-226B-CD2C8BA86DA7}"/>
              </a:ext>
            </a:extLst>
          </p:cNvPr>
          <p:cNvSpPr/>
          <p:nvPr userDrawn="1"/>
        </p:nvSpPr>
        <p:spPr>
          <a:xfrm>
            <a:off x="0" y="0"/>
            <a:ext cx="473015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3" name="Rektangel 2">
            <a:extLst>
              <a:ext uri="{FF2B5EF4-FFF2-40B4-BE49-F238E27FC236}">
                <a16:creationId xmlns:a16="http://schemas.microsoft.com/office/drawing/2014/main" id="{9B506AB1-D825-4EB6-CF40-C3480ED520B7}"/>
              </a:ext>
            </a:extLst>
          </p:cNvPr>
          <p:cNvSpPr/>
          <p:nvPr userDrawn="1"/>
        </p:nvSpPr>
        <p:spPr>
          <a:xfrm>
            <a:off x="5287994"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 name="Grafik 3" descr="Badge 1 med massiv udfyldning">
            <a:extLst>
              <a:ext uri="{FF2B5EF4-FFF2-40B4-BE49-F238E27FC236}">
                <a16:creationId xmlns:a16="http://schemas.microsoft.com/office/drawing/2014/main" id="{4ED77CCF-5526-0410-E4FD-E7E859138F2A}"/>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56075" y="1101136"/>
            <a:ext cx="552091" cy="552091"/>
          </a:xfrm>
          <a:prstGeom prst="rect">
            <a:avLst/>
          </a:prstGeom>
        </p:spPr>
      </p:pic>
      <p:pic>
        <p:nvPicPr>
          <p:cNvPr id="5" name="Grafik 4" descr="Badge med massiv udfyldning">
            <a:extLst>
              <a:ext uri="{FF2B5EF4-FFF2-40B4-BE49-F238E27FC236}">
                <a16:creationId xmlns:a16="http://schemas.microsoft.com/office/drawing/2014/main" id="{FFACF88F-F1AB-4C4D-2E13-D9B9F1A38458}"/>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25590" y="1104833"/>
            <a:ext cx="552091" cy="552091"/>
          </a:xfrm>
          <a:prstGeom prst="rect">
            <a:avLst/>
          </a:prstGeom>
        </p:spPr>
      </p:pic>
      <p:pic>
        <p:nvPicPr>
          <p:cNvPr id="6" name="Grafik 5" descr="Badge 3 med massiv udfyldning">
            <a:extLst>
              <a:ext uri="{FF2B5EF4-FFF2-40B4-BE49-F238E27FC236}">
                <a16:creationId xmlns:a16="http://schemas.microsoft.com/office/drawing/2014/main" id="{8B358B7B-5E14-AE3F-D8AA-B729C070C4F1}"/>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56074" y="3805721"/>
            <a:ext cx="552091" cy="552091"/>
          </a:xfrm>
          <a:prstGeom prst="rect">
            <a:avLst/>
          </a:prstGeom>
        </p:spPr>
      </p:pic>
      <p:pic>
        <p:nvPicPr>
          <p:cNvPr id="7" name="Grafik 6" descr="Badge 4 med massiv udfyldning">
            <a:extLst>
              <a:ext uri="{FF2B5EF4-FFF2-40B4-BE49-F238E27FC236}">
                <a16:creationId xmlns:a16="http://schemas.microsoft.com/office/drawing/2014/main" id="{5D24D015-CF3E-99BD-A501-5E223E43BDAC}"/>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25590" y="3805721"/>
            <a:ext cx="552091" cy="552091"/>
          </a:xfrm>
          <a:prstGeom prst="rect">
            <a:avLst/>
          </a:prstGeom>
        </p:spPr>
      </p:pic>
      <p:sp>
        <p:nvSpPr>
          <p:cNvPr id="8" name="Rektangel 7">
            <a:extLst>
              <a:ext uri="{FF2B5EF4-FFF2-40B4-BE49-F238E27FC236}">
                <a16:creationId xmlns:a16="http://schemas.microsoft.com/office/drawing/2014/main" id="{89DB1CD2-83C8-EE75-BD73-D47E423A7480}"/>
              </a:ext>
            </a:extLst>
          </p:cNvPr>
          <p:cNvSpPr/>
          <p:nvPr userDrawn="1"/>
        </p:nvSpPr>
        <p:spPr>
          <a:xfrm>
            <a:off x="8557509" y="1062317"/>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233ED9F8-307B-A01C-39DB-A29F79F7C8DD}"/>
              </a:ext>
            </a:extLst>
          </p:cNvPr>
          <p:cNvSpPr/>
          <p:nvPr userDrawn="1"/>
        </p:nvSpPr>
        <p:spPr>
          <a:xfrm>
            <a:off x="5298112"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3" name="Rektangel 12">
            <a:extLst>
              <a:ext uri="{FF2B5EF4-FFF2-40B4-BE49-F238E27FC236}">
                <a16:creationId xmlns:a16="http://schemas.microsoft.com/office/drawing/2014/main" id="{618AACC1-26AA-FDA8-973D-5F3AAB621549}"/>
              </a:ext>
            </a:extLst>
          </p:cNvPr>
          <p:cNvSpPr/>
          <p:nvPr userDrawn="1"/>
        </p:nvSpPr>
        <p:spPr>
          <a:xfrm>
            <a:off x="8557509" y="3766902"/>
            <a:ext cx="3088256" cy="25100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Pladsholder til tekst 18">
            <a:extLst>
              <a:ext uri="{FF2B5EF4-FFF2-40B4-BE49-F238E27FC236}">
                <a16:creationId xmlns:a16="http://schemas.microsoft.com/office/drawing/2014/main" id="{A2387C31-BB0B-7872-3143-59931D057151}"/>
              </a:ext>
            </a:extLst>
          </p:cNvPr>
          <p:cNvSpPr>
            <a:spLocks noGrp="1"/>
          </p:cNvSpPr>
          <p:nvPr>
            <p:ph type="body" sz="quarter" idx="22"/>
          </p:nvPr>
        </p:nvSpPr>
        <p:spPr>
          <a:xfrm>
            <a:off x="8738768" y="1703690"/>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5" name="Pladsholder til tekst 18">
            <a:extLst>
              <a:ext uri="{FF2B5EF4-FFF2-40B4-BE49-F238E27FC236}">
                <a16:creationId xmlns:a16="http://schemas.microsoft.com/office/drawing/2014/main" id="{B5B4272F-2918-6F2A-E7A6-8F2B35213F52}"/>
              </a:ext>
            </a:extLst>
          </p:cNvPr>
          <p:cNvSpPr>
            <a:spLocks noGrp="1"/>
          </p:cNvSpPr>
          <p:nvPr>
            <p:ph type="body" sz="quarter" idx="23"/>
          </p:nvPr>
        </p:nvSpPr>
        <p:spPr>
          <a:xfrm>
            <a:off x="5467064"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sp>
        <p:nvSpPr>
          <p:cNvPr id="16" name="Pladsholder til tekst 18">
            <a:extLst>
              <a:ext uri="{FF2B5EF4-FFF2-40B4-BE49-F238E27FC236}">
                <a16:creationId xmlns:a16="http://schemas.microsoft.com/office/drawing/2014/main" id="{68813193-889D-153B-1F8B-F898A14E6A87}"/>
              </a:ext>
            </a:extLst>
          </p:cNvPr>
          <p:cNvSpPr>
            <a:spLocks noGrp="1"/>
          </p:cNvSpPr>
          <p:nvPr>
            <p:ph type="body" sz="quarter" idx="24"/>
          </p:nvPr>
        </p:nvSpPr>
        <p:spPr>
          <a:xfrm>
            <a:off x="8738768" y="4408275"/>
            <a:ext cx="2715620" cy="351136"/>
          </a:xfrm>
          <a:prstGeom prst="rect">
            <a:avLst/>
          </a:prstGeom>
        </p:spPr>
        <p:txBody>
          <a:bodyPr/>
          <a:lstStyle>
            <a:lvl1pPr marL="0" indent="0" algn="ctr">
              <a:buNone/>
              <a:defRPr sz="1800"/>
            </a:lvl1pPr>
          </a:lstStyle>
          <a:p>
            <a:pPr lvl="0"/>
            <a:r>
              <a:rPr lang="da-DK"/>
              <a:t>Klik for at redigere teksttypografierne i masteren</a:t>
            </a:r>
          </a:p>
        </p:txBody>
      </p:sp>
      <p:pic>
        <p:nvPicPr>
          <p:cNvPr id="17" name="Billede 10" descr="Et billede, der indeholder sort, mørke&#10;&#10;Automatisk genereret beskrivelse">
            <a:extLst>
              <a:ext uri="{FF2B5EF4-FFF2-40B4-BE49-F238E27FC236}">
                <a16:creationId xmlns:a16="http://schemas.microsoft.com/office/drawing/2014/main" id="{4994E521-DAAE-1BD3-9CA1-C6634778FE5F}"/>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156372" y="233037"/>
            <a:ext cx="1818896" cy="686752"/>
          </a:xfrm>
          <a:prstGeom prst="rect">
            <a:avLst/>
          </a:prstGeom>
        </p:spPr>
      </p:pic>
    </p:spTree>
    <p:extLst>
      <p:ext uri="{BB962C8B-B14F-4D97-AF65-F5344CB8AC3E}">
        <p14:creationId xmlns:p14="http://schemas.microsoft.com/office/powerpoint/2010/main" val="181501657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e bobler med tekst blå">
    <p:bg>
      <p:bgPr>
        <a:solidFill>
          <a:schemeClr val="accent6"/>
        </a:solidFill>
        <a:effectLst/>
      </p:bgPr>
    </p:bg>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636" y="525544"/>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5" name="Ellipse 4">
            <a:extLst>
              <a:ext uri="{FF2B5EF4-FFF2-40B4-BE49-F238E27FC236}">
                <a16:creationId xmlns:a16="http://schemas.microsoft.com/office/drawing/2014/main" id="{D3A1C5A1-CBFF-C01B-25C4-671C8913BC15}"/>
              </a:ext>
            </a:extLst>
          </p:cNvPr>
          <p:cNvSpPr/>
          <p:nvPr userDrawn="1"/>
        </p:nvSpPr>
        <p:spPr>
          <a:xfrm>
            <a:off x="7323317" y="1625499"/>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194319" y="3354628"/>
            <a:ext cx="2508405" cy="2203884"/>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3" name="Pladsholder til tekst 6">
            <a:extLst>
              <a:ext uri="{FF2B5EF4-FFF2-40B4-BE49-F238E27FC236}">
                <a16:creationId xmlns:a16="http://schemas.microsoft.com/office/drawing/2014/main" id="{2882F17C-00F2-A813-2186-4FE5B2FBF792}"/>
              </a:ext>
            </a:extLst>
          </p:cNvPr>
          <p:cNvSpPr>
            <a:spLocks noGrp="1"/>
          </p:cNvSpPr>
          <p:nvPr>
            <p:ph type="body" sz="quarter" idx="12"/>
          </p:nvPr>
        </p:nvSpPr>
        <p:spPr>
          <a:xfrm>
            <a:off x="8056787" y="2267340"/>
            <a:ext cx="2813375" cy="2898586"/>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
        <p:nvSpPr>
          <p:cNvPr id="24" name="Pladsholder til tekst 6">
            <a:extLst>
              <a:ext uri="{FF2B5EF4-FFF2-40B4-BE49-F238E27FC236}">
                <a16:creationId xmlns:a16="http://schemas.microsoft.com/office/drawing/2014/main" id="{0EA4F555-26FA-340F-7755-423F83BD09FE}"/>
              </a:ext>
            </a:extLst>
          </p:cNvPr>
          <p:cNvSpPr>
            <a:spLocks noGrp="1"/>
          </p:cNvSpPr>
          <p:nvPr>
            <p:ph type="body" sz="quarter" idx="13"/>
          </p:nvPr>
        </p:nvSpPr>
        <p:spPr>
          <a:xfrm>
            <a:off x="4567240" y="1063426"/>
            <a:ext cx="1948713" cy="1821338"/>
          </a:xfrm>
          <a:prstGeom prst="rect">
            <a:avLst/>
          </a:prstGeom>
        </p:spPr>
        <p:txBody>
          <a:bodyPr anchor="ctr"/>
          <a:lstStyle>
            <a:lvl1pPr marL="0" indent="0" algn="ctr">
              <a:buNone/>
              <a:defRPr sz="1800">
                <a:solidFill>
                  <a:schemeClr val="bg1"/>
                </a:solidFill>
              </a:defRPr>
            </a:lvl1pPr>
          </a:lstStyle>
          <a:p>
            <a:pPr lvl="0"/>
            <a:r>
              <a:rPr lang="da-DK"/>
              <a:t>Klik for at redigere teksttypografierne i masteren</a:t>
            </a:r>
          </a:p>
        </p:txBody>
      </p:sp>
    </p:spTree>
    <p:extLst>
      <p:ext uri="{BB962C8B-B14F-4D97-AF65-F5344CB8AC3E}">
        <p14:creationId xmlns:p14="http://schemas.microsoft.com/office/powerpoint/2010/main" val="20078765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re bokse med tekst gul">
    <p:bg>
      <p:bgPr>
        <a:solidFill>
          <a:schemeClr val="accent3"/>
        </a:solidFill>
        <a:effectLst/>
      </p:bgPr>
    </p:bg>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D3A1C5A1-CBFF-C01B-25C4-671C8913BC15}"/>
              </a:ext>
            </a:extLst>
          </p:cNvPr>
          <p:cNvSpPr/>
          <p:nvPr userDrawn="1"/>
        </p:nvSpPr>
        <p:spPr>
          <a:xfrm>
            <a:off x="7330684" y="1620328"/>
            <a:ext cx="4251978" cy="4251978"/>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1" name="Ellipse 10">
            <a:extLst>
              <a:ext uri="{FF2B5EF4-FFF2-40B4-BE49-F238E27FC236}">
                <a16:creationId xmlns:a16="http://schemas.microsoft.com/office/drawing/2014/main" id="{A2A7E27C-915E-59A0-86E3-1A9945540C1B}"/>
              </a:ext>
            </a:extLst>
          </p:cNvPr>
          <p:cNvSpPr/>
          <p:nvPr/>
        </p:nvSpPr>
        <p:spPr>
          <a:xfrm>
            <a:off x="7330684" y="1620328"/>
            <a:ext cx="4251978" cy="4251978"/>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9" name="Ellipse 8">
            <a:extLst>
              <a:ext uri="{FF2B5EF4-FFF2-40B4-BE49-F238E27FC236}">
                <a16:creationId xmlns:a16="http://schemas.microsoft.com/office/drawing/2014/main" id="{93141B8E-46A2-CB74-8EA1-5BE2A7F15701}"/>
              </a:ext>
            </a:extLst>
          </p:cNvPr>
          <p:cNvSpPr/>
          <p:nvPr/>
        </p:nvSpPr>
        <p:spPr>
          <a:xfrm>
            <a:off x="609338" y="2631057"/>
            <a:ext cx="3707920" cy="370792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 name="Ellipse 1">
            <a:extLst>
              <a:ext uri="{FF2B5EF4-FFF2-40B4-BE49-F238E27FC236}">
                <a16:creationId xmlns:a16="http://schemas.microsoft.com/office/drawing/2014/main" id="{A117ABEB-F554-90F4-14E7-F55EE5C5F93E}"/>
              </a:ext>
            </a:extLst>
          </p:cNvPr>
          <p:cNvSpPr/>
          <p:nvPr userDrawn="1"/>
        </p:nvSpPr>
        <p:spPr>
          <a:xfrm>
            <a:off x="4068792" y="519023"/>
            <a:ext cx="2909977" cy="2909977"/>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3" name="Ellipse 2">
            <a:extLst>
              <a:ext uri="{FF2B5EF4-FFF2-40B4-BE49-F238E27FC236}">
                <a16:creationId xmlns:a16="http://schemas.microsoft.com/office/drawing/2014/main" id="{7F3AA8B3-2C05-C4B0-4E6D-48FBCE56521B}"/>
              </a:ext>
            </a:extLst>
          </p:cNvPr>
          <p:cNvSpPr/>
          <p:nvPr userDrawn="1"/>
        </p:nvSpPr>
        <p:spPr>
          <a:xfrm>
            <a:off x="624644" y="2631672"/>
            <a:ext cx="3707920" cy="370792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4" name="Ellipse 3">
            <a:extLst>
              <a:ext uri="{FF2B5EF4-FFF2-40B4-BE49-F238E27FC236}">
                <a16:creationId xmlns:a16="http://schemas.microsoft.com/office/drawing/2014/main" id="{83CE87A5-ECA9-CD2B-A171-836580D096BB}"/>
              </a:ext>
            </a:extLst>
          </p:cNvPr>
          <p:cNvSpPr/>
          <p:nvPr/>
        </p:nvSpPr>
        <p:spPr>
          <a:xfrm>
            <a:off x="4068792" y="519023"/>
            <a:ext cx="2909977" cy="2909977"/>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3" name="Ellipse 12">
            <a:extLst>
              <a:ext uri="{FF2B5EF4-FFF2-40B4-BE49-F238E27FC236}">
                <a16:creationId xmlns:a16="http://schemas.microsoft.com/office/drawing/2014/main" id="{53C725DE-84C6-C88B-AFFF-A919380FF621}"/>
              </a:ext>
            </a:extLst>
          </p:cNvPr>
          <p:cNvSpPr/>
          <p:nvPr/>
        </p:nvSpPr>
        <p:spPr>
          <a:xfrm>
            <a:off x="6827187" y="408346"/>
            <a:ext cx="655079" cy="65507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4" name="Ellipse 13">
            <a:extLst>
              <a:ext uri="{FF2B5EF4-FFF2-40B4-BE49-F238E27FC236}">
                <a16:creationId xmlns:a16="http://schemas.microsoft.com/office/drawing/2014/main" id="{758B31E1-3328-84E4-8987-5C462AC11539}"/>
              </a:ext>
            </a:extLst>
          </p:cNvPr>
          <p:cNvSpPr/>
          <p:nvPr/>
        </p:nvSpPr>
        <p:spPr>
          <a:xfrm>
            <a:off x="7644752" y="202328"/>
            <a:ext cx="412036" cy="41203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5" name="Ellipse 14">
            <a:extLst>
              <a:ext uri="{FF2B5EF4-FFF2-40B4-BE49-F238E27FC236}">
                <a16:creationId xmlns:a16="http://schemas.microsoft.com/office/drawing/2014/main" id="{3F6234BE-83D1-240D-4D58-72754CAEE0C1}"/>
              </a:ext>
            </a:extLst>
          </p:cNvPr>
          <p:cNvSpPr/>
          <p:nvPr/>
        </p:nvSpPr>
        <p:spPr>
          <a:xfrm>
            <a:off x="6827187" y="5165925"/>
            <a:ext cx="960956" cy="960956"/>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57FB2691-1176-452F-0A9D-761F697D3882}"/>
              </a:ext>
            </a:extLst>
          </p:cNvPr>
          <p:cNvSpPr/>
          <p:nvPr/>
        </p:nvSpPr>
        <p:spPr>
          <a:xfrm>
            <a:off x="6222758" y="6126881"/>
            <a:ext cx="604429" cy="604429"/>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7" name="Ellipse 16">
            <a:extLst>
              <a:ext uri="{FF2B5EF4-FFF2-40B4-BE49-F238E27FC236}">
                <a16:creationId xmlns:a16="http://schemas.microsoft.com/office/drawing/2014/main" id="{17E970B3-526D-36C0-6FEC-E52D6E47CF5A}"/>
              </a:ext>
            </a:extLst>
          </p:cNvPr>
          <p:cNvSpPr/>
          <p:nvPr/>
        </p:nvSpPr>
        <p:spPr>
          <a:xfrm>
            <a:off x="634025" y="2062593"/>
            <a:ext cx="822170" cy="822170"/>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11BB4071-3150-A599-8E25-7815CF382353}"/>
              </a:ext>
            </a:extLst>
          </p:cNvPr>
          <p:cNvSpPr/>
          <p:nvPr/>
        </p:nvSpPr>
        <p:spPr>
          <a:xfrm>
            <a:off x="166833" y="1592729"/>
            <a:ext cx="517134" cy="517134"/>
          </a:xfrm>
          <a:prstGeom prst="ellipse">
            <a:avLst/>
          </a:prstGeom>
          <a:solidFill>
            <a:schemeClr val="bg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6" name="Ellipse 5">
            <a:extLst>
              <a:ext uri="{FF2B5EF4-FFF2-40B4-BE49-F238E27FC236}">
                <a16:creationId xmlns:a16="http://schemas.microsoft.com/office/drawing/2014/main" id="{AE116660-E934-3A72-FD4F-EA8374349EE7}"/>
              </a:ext>
            </a:extLst>
          </p:cNvPr>
          <p:cNvSpPr/>
          <p:nvPr userDrawn="1"/>
        </p:nvSpPr>
        <p:spPr>
          <a:xfrm>
            <a:off x="6827187" y="408346"/>
            <a:ext cx="655079" cy="65507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8" name="Ellipse 7">
            <a:extLst>
              <a:ext uri="{FF2B5EF4-FFF2-40B4-BE49-F238E27FC236}">
                <a16:creationId xmlns:a16="http://schemas.microsoft.com/office/drawing/2014/main" id="{7C6644AE-291D-EBF5-F944-6B80EF6A6CC8}"/>
              </a:ext>
            </a:extLst>
          </p:cNvPr>
          <p:cNvSpPr/>
          <p:nvPr userDrawn="1"/>
        </p:nvSpPr>
        <p:spPr>
          <a:xfrm>
            <a:off x="7644752" y="202328"/>
            <a:ext cx="412036" cy="41203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9" name="Ellipse 18">
            <a:extLst>
              <a:ext uri="{FF2B5EF4-FFF2-40B4-BE49-F238E27FC236}">
                <a16:creationId xmlns:a16="http://schemas.microsoft.com/office/drawing/2014/main" id="{1B193AD5-977E-33AA-201F-ED30ADA9BE8B}"/>
              </a:ext>
            </a:extLst>
          </p:cNvPr>
          <p:cNvSpPr/>
          <p:nvPr userDrawn="1"/>
        </p:nvSpPr>
        <p:spPr>
          <a:xfrm>
            <a:off x="6827187" y="5165925"/>
            <a:ext cx="960956" cy="960956"/>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0" name="Ellipse 19">
            <a:extLst>
              <a:ext uri="{FF2B5EF4-FFF2-40B4-BE49-F238E27FC236}">
                <a16:creationId xmlns:a16="http://schemas.microsoft.com/office/drawing/2014/main" id="{DB76A853-7D73-F331-0265-375AC6A9CC53}"/>
              </a:ext>
            </a:extLst>
          </p:cNvPr>
          <p:cNvSpPr/>
          <p:nvPr userDrawn="1"/>
        </p:nvSpPr>
        <p:spPr>
          <a:xfrm>
            <a:off x="6222758" y="6126881"/>
            <a:ext cx="604429" cy="604429"/>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1" name="Ellipse 20">
            <a:extLst>
              <a:ext uri="{FF2B5EF4-FFF2-40B4-BE49-F238E27FC236}">
                <a16:creationId xmlns:a16="http://schemas.microsoft.com/office/drawing/2014/main" id="{E2CE9343-857D-98C7-B7AC-38BF08846795}"/>
              </a:ext>
            </a:extLst>
          </p:cNvPr>
          <p:cNvSpPr/>
          <p:nvPr userDrawn="1"/>
        </p:nvSpPr>
        <p:spPr>
          <a:xfrm>
            <a:off x="634025" y="2062593"/>
            <a:ext cx="822170" cy="822170"/>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2" name="Ellipse 21">
            <a:extLst>
              <a:ext uri="{FF2B5EF4-FFF2-40B4-BE49-F238E27FC236}">
                <a16:creationId xmlns:a16="http://schemas.microsoft.com/office/drawing/2014/main" id="{8B451847-A9D2-EB28-EEF7-CE27EF5AF4FA}"/>
              </a:ext>
            </a:extLst>
          </p:cNvPr>
          <p:cNvSpPr/>
          <p:nvPr userDrawn="1"/>
        </p:nvSpPr>
        <p:spPr>
          <a:xfrm>
            <a:off x="166833" y="1592729"/>
            <a:ext cx="517134" cy="517134"/>
          </a:xfrm>
          <a:prstGeom prst="ellipse">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Pladsholder til tekst 6">
            <a:extLst>
              <a:ext uri="{FF2B5EF4-FFF2-40B4-BE49-F238E27FC236}">
                <a16:creationId xmlns:a16="http://schemas.microsoft.com/office/drawing/2014/main" id="{8D3A1E7F-5B84-F8A8-41C7-89307A7B2EDF}"/>
              </a:ext>
            </a:extLst>
          </p:cNvPr>
          <p:cNvSpPr>
            <a:spLocks noGrp="1"/>
          </p:cNvSpPr>
          <p:nvPr>
            <p:ph type="body" sz="quarter" idx="11"/>
          </p:nvPr>
        </p:nvSpPr>
        <p:spPr>
          <a:xfrm>
            <a:off x="1242534" y="3450566"/>
            <a:ext cx="2441528" cy="2107945"/>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7" name="Pladsholder til tekst 6">
            <a:extLst>
              <a:ext uri="{FF2B5EF4-FFF2-40B4-BE49-F238E27FC236}">
                <a16:creationId xmlns:a16="http://schemas.microsoft.com/office/drawing/2014/main" id="{16FD77BF-BF2C-21DC-4882-43FB0B4F4954}"/>
              </a:ext>
            </a:extLst>
          </p:cNvPr>
          <p:cNvSpPr>
            <a:spLocks noGrp="1"/>
          </p:cNvSpPr>
          <p:nvPr>
            <p:ph type="body" sz="quarter" idx="10"/>
          </p:nvPr>
        </p:nvSpPr>
        <p:spPr>
          <a:xfrm>
            <a:off x="4565724" y="1146853"/>
            <a:ext cx="1916112" cy="1654316"/>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
        <p:nvSpPr>
          <p:cNvPr id="12" name="Pladsholder til tekst 6">
            <a:extLst>
              <a:ext uri="{FF2B5EF4-FFF2-40B4-BE49-F238E27FC236}">
                <a16:creationId xmlns:a16="http://schemas.microsoft.com/office/drawing/2014/main" id="{963992AD-36AD-AA14-246B-14784DE66386}"/>
              </a:ext>
            </a:extLst>
          </p:cNvPr>
          <p:cNvSpPr>
            <a:spLocks noGrp="1"/>
          </p:cNvSpPr>
          <p:nvPr>
            <p:ph type="body" sz="quarter" idx="12"/>
          </p:nvPr>
        </p:nvSpPr>
        <p:spPr>
          <a:xfrm>
            <a:off x="8056788" y="2537696"/>
            <a:ext cx="2799770" cy="2417241"/>
          </a:xfrm>
          <a:prstGeom prst="rect">
            <a:avLst/>
          </a:prstGeom>
        </p:spPr>
        <p:txBody>
          <a:bodyPr anchor="ctr"/>
          <a:lstStyle>
            <a:lvl1pPr marL="0" indent="0" algn="ctr">
              <a:buNone/>
              <a:defRPr sz="1800">
                <a:solidFill>
                  <a:schemeClr val="accent6"/>
                </a:solidFill>
              </a:defRPr>
            </a:lvl1pPr>
          </a:lstStyle>
          <a:p>
            <a:pPr lvl="0"/>
            <a:r>
              <a:rPr lang="da-DK"/>
              <a:t>Klik for at redigere teksttypografierne i masteren</a:t>
            </a:r>
          </a:p>
        </p:txBody>
      </p:sp>
    </p:spTree>
    <p:extLst>
      <p:ext uri="{BB962C8B-B14F-4D97-AF65-F5344CB8AC3E}">
        <p14:creationId xmlns:p14="http://schemas.microsoft.com/office/powerpoint/2010/main" val="22640354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element stor blå">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6">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bg1"/>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bg1"/>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6"/>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322185940"/>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5. element stor gul">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4B2934ED-80B3-C39D-96B3-55A412521BF4}"/>
              </a:ext>
            </a:extLst>
          </p:cNvPr>
          <p:cNvSpPr/>
          <p:nvPr userDrawn="1"/>
        </p:nvSpPr>
        <p:spPr>
          <a:xfrm>
            <a:off x="3067106" y="400106"/>
            <a:ext cx="6057788" cy="6057788"/>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0" name="Ellipse 9">
            <a:extLst>
              <a:ext uri="{FF2B5EF4-FFF2-40B4-BE49-F238E27FC236}">
                <a16:creationId xmlns:a16="http://schemas.microsoft.com/office/drawing/2014/main" id="{F256F9EA-ADE3-C741-A761-4DE15FC20E07}"/>
              </a:ext>
            </a:extLst>
          </p:cNvPr>
          <p:cNvSpPr/>
          <p:nvPr/>
        </p:nvSpPr>
        <p:spPr>
          <a:xfrm>
            <a:off x="1740342" y="1867301"/>
            <a:ext cx="1216948" cy="1217850"/>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6" name="Ellipse 15">
            <a:extLst>
              <a:ext uri="{FF2B5EF4-FFF2-40B4-BE49-F238E27FC236}">
                <a16:creationId xmlns:a16="http://schemas.microsoft.com/office/drawing/2014/main" id="{FDA5C508-D5C0-6226-2BB7-24969F765FCA}"/>
              </a:ext>
            </a:extLst>
          </p:cNvPr>
          <p:cNvSpPr/>
          <p:nvPr/>
        </p:nvSpPr>
        <p:spPr>
          <a:xfrm>
            <a:off x="1017996" y="1272001"/>
            <a:ext cx="822888" cy="8234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18" name="Ellipse 17">
            <a:extLst>
              <a:ext uri="{FF2B5EF4-FFF2-40B4-BE49-F238E27FC236}">
                <a16:creationId xmlns:a16="http://schemas.microsoft.com/office/drawing/2014/main" id="{A900198F-C982-1CD4-D669-2779E10EC012}"/>
              </a:ext>
            </a:extLst>
          </p:cNvPr>
          <p:cNvSpPr/>
          <p:nvPr/>
        </p:nvSpPr>
        <p:spPr>
          <a:xfrm>
            <a:off x="672696" y="791402"/>
            <a:ext cx="480242" cy="480599"/>
          </a:xfrm>
          <a:prstGeom prst="ellipse">
            <a:avLst/>
          </a:pr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dirty="0"/>
          </a:p>
        </p:txBody>
      </p:sp>
      <p:sp>
        <p:nvSpPr>
          <p:cNvPr id="26" name="Kombinationstegning: figur 25">
            <a:extLst>
              <a:ext uri="{FF2B5EF4-FFF2-40B4-BE49-F238E27FC236}">
                <a16:creationId xmlns:a16="http://schemas.microsoft.com/office/drawing/2014/main" id="{880DA3A5-1D66-5995-C430-B98A24316513}"/>
              </a:ext>
            </a:extLst>
          </p:cNvPr>
          <p:cNvSpPr/>
          <p:nvPr/>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8" name="Pladsholder til tekst 6">
            <a:extLst>
              <a:ext uri="{FF2B5EF4-FFF2-40B4-BE49-F238E27FC236}">
                <a16:creationId xmlns:a16="http://schemas.microsoft.com/office/drawing/2014/main" id="{965D88F5-7C33-BC52-AA09-64FD07CD656B}"/>
              </a:ext>
            </a:extLst>
          </p:cNvPr>
          <p:cNvSpPr>
            <a:spLocks noGrp="1"/>
          </p:cNvSpPr>
          <p:nvPr>
            <p:ph type="body" sz="quarter" idx="12"/>
          </p:nvPr>
        </p:nvSpPr>
        <p:spPr>
          <a:xfrm>
            <a:off x="4696114" y="1117474"/>
            <a:ext cx="2799770" cy="835600"/>
          </a:xfrm>
          <a:prstGeom prst="rect">
            <a:avLst/>
          </a:prstGeom>
        </p:spPr>
        <p:txBody>
          <a:bodyPr anchor="ctr"/>
          <a:lstStyle>
            <a:lvl1pPr marL="0" indent="0" algn="ctr">
              <a:buNone/>
              <a:defRPr sz="2800">
                <a:solidFill>
                  <a:schemeClr val="accent6"/>
                </a:solidFill>
                <a:latin typeface="+mj-lt"/>
              </a:defRPr>
            </a:lvl1pPr>
          </a:lstStyle>
          <a:p>
            <a:pPr lvl="0"/>
            <a:r>
              <a:rPr lang="da-DK"/>
              <a:t>Klik for at redigere teksttypografierne i masteren</a:t>
            </a:r>
          </a:p>
        </p:txBody>
      </p:sp>
      <p:sp>
        <p:nvSpPr>
          <p:cNvPr id="29" name="Pladsholder til tekst 6">
            <a:extLst>
              <a:ext uri="{FF2B5EF4-FFF2-40B4-BE49-F238E27FC236}">
                <a16:creationId xmlns:a16="http://schemas.microsoft.com/office/drawing/2014/main" id="{EA27D560-FFEF-BF84-9C57-940E4F483894}"/>
              </a:ext>
            </a:extLst>
          </p:cNvPr>
          <p:cNvSpPr>
            <a:spLocks noGrp="1"/>
          </p:cNvSpPr>
          <p:nvPr>
            <p:ph type="body" sz="quarter" idx="13"/>
          </p:nvPr>
        </p:nvSpPr>
        <p:spPr>
          <a:xfrm>
            <a:off x="3996383" y="2205348"/>
            <a:ext cx="4199233" cy="3164672"/>
          </a:xfrm>
          <a:prstGeom prst="rect">
            <a:avLst/>
          </a:prstGeom>
        </p:spPr>
        <p:txBody>
          <a:bodyPr/>
          <a:lstStyle>
            <a:lvl1pPr marL="0" indent="0">
              <a:buNone/>
              <a:defRPr sz="1800">
                <a:solidFill>
                  <a:schemeClr val="accent6"/>
                </a:solidFill>
                <a:latin typeface="+mn-lt"/>
              </a:defRPr>
            </a:lvl1pPr>
          </a:lstStyle>
          <a:p>
            <a:pPr lvl="0"/>
            <a:r>
              <a:rPr lang="da-DK"/>
              <a:t>Klik for at redigere teksttypografierne i masteren</a:t>
            </a:r>
          </a:p>
        </p:txBody>
      </p:sp>
      <p:sp>
        <p:nvSpPr>
          <p:cNvPr id="6" name="Kombinationstegning: figur 5">
            <a:extLst>
              <a:ext uri="{FF2B5EF4-FFF2-40B4-BE49-F238E27FC236}">
                <a16:creationId xmlns:a16="http://schemas.microsoft.com/office/drawing/2014/main" id="{DB872DCC-EF22-B14A-2826-E658749BC0B0}"/>
              </a:ext>
            </a:extLst>
          </p:cNvPr>
          <p:cNvSpPr/>
          <p:nvPr userDrawn="1"/>
        </p:nvSpPr>
        <p:spPr>
          <a:xfrm rot="434490">
            <a:off x="-19742" y="-52160"/>
            <a:ext cx="750498" cy="810883"/>
          </a:xfrm>
          <a:custGeom>
            <a:avLst/>
            <a:gdLst>
              <a:gd name="connsiteX0" fmla="*/ 750498 w 750498"/>
              <a:gd name="connsiteY0" fmla="*/ 810883 h 810883"/>
              <a:gd name="connsiteX1" fmla="*/ 0 w 750498"/>
              <a:gd name="connsiteY1" fmla="*/ 0 h 810883"/>
            </a:gdLst>
            <a:ahLst/>
            <a:cxnLst>
              <a:cxn ang="0">
                <a:pos x="connsiteX0" y="connsiteY0"/>
              </a:cxn>
              <a:cxn ang="0">
                <a:pos x="connsiteX1" y="connsiteY1"/>
              </a:cxn>
            </a:cxnLst>
            <a:rect l="l" t="t" r="r" b="b"/>
            <a:pathLst>
              <a:path w="750498" h="810883">
                <a:moveTo>
                  <a:pt x="750498" y="810883"/>
                </a:moveTo>
                <a:cubicBezTo>
                  <a:pt x="465107" y="580845"/>
                  <a:pt x="179717" y="350808"/>
                  <a:pt x="0" y="0"/>
                </a:cubicBezTo>
              </a:path>
            </a:pathLst>
          </a:custGeom>
          <a:noFill/>
          <a:ln w="31750" cap="rnd">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49329408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567310939"/>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2586732159"/>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Indhold">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pic>
        <p:nvPicPr>
          <p:cNvPr id="16" name="Logo, EAA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2717" y="5865183"/>
            <a:ext cx="3096499" cy="876847"/>
          </a:xfrm>
          <a:prstGeom prst="rect">
            <a:avLst/>
          </a:prstGeom>
          <a:noFill/>
        </p:spPr>
      </p:pic>
      <p:sp>
        <p:nvSpPr>
          <p:cNvPr id="8" name="Pladsholder til indhold"/>
          <p:cNvSpPr>
            <a:spLocks noGrp="1"/>
          </p:cNvSpPr>
          <p:nvPr>
            <p:ph sz="half" idx="1" hasCustomPrompt="1"/>
          </p:nvPr>
        </p:nvSpPr>
        <p:spPr>
          <a:xfrm>
            <a:off x="952407" y="333374"/>
            <a:ext cx="10274300" cy="5111752"/>
          </a:xfrm>
          <a:prstGeom prst="rect">
            <a:avLst/>
          </a:prstGeom>
        </p:spPr>
        <p:txBody>
          <a:bodyPr/>
          <a:lstStyle>
            <a:lvl1pPr marL="0" indent="0" defTabSz="447675">
              <a:lnSpc>
                <a:spcPct val="100000"/>
              </a:lnSpc>
              <a:buNone/>
              <a:defRPr sz="2000" b="0">
                <a:latin typeface="+mn-lt"/>
              </a:defRPr>
            </a:lvl1pPr>
            <a:lvl2pPr marL="457200" indent="0" defTabSz="447675">
              <a:lnSpc>
                <a:spcPct val="100000"/>
              </a:lnSpc>
              <a:buNone/>
              <a:defRPr lang="da-DK" sz="2000" b="0" kern="1200" dirty="0" smtClean="0">
                <a:solidFill>
                  <a:schemeClr val="tx1"/>
                </a:solidFill>
                <a:latin typeface="+mn-lt"/>
                <a:ea typeface="+mn-ea"/>
                <a:cs typeface="+mn-cs"/>
              </a:defRPr>
            </a:lvl2pPr>
            <a:lvl3pPr marL="914400" indent="0" defTabSz="449263">
              <a:lnSpc>
                <a:spcPct val="100000"/>
              </a:lnSpc>
              <a:defRPr lang="da-DK" sz="2000" b="0" kern="1200" dirty="0" smtClean="0">
                <a:solidFill>
                  <a:schemeClr val="tx1"/>
                </a:solidFill>
                <a:latin typeface="+mn-lt"/>
                <a:ea typeface="+mn-ea"/>
                <a:cs typeface="+mn-cs"/>
              </a:defRPr>
            </a:lvl3pPr>
            <a:lvl4pPr defTabSz="449263">
              <a:lnSpc>
                <a:spcPct val="100000"/>
              </a:lnSpc>
              <a:defRPr lang="da-DK" sz="2000" b="0" kern="1200" dirty="0" smtClean="0">
                <a:solidFill>
                  <a:schemeClr val="tx1"/>
                </a:solidFill>
                <a:latin typeface="+mn-lt"/>
                <a:ea typeface="+mn-ea"/>
                <a:cs typeface="+mn-cs"/>
              </a:defRPr>
            </a:lvl4pPr>
            <a:lvl5pPr defTabSz="449263">
              <a:lnSpc>
                <a:spcPct val="100000"/>
              </a:lnSpc>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Billede eller andet indhold</a:t>
            </a:r>
          </a:p>
        </p:txBody>
      </p:sp>
      <p:sp>
        <p:nvSpPr>
          <p:cNvPr id="6" name="Titel"/>
          <p:cNvSpPr>
            <a:spLocks noGrp="1"/>
          </p:cNvSpPr>
          <p:nvPr>
            <p:ph type="title" hasCustomPrompt="1"/>
          </p:nvPr>
        </p:nvSpPr>
        <p:spPr>
          <a:xfrm>
            <a:off x="958852" y="5963382"/>
            <a:ext cx="7835283" cy="894621"/>
          </a:xfrm>
          <a:prstGeom prst="rect">
            <a:avLst/>
          </a:prstGeom>
        </p:spPr>
        <p:txBody>
          <a:bodyPr anchor="t"/>
          <a:lstStyle>
            <a:lvl1pPr>
              <a:lnSpc>
                <a:spcPct val="100000"/>
              </a:lnSpc>
              <a:defRPr sz="2400" b="0" u="none" cap="all" spc="120" baseline="0">
                <a:solidFill>
                  <a:schemeClr val="bg1"/>
                </a:solidFill>
                <a:effectLst>
                  <a:outerShdw blurRad="50800" dist="38100" dir="2700000" algn="tl" rotWithShape="0">
                    <a:prstClr val="black">
                      <a:alpha val="40000"/>
                    </a:prstClr>
                  </a:outerShdw>
                </a:effectLst>
                <a:latin typeface="+mn-lt"/>
              </a:defRPr>
            </a:lvl1pPr>
          </a:lstStyle>
          <a:p>
            <a:r>
              <a:rPr lang="da-DK" noProof="0" dirty="0"/>
              <a:t>Skriv titel på slide</a:t>
            </a:r>
          </a:p>
        </p:txBody>
      </p:sp>
    </p:spTree>
    <p:extLst>
      <p:ext uri="{BB962C8B-B14F-4D97-AF65-F5344CB8AC3E}">
        <p14:creationId xmlns:p14="http://schemas.microsoft.com/office/powerpoint/2010/main" val="3684603418"/>
      </p:ext>
    </p:extLst>
  </p:cSld>
  <p:clrMapOvr>
    <a:masterClrMapping/>
  </p:clrMapOvr>
  <p:hf hdr="0"/>
  <p:extLst>
    <p:ext uri="{DCECCB84-F9BA-43D5-87BE-67443E8EF086}">
      <p15:sldGuideLst xmlns:p15="http://schemas.microsoft.com/office/powerpoint/2012/main">
        <p15:guide id="1" pos="453">
          <p15:clr>
            <a:srgbClr val="A4A3A4"/>
          </p15:clr>
        </p15:guide>
        <p15:guide id="2" pos="5307">
          <p15:clr>
            <a:srgbClr val="A4A3A4"/>
          </p15:clr>
        </p15:guide>
        <p15:guide id="3" orient="horz" pos="210">
          <p15:clr>
            <a:srgbClr val="A4A3A4"/>
          </p15:clr>
        </p15:guide>
        <p15:guide id="4" orient="horz" pos="3430">
          <p15:clr>
            <a:srgbClr val="A4A3A4"/>
          </p15:clr>
        </p15:guide>
        <p15:guide id="5" orient="horz" pos="1820">
          <p15:clr>
            <a:srgbClr val="A4A3A4"/>
          </p15:clr>
        </p15:guide>
        <p15:guide id="6" orient="horz" pos="3657">
          <p15:clr>
            <a:srgbClr val="A4A3A4"/>
          </p15:clr>
        </p15:guide>
        <p15:guide id="7" pos="2880">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o indholdsobjekter">
    <p:spTree>
      <p:nvGrpSpPr>
        <p:cNvPr id="1" name=""/>
        <p:cNvGrpSpPr/>
        <p:nvPr/>
      </p:nvGrpSpPr>
      <p:grpSpPr>
        <a:xfrm>
          <a:off x="0" y="0"/>
          <a:ext cx="0" cy="0"/>
          <a:chOff x="0" y="0"/>
          <a:chExt cx="0" cy="0"/>
        </a:xfrm>
      </p:grpSpPr>
      <p:sp>
        <p:nvSpPr>
          <p:cNvPr id="8" name="Rektangel 7"/>
          <p:cNvSpPr/>
          <p:nvPr userDrawn="1"/>
        </p:nvSpPr>
        <p:spPr>
          <a:xfrm>
            <a:off x="-6443" y="5805264"/>
            <a:ext cx="12192000" cy="1080120"/>
          </a:xfrm>
          <a:prstGeom prst="rect">
            <a:avLst/>
          </a:prstGeom>
          <a:solidFill>
            <a:srgbClr val="FF700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nb-NO" sz="1800" dirty="0"/>
              <a:t>               </a:t>
            </a:r>
          </a:p>
        </p:txBody>
      </p:sp>
      <p:cxnSp>
        <p:nvCxnSpPr>
          <p:cNvPr id="17" name="Lige forbindelse 16"/>
          <p:cNvCxnSpPr/>
          <p:nvPr userDrawn="1"/>
        </p:nvCxnSpPr>
        <p:spPr>
          <a:xfrm>
            <a:off x="1295360" y="1448736"/>
            <a:ext cx="96012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el 1"/>
          <p:cNvSpPr>
            <a:spLocks noGrp="1"/>
          </p:cNvSpPr>
          <p:nvPr>
            <p:ph type="title"/>
          </p:nvPr>
        </p:nvSpPr>
        <p:spPr>
          <a:xfrm>
            <a:off x="1295360" y="548616"/>
            <a:ext cx="9601280" cy="900120"/>
          </a:xfrm>
          <a:prstGeom prst="rect">
            <a:avLst/>
          </a:prstGeom>
        </p:spPr>
        <p:txBody>
          <a:bodyPr>
            <a:normAutofit/>
          </a:bodyPr>
          <a:lstStyle>
            <a:lvl1pPr algn="l">
              <a:defRPr sz="2200"/>
            </a:lvl1pPr>
          </a:lstStyle>
          <a:p>
            <a:r>
              <a:rPr lang="da-DK" dirty="0"/>
              <a:t>Klik for at redigere i master</a:t>
            </a:r>
          </a:p>
        </p:txBody>
      </p:sp>
      <p:sp>
        <p:nvSpPr>
          <p:cNvPr id="14" name="Pladsholder til indhold 2"/>
          <p:cNvSpPr>
            <a:spLocks noGrp="1"/>
          </p:cNvSpPr>
          <p:nvPr>
            <p:ph sz="half" idx="1" hasCustomPrompt="1"/>
          </p:nvPr>
        </p:nvSpPr>
        <p:spPr>
          <a:xfrm>
            <a:off x="1295360" y="1718773"/>
            <a:ext cx="9601280" cy="3960528"/>
          </a:xfrm>
          <a:prstGeom prst="rect">
            <a:avLst/>
          </a:prstGeom>
        </p:spPr>
        <p:txBody>
          <a:bodyPr/>
          <a:lstStyle>
            <a:lvl1pPr marL="0" indent="0">
              <a:lnSpc>
                <a:spcPct val="150000"/>
              </a:lnSpc>
              <a:buNone/>
              <a:defRPr sz="1800"/>
            </a:lvl1pPr>
            <a:lvl2pPr marL="457200" indent="0">
              <a:lnSpc>
                <a:spcPct val="100000"/>
              </a:lnSpc>
              <a:buNone/>
              <a:defRPr sz="1800"/>
            </a:lvl2pPr>
            <a:lvl3pPr>
              <a:lnSpc>
                <a:spcPct val="100000"/>
              </a:lnSpc>
              <a:defRPr sz="1800"/>
            </a:lvl3pPr>
            <a:lvl4pPr>
              <a:lnSpc>
                <a:spcPct val="100000"/>
              </a:lnSpc>
              <a:defRPr sz="1400"/>
            </a:lvl4pPr>
            <a:lvl5pPr>
              <a:lnSpc>
                <a:spcPct val="100000"/>
              </a:lnSpc>
              <a:defRPr sz="1400"/>
            </a:lvl5pPr>
            <a:lvl6pPr>
              <a:defRPr sz="1800"/>
            </a:lvl6pPr>
            <a:lvl7pPr>
              <a:defRPr sz="1800"/>
            </a:lvl7pPr>
            <a:lvl8pPr>
              <a:defRPr sz="1800"/>
            </a:lvl8pPr>
            <a:lvl9pPr>
              <a:defRPr sz="1800"/>
            </a:lvl9pPr>
          </a:lstStyle>
          <a:p>
            <a:pPr lvl="0"/>
            <a:r>
              <a:rPr lang="da-DK" dirty="0"/>
              <a:t>Klik for at redigere i master</a:t>
            </a:r>
          </a:p>
        </p:txBody>
      </p:sp>
      <p:pic>
        <p:nvPicPr>
          <p:cNvPr id="9" name="Billede 8">
            <a:extLst>
              <a:ext uri="{FF2B5EF4-FFF2-40B4-BE49-F238E27FC236}">
                <a16:creationId xmlns:a16="http://schemas.microsoft.com/office/drawing/2014/main" id="{E6072851-7882-4178-8020-B91172F2D58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9606468" y="5907978"/>
            <a:ext cx="2228093" cy="802811"/>
          </a:xfrm>
          <a:prstGeom prst="rect">
            <a:avLst/>
          </a:prstGeom>
        </p:spPr>
      </p:pic>
    </p:spTree>
    <p:extLst>
      <p:ext uri="{BB962C8B-B14F-4D97-AF65-F5344CB8AC3E}">
        <p14:creationId xmlns:p14="http://schemas.microsoft.com/office/powerpoint/2010/main" val="7572871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ekst">
    <p:spTree>
      <p:nvGrpSpPr>
        <p:cNvPr id="1" name=""/>
        <p:cNvGrpSpPr/>
        <p:nvPr/>
      </p:nvGrpSpPr>
      <p:grpSpPr>
        <a:xfrm>
          <a:off x="0" y="0"/>
          <a:ext cx="0" cy="0"/>
          <a:chOff x="0" y="0"/>
          <a:chExt cx="0" cy="0"/>
        </a:xfrm>
      </p:grpSpPr>
      <p:sp>
        <p:nvSpPr>
          <p:cNvPr id="7" name="Arbejdsområde"/>
          <p:cNvSpPr/>
          <p:nvPr userDrawn="1"/>
        </p:nvSpPr>
        <p:spPr>
          <a:xfrm>
            <a:off x="3717" y="0"/>
            <a:ext cx="12192000" cy="5805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1800"/>
          </a:p>
        </p:txBody>
      </p:sp>
      <p:sp>
        <p:nvSpPr>
          <p:cNvPr id="13" name="Pladsholder til indhold"/>
          <p:cNvSpPr>
            <a:spLocks noGrp="1"/>
          </p:cNvSpPr>
          <p:nvPr>
            <p:ph sz="half" idx="1" hasCustomPrompt="1"/>
          </p:nvPr>
        </p:nvSpPr>
        <p:spPr>
          <a:xfrm>
            <a:off x="952407" y="1412876"/>
            <a:ext cx="10274300" cy="4032250"/>
          </a:xfrm>
          <a:prstGeom prst="rect">
            <a:avLst/>
          </a:prstGeom>
        </p:spPr>
        <p:txBody>
          <a:bodyPr/>
          <a:lstStyle>
            <a:lvl1pPr marL="342900" indent="-342900" defTabSz="447675">
              <a:lnSpc>
                <a:spcPct val="100000"/>
              </a:lnSpc>
              <a:buFont typeface="Arial" panose="020B0604020202020204" pitchFamily="34" charset="0"/>
              <a:buChar char="•"/>
              <a:defRPr sz="2000" b="0">
                <a:latin typeface="+mn-lt"/>
              </a:defRPr>
            </a:lvl1pPr>
            <a:lvl2pPr marL="800100" indent="-342900" defTabSz="447675">
              <a:lnSpc>
                <a:spcPct val="100000"/>
              </a:lnSpc>
              <a:buFont typeface="Arial" panose="020B0604020202020204" pitchFamily="34" charset="0"/>
              <a:buChar char="•"/>
              <a:defRPr lang="da-DK" sz="2000" b="0" kern="1200" dirty="0" smtClean="0">
                <a:solidFill>
                  <a:schemeClr val="tx1"/>
                </a:solidFill>
                <a:latin typeface="+mn-lt"/>
                <a:ea typeface="+mn-ea"/>
                <a:cs typeface="+mn-cs"/>
              </a:defRPr>
            </a:lvl2pPr>
            <a:lvl3pPr marL="12573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3pPr>
            <a:lvl4pPr marL="17145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4pPr>
            <a:lvl5pPr marL="2171700" indent="-342900" defTabSz="449263">
              <a:lnSpc>
                <a:spcPct val="100000"/>
              </a:lnSpc>
              <a:buFont typeface="Arial" panose="020B0604020202020204" pitchFamily="34" charset="0"/>
              <a:buChar char="•"/>
              <a:defRPr lang="da-DK" sz="2000" b="0" kern="1200" dirty="0" smtClean="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da-DK" dirty="0"/>
              <a:t>Skriv tekst</a:t>
            </a:r>
          </a:p>
          <a:p>
            <a:pPr lvl="1"/>
            <a:r>
              <a:rPr lang="da-DK" dirty="0"/>
              <a:t>Andet niveau</a:t>
            </a:r>
          </a:p>
          <a:p>
            <a:pPr lvl="2"/>
            <a:r>
              <a:rPr lang="da-DK" dirty="0"/>
              <a:t>Tredje niveau</a:t>
            </a:r>
          </a:p>
          <a:p>
            <a:pPr lvl="3"/>
            <a:r>
              <a:rPr lang="da-DK" dirty="0"/>
              <a:t>Fjerde niveau</a:t>
            </a:r>
          </a:p>
          <a:p>
            <a:pPr lvl="4"/>
            <a:r>
              <a:rPr lang="da-DK" dirty="0"/>
              <a:t>Femte niveau</a:t>
            </a:r>
          </a:p>
        </p:txBody>
      </p:sp>
      <p:sp>
        <p:nvSpPr>
          <p:cNvPr id="2" name="Titel"/>
          <p:cNvSpPr>
            <a:spLocks noGrp="1"/>
          </p:cNvSpPr>
          <p:nvPr>
            <p:ph type="title" hasCustomPrompt="1"/>
          </p:nvPr>
        </p:nvSpPr>
        <p:spPr>
          <a:xfrm>
            <a:off x="958853" y="333376"/>
            <a:ext cx="10274299" cy="827088"/>
          </a:xfrm>
          <a:prstGeom prst="rect">
            <a:avLst/>
          </a:prstGeom>
        </p:spPr>
        <p:txBody>
          <a:bodyPr anchor="b"/>
          <a:lstStyle>
            <a:lvl1pPr>
              <a:lnSpc>
                <a:spcPct val="150000"/>
              </a:lnSpc>
              <a:defRPr sz="2400" b="0" cap="all" spc="120" baseline="0">
                <a:latin typeface="+mn-lt"/>
              </a:defRPr>
            </a:lvl1pPr>
          </a:lstStyle>
          <a:p>
            <a:r>
              <a:rPr lang="da-DK" noProof="0" dirty="0"/>
              <a:t>Skriv titel på slide</a:t>
            </a:r>
          </a:p>
        </p:txBody>
      </p:sp>
      <p:pic>
        <p:nvPicPr>
          <p:cNvPr id="8" name="Logo, EAAA">
            <a:extLst>
              <a:ext uri="{FF2B5EF4-FFF2-40B4-BE49-F238E27FC236}">
                <a16:creationId xmlns:a16="http://schemas.microsoft.com/office/drawing/2014/main" id="{1A6A771D-5E91-46B6-86A5-D8470EF2AE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80038" y="5865182"/>
            <a:ext cx="2322374" cy="876847"/>
          </a:xfrm>
          <a:prstGeom prst="rect">
            <a:avLst/>
          </a:prstGeom>
          <a:noFill/>
        </p:spPr>
      </p:pic>
    </p:spTree>
    <p:extLst>
      <p:ext uri="{BB962C8B-B14F-4D97-AF65-F5344CB8AC3E}">
        <p14:creationId xmlns:p14="http://schemas.microsoft.com/office/powerpoint/2010/main" val="3119158858"/>
      </p:ext>
    </p:extLst>
  </p:cSld>
  <p:clrMapOvr>
    <a:masterClrMapping/>
  </p:clrMapOvr>
  <p:hf hdr="0"/>
  <p:extLst>
    <p:ext uri="{DCECCB84-F9BA-43D5-87BE-67443E8EF086}">
      <p15:sldGuideLst xmlns:p15="http://schemas.microsoft.com/office/powerpoint/2012/main">
        <p15:guide id="1" pos="604">
          <p15:clr>
            <a:srgbClr val="A4A3A4"/>
          </p15:clr>
        </p15:guide>
        <p15:guide id="2" pos="7076">
          <p15:clr>
            <a:srgbClr val="A4A3A4"/>
          </p15:clr>
        </p15:guide>
        <p15:guide id="3" orient="horz" pos="890">
          <p15:clr>
            <a:srgbClr val="A4A3A4"/>
          </p15:clr>
        </p15:guide>
        <p15:guide id="5" orient="horz" pos="3430">
          <p15:clr>
            <a:srgbClr val="A4A3A4"/>
          </p15:clr>
        </p15:guide>
        <p15:guide id="6" orient="horz" pos="731">
          <p15:clr>
            <a:srgbClr val="A4A3A4"/>
          </p15:clr>
        </p15:guide>
        <p15:guide id="7" orient="horz" pos="2160">
          <p15:clr>
            <a:srgbClr val="A4A3A4"/>
          </p15:clr>
        </p15:guide>
        <p15:guide id="8" pos="3840">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471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whatsnext.nuance.com/in-the-labs/what-is-deep-machine-learnin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jpeg"/><Relationship Id="rId7" Type="http://schemas.openxmlformats.org/officeDocument/2006/relationships/image" Target="../media/image38.sv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2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2.jpe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svg"/></Relationships>
</file>

<file path=ppt/slides/_rels/slide25.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4.xml"/><Relationship Id="rId5" Type="http://schemas.openxmlformats.org/officeDocument/2006/relationships/image" Target="../media/image48.png"/><Relationship Id="rId4" Type="http://schemas.openxmlformats.org/officeDocument/2006/relationships/image" Target="../media/image47.gif"/></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gif"/><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hyperlink" Target="https://advanz.dk/blog/agile-manifesto-agilt-manifest/"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dsholder til tekst 3">
            <a:extLst>
              <a:ext uri="{FF2B5EF4-FFF2-40B4-BE49-F238E27FC236}">
                <a16:creationId xmlns:a16="http://schemas.microsoft.com/office/drawing/2014/main" id="{4122DE87-3BA7-D892-B888-E776F44DF6B6}"/>
              </a:ext>
            </a:extLst>
          </p:cNvPr>
          <p:cNvSpPr>
            <a:spLocks noGrp="1"/>
          </p:cNvSpPr>
          <p:nvPr>
            <p:ph type="body" sz="quarter" idx="10"/>
          </p:nvPr>
        </p:nvSpPr>
        <p:spPr/>
        <p:txBody>
          <a:bodyPr/>
          <a:lstStyle/>
          <a:p>
            <a:r>
              <a:rPr lang="da-DK" dirty="0"/>
              <a:t>Forretningsforståelse</a:t>
            </a:r>
          </a:p>
        </p:txBody>
      </p:sp>
      <p:sp>
        <p:nvSpPr>
          <p:cNvPr id="2" name="Tekstfelt 1">
            <a:extLst>
              <a:ext uri="{FF2B5EF4-FFF2-40B4-BE49-F238E27FC236}">
                <a16:creationId xmlns:a16="http://schemas.microsoft.com/office/drawing/2014/main" id="{DDB94C87-ADEB-4275-B4BF-9A47C3391ED2}"/>
              </a:ext>
            </a:extLst>
          </p:cNvPr>
          <p:cNvSpPr txBox="1"/>
          <p:nvPr/>
        </p:nvSpPr>
        <p:spPr>
          <a:xfrm>
            <a:off x="2172694" y="3075829"/>
            <a:ext cx="57518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1" i="0" u="none" strike="noStrike" kern="1200" cap="none" spc="0" normalizeH="0" baseline="0" noProof="0" dirty="0">
                <a:ln>
                  <a:noFill/>
                </a:ln>
                <a:solidFill>
                  <a:prstClr val="white"/>
                </a:solidFill>
                <a:effectLst/>
                <a:uLnTx/>
                <a:uFillTx/>
                <a:latin typeface="Montserrat"/>
                <a:ea typeface="+mn-ea"/>
                <a:cs typeface="+mn-cs"/>
              </a:rPr>
              <a:t>Modul 14 Introduktion til projekter</a:t>
            </a:r>
          </a:p>
        </p:txBody>
      </p:sp>
    </p:spTree>
    <p:extLst>
      <p:ext uri="{BB962C8B-B14F-4D97-AF65-F5344CB8AC3E}">
        <p14:creationId xmlns:p14="http://schemas.microsoft.com/office/powerpoint/2010/main" val="15757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2E265-D0F4-D2A1-C1F5-F6C409DF67AB}"/>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B86CF6FD-D68F-FD02-65DA-61B76B31A60E}"/>
              </a:ext>
            </a:extLst>
          </p:cNvPr>
          <p:cNvSpPr>
            <a:spLocks noGrp="1"/>
          </p:cNvSpPr>
          <p:nvPr>
            <p:ph type="body" sz="quarter" idx="13"/>
          </p:nvPr>
        </p:nvSpPr>
        <p:spPr>
          <a:xfrm>
            <a:off x="6096000" y="5390809"/>
            <a:ext cx="5400000" cy="908391"/>
          </a:xfrm>
        </p:spPr>
        <p:txBody>
          <a:bodyPr/>
          <a:lstStyle/>
          <a:p>
            <a:endParaRPr lang="da-DK" dirty="0"/>
          </a:p>
          <a:p>
            <a:r>
              <a:rPr lang="da-DK" dirty="0"/>
              <a:t>Agenda for i dag</a:t>
            </a:r>
          </a:p>
          <a:p>
            <a:pPr marL="342900" indent="-342900">
              <a:buFont typeface="+mj-lt"/>
              <a:buAutoNum type="arabicPeriod"/>
            </a:pPr>
            <a:endParaRPr lang="da-DK" sz="1800" dirty="0"/>
          </a:p>
          <a:p>
            <a:pPr marL="342900" indent="-342900">
              <a:buFont typeface="+mj-lt"/>
              <a:buAutoNum type="arabicPeriod"/>
            </a:pPr>
            <a:r>
              <a:rPr lang="da-DK" sz="1800" dirty="0"/>
              <a:t>Introduktion til projekter</a:t>
            </a:r>
          </a:p>
          <a:p>
            <a:pPr marL="342900" indent="-342900">
              <a:buFont typeface="+mj-lt"/>
              <a:buAutoNum type="arabicPeriod"/>
            </a:pPr>
            <a:r>
              <a:rPr lang="da-DK" sz="1800" dirty="0"/>
              <a:t>Projektmålsætninger</a:t>
            </a:r>
          </a:p>
          <a:p>
            <a:pPr marL="342900" indent="-342900">
              <a:buFont typeface="+mj-lt"/>
              <a:buAutoNum type="arabicPeriod"/>
            </a:pPr>
            <a:r>
              <a:rPr lang="da-DK" sz="1800" dirty="0"/>
              <a:t>Interessentanalyse/kommunikation</a:t>
            </a:r>
          </a:p>
          <a:p>
            <a:pPr marL="342900" indent="-342900">
              <a:buFont typeface="+mj-lt"/>
              <a:buAutoNum type="arabicPeriod"/>
            </a:pPr>
            <a:r>
              <a:rPr lang="da-DK" sz="1800" dirty="0"/>
              <a:t>Risikoanalyse</a:t>
            </a:r>
          </a:p>
          <a:p>
            <a:pPr marL="342900" indent="-342900">
              <a:buFont typeface="+mj-lt"/>
              <a:buAutoNum type="arabicPeriod"/>
            </a:pPr>
            <a:r>
              <a:rPr lang="da-DK" sz="1800" dirty="0"/>
              <a:t>Den udvidede projektbeskrivelse</a:t>
            </a:r>
          </a:p>
          <a:p>
            <a:pPr marL="342900" indent="-342900">
              <a:buFont typeface="+mj-lt"/>
              <a:buAutoNum type="arabicPeriod"/>
            </a:pPr>
            <a:r>
              <a:rPr lang="da-DK" sz="1800" dirty="0"/>
              <a:t>Vandfald vs. Agil</a:t>
            </a:r>
          </a:p>
          <a:p>
            <a:pPr marL="342900" indent="-342900">
              <a:buFont typeface="+mj-lt"/>
              <a:buAutoNum type="arabicPeriod"/>
            </a:pPr>
            <a:r>
              <a:rPr lang="da-DK" sz="1800" dirty="0"/>
              <a:t>Øvelser og refleksion</a:t>
            </a:r>
          </a:p>
          <a:p>
            <a:pPr marL="342900" indent="-342900">
              <a:buFont typeface="+mj-lt"/>
              <a:buAutoNum type="arabicPeriod"/>
            </a:pPr>
            <a:endParaRPr lang="da-DK" sz="1800" dirty="0"/>
          </a:p>
          <a:p>
            <a:endParaRPr lang="da-DK" sz="1800" dirty="0"/>
          </a:p>
          <a:p>
            <a:pPr marL="514350" indent="-514350">
              <a:buFont typeface="+mj-lt"/>
              <a:buAutoNum type="arabicPeriod"/>
            </a:pPr>
            <a:endParaRPr lang="da-DK" sz="1800" dirty="0"/>
          </a:p>
        </p:txBody>
      </p:sp>
      <p:sp>
        <p:nvSpPr>
          <p:cNvPr id="4" name="Pladsholder til tekst 3">
            <a:extLst>
              <a:ext uri="{FF2B5EF4-FFF2-40B4-BE49-F238E27FC236}">
                <a16:creationId xmlns:a16="http://schemas.microsoft.com/office/drawing/2014/main" id="{A96DB194-68A4-0DE5-3471-8381D5998C3D}"/>
              </a:ext>
            </a:extLst>
          </p:cNvPr>
          <p:cNvSpPr>
            <a:spLocks noGrp="1"/>
          </p:cNvSpPr>
          <p:nvPr>
            <p:ph type="body" sz="quarter" idx="14"/>
          </p:nvPr>
        </p:nvSpPr>
        <p:spPr/>
        <p:txBody>
          <a:bodyPr/>
          <a:lstStyle/>
          <a:p>
            <a:endParaRPr lang="da-DK"/>
          </a:p>
        </p:txBody>
      </p:sp>
      <p:pic>
        <p:nvPicPr>
          <p:cNvPr id="5" name="Pladsholder til indhold 7">
            <a:extLst>
              <a:ext uri="{FF2B5EF4-FFF2-40B4-BE49-F238E27FC236}">
                <a16:creationId xmlns:a16="http://schemas.microsoft.com/office/drawing/2014/main" id="{B1306DE8-92DD-4BB5-40BC-C5ECFD4C4646}"/>
              </a:ext>
            </a:extLst>
          </p:cNvPr>
          <p:cNvPicPr>
            <a:picLocks noGrp="1" noChangeAspect="1"/>
          </p:cNvPicPr>
          <p:nvPr>
            <p:ph type="pic" sz="quarter" idx="10"/>
          </p:nvPr>
        </p:nvPicPr>
        <p:blipFill>
          <a:blip r:embed="rId2"/>
          <a:srcRect l="19533" r="19533"/>
          <a:stretch>
            <a:fillRect/>
          </a:stretch>
        </p:blipFill>
        <p:spPr>
          <a:xfrm>
            <a:off x="-863599" y="750119"/>
            <a:ext cx="5675296" cy="5549081"/>
          </a:xfrm>
        </p:spPr>
      </p:pic>
    </p:spTree>
    <p:extLst>
      <p:ext uri="{BB962C8B-B14F-4D97-AF65-F5344CB8AC3E}">
        <p14:creationId xmlns:p14="http://schemas.microsoft.com/office/powerpoint/2010/main" val="212531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9C8728-F2D2-24A8-91B1-15452835E33E}"/>
              </a:ext>
            </a:extLst>
          </p:cNvPr>
          <p:cNvSpPr>
            <a:spLocks noGrp="1"/>
          </p:cNvSpPr>
          <p:nvPr>
            <p:ph type="title"/>
          </p:nvPr>
        </p:nvSpPr>
        <p:spPr/>
        <p:txBody>
          <a:bodyPr/>
          <a:lstStyle/>
          <a:p>
            <a:r>
              <a:rPr lang="da-DK" dirty="0"/>
              <a:t>Indledende</a:t>
            </a:r>
          </a:p>
        </p:txBody>
      </p:sp>
      <p:sp>
        <p:nvSpPr>
          <p:cNvPr id="3" name="Pladsholder til indhold 2">
            <a:extLst>
              <a:ext uri="{FF2B5EF4-FFF2-40B4-BE49-F238E27FC236}">
                <a16:creationId xmlns:a16="http://schemas.microsoft.com/office/drawing/2014/main" id="{07EF8681-5922-764B-2332-FC84BC54AE24}"/>
              </a:ext>
            </a:extLst>
          </p:cNvPr>
          <p:cNvSpPr>
            <a:spLocks noGrp="1"/>
          </p:cNvSpPr>
          <p:nvPr>
            <p:ph sz="quarter" idx="10"/>
          </p:nvPr>
        </p:nvSpPr>
        <p:spPr/>
        <p:txBody>
          <a:bodyPr/>
          <a:lstStyle/>
          <a:p>
            <a:pPr marL="342900" indent="-342900">
              <a:buFont typeface="Arial" panose="020B0604020202020204" pitchFamily="34" charset="0"/>
              <a:buChar char="•"/>
            </a:pPr>
            <a:r>
              <a:rPr lang="da-DK" dirty="0"/>
              <a:t>Hvad er projekter?</a:t>
            </a:r>
          </a:p>
          <a:p>
            <a:pPr marL="342900" indent="-342900">
              <a:buFont typeface="Arial" panose="020B0604020202020204" pitchFamily="34" charset="0"/>
              <a:buChar char="•"/>
            </a:pPr>
            <a:r>
              <a:rPr lang="da-DK" dirty="0"/>
              <a:t>Hvorfor er det så svært?</a:t>
            </a:r>
          </a:p>
          <a:p>
            <a:pPr marL="342900" indent="-342900">
              <a:buFont typeface="Arial" panose="020B0604020202020204" pitchFamily="34" charset="0"/>
              <a:buChar char="•"/>
            </a:pPr>
            <a:endParaRPr lang="da-DK" dirty="0"/>
          </a:p>
          <a:p>
            <a:pPr marL="342900" indent="-342900">
              <a:buFont typeface="Arial" panose="020B0604020202020204" pitchFamily="34" charset="0"/>
              <a:buChar char="•"/>
            </a:pPr>
            <a:endParaRPr lang="da-DK" dirty="0"/>
          </a:p>
          <a:p>
            <a:endParaRPr lang="da-DK" dirty="0"/>
          </a:p>
          <a:p>
            <a:endParaRPr lang="da-DK" dirty="0"/>
          </a:p>
          <a:p>
            <a:pPr marL="342900" indent="-342900">
              <a:buFont typeface="Arial" panose="020B0604020202020204" pitchFamily="34" charset="0"/>
              <a:buChar char="•"/>
            </a:pPr>
            <a:endParaRPr lang="da-DK" dirty="0"/>
          </a:p>
          <a:p>
            <a:pPr marL="342900" indent="-342900">
              <a:buFont typeface="Arial" panose="020B0604020202020204" pitchFamily="34" charset="0"/>
              <a:buChar char="•"/>
            </a:pPr>
            <a:endParaRPr lang="da-DK" dirty="0"/>
          </a:p>
          <a:p>
            <a:endParaRPr lang="da-DK" dirty="0"/>
          </a:p>
        </p:txBody>
      </p:sp>
      <p:pic>
        <p:nvPicPr>
          <p:cNvPr id="5" name="Billede 4">
            <a:extLst>
              <a:ext uri="{FF2B5EF4-FFF2-40B4-BE49-F238E27FC236}">
                <a16:creationId xmlns:a16="http://schemas.microsoft.com/office/drawing/2014/main" id="{923454BB-741A-4AA9-5DA1-4DEDD4E70416}"/>
              </a:ext>
            </a:extLst>
          </p:cNvPr>
          <p:cNvPicPr>
            <a:picLocks noChangeAspect="1"/>
          </p:cNvPicPr>
          <p:nvPr/>
        </p:nvPicPr>
        <p:blipFill>
          <a:blip r:embed="rId3"/>
          <a:stretch>
            <a:fillRect/>
          </a:stretch>
        </p:blipFill>
        <p:spPr>
          <a:xfrm>
            <a:off x="4069080" y="806005"/>
            <a:ext cx="7543800" cy="5638627"/>
          </a:xfrm>
          <a:prstGeom prst="rect">
            <a:avLst/>
          </a:prstGeom>
        </p:spPr>
      </p:pic>
    </p:spTree>
    <p:extLst>
      <p:ext uri="{BB962C8B-B14F-4D97-AF65-F5344CB8AC3E}">
        <p14:creationId xmlns:p14="http://schemas.microsoft.com/office/powerpoint/2010/main" val="4148203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1C542D-E6FE-11C8-A1AD-9E8BA3ED27AB}"/>
              </a:ext>
            </a:extLst>
          </p:cNvPr>
          <p:cNvSpPr>
            <a:spLocks noGrp="1"/>
          </p:cNvSpPr>
          <p:nvPr>
            <p:ph type="title"/>
          </p:nvPr>
        </p:nvSpPr>
        <p:spPr/>
        <p:txBody>
          <a:bodyPr/>
          <a:lstStyle/>
          <a:p>
            <a:r>
              <a:rPr lang="da-DK" noProof="0" dirty="0"/>
              <a:t>Opgave 1 – Projekt erfaringer/oplevelser</a:t>
            </a:r>
          </a:p>
        </p:txBody>
      </p:sp>
      <p:sp>
        <p:nvSpPr>
          <p:cNvPr id="3" name="Pladsholder til indhold 2">
            <a:extLst>
              <a:ext uri="{FF2B5EF4-FFF2-40B4-BE49-F238E27FC236}">
                <a16:creationId xmlns:a16="http://schemas.microsoft.com/office/drawing/2014/main" id="{33AD4179-E67B-C7C5-834E-C3B749539057}"/>
              </a:ext>
            </a:extLst>
          </p:cNvPr>
          <p:cNvSpPr>
            <a:spLocks noGrp="1"/>
          </p:cNvSpPr>
          <p:nvPr>
            <p:ph sz="quarter" idx="10"/>
          </p:nvPr>
        </p:nvSpPr>
        <p:spPr>
          <a:xfrm>
            <a:off x="917713" y="1588981"/>
            <a:ext cx="10515600" cy="4398291"/>
          </a:xfrm>
        </p:spPr>
        <p:txBody>
          <a:bodyPr/>
          <a:lstStyle/>
          <a:p>
            <a:pPr>
              <a:buNone/>
            </a:pPr>
            <a:r>
              <a:rPr lang="da-DK" b="1" noProof="0" dirty="0"/>
              <a:t>Mål med opgaven:</a:t>
            </a:r>
            <a:endParaRPr lang="da-DK" noProof="0" dirty="0"/>
          </a:p>
          <a:p>
            <a:pPr>
              <a:buNone/>
            </a:pPr>
            <a:r>
              <a:rPr lang="da-DK" noProof="0" dirty="0"/>
              <a:t>Projektledelse handler om, at styre en opgave fra idé til færdigt resultat. Projektlederen har ansvaret for at planlægge, organisere og sikre, at alle arbejder sammen mod det samme mål.</a:t>
            </a:r>
          </a:p>
          <a:p>
            <a:endParaRPr lang="da-DK" b="1" noProof="0" dirty="0"/>
          </a:p>
          <a:p>
            <a:r>
              <a:rPr lang="da-DK" b="1" noProof="0" dirty="0"/>
              <a:t>Øvelse:</a:t>
            </a:r>
            <a:r>
              <a:rPr lang="da-DK" noProof="0" dirty="0"/>
              <a:t> </a:t>
            </a:r>
          </a:p>
          <a:p>
            <a:r>
              <a:rPr lang="da-DK" noProof="0" dirty="0"/>
              <a:t>Reflekter over en situation, hvor du selv har forsøgt, at organisere noget som projekt (bevidst/ubevidst) – f.eks. gruppearbejde, fest eller anden aktivitet.</a:t>
            </a:r>
          </a:p>
          <a:p>
            <a:r>
              <a:rPr lang="da-DK" noProof="0" dirty="0"/>
              <a:t>Fortæl hinanden om oplevelser og erfaringer. Hvad gik godt? Hvad var svært?</a:t>
            </a:r>
          </a:p>
          <a:p>
            <a:r>
              <a:rPr lang="da-DK" noProof="0" dirty="0"/>
              <a:t>Hvad gjorde du i starten, undervejs og til slut?</a:t>
            </a:r>
          </a:p>
          <a:p>
            <a:endParaRPr lang="da-DK" b="1" noProof="0" dirty="0"/>
          </a:p>
          <a:p>
            <a:r>
              <a:rPr lang="da-DK" b="1" noProof="0" dirty="0"/>
              <a:t>Tid:</a:t>
            </a:r>
          </a:p>
          <a:p>
            <a:r>
              <a:rPr lang="da-DK" noProof="0" dirty="0"/>
              <a:t>Reflekter selv 5 min og fortæl efterfølgende hinanden omkring bordet om erfaringer. 5-10 minutter.</a:t>
            </a:r>
          </a:p>
          <a:p>
            <a:endParaRPr lang="da-DK" noProof="0" dirty="0"/>
          </a:p>
        </p:txBody>
      </p:sp>
      <p:sp>
        <p:nvSpPr>
          <p:cNvPr id="4" name="Rectangle 1">
            <a:extLst>
              <a:ext uri="{FF2B5EF4-FFF2-40B4-BE49-F238E27FC236}">
                <a16:creationId xmlns:a16="http://schemas.microsoft.com/office/drawing/2014/main" id="{83DC36B1-2432-4968-08EE-046C0F92595C}"/>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74092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62D13-CC9A-C635-E7CC-B75107C8BE26}"/>
            </a:ext>
          </a:extLst>
        </p:cNvPr>
        <p:cNvGrpSpPr/>
        <p:nvPr/>
      </p:nvGrpSpPr>
      <p:grpSpPr>
        <a:xfrm>
          <a:off x="0" y="0"/>
          <a:ext cx="0" cy="0"/>
          <a:chOff x="0" y="0"/>
          <a:chExt cx="0" cy="0"/>
        </a:xfrm>
      </p:grpSpPr>
      <p:sp>
        <p:nvSpPr>
          <p:cNvPr id="8" name="Titel 7">
            <a:extLst>
              <a:ext uri="{FF2B5EF4-FFF2-40B4-BE49-F238E27FC236}">
                <a16:creationId xmlns:a16="http://schemas.microsoft.com/office/drawing/2014/main" id="{1BCADF27-7807-A3D2-0100-045D397920D9}"/>
              </a:ext>
            </a:extLst>
          </p:cNvPr>
          <p:cNvSpPr>
            <a:spLocks noGrp="1"/>
          </p:cNvSpPr>
          <p:nvPr>
            <p:ph type="title"/>
          </p:nvPr>
        </p:nvSpPr>
        <p:spPr/>
        <p:txBody>
          <a:bodyPr/>
          <a:lstStyle/>
          <a:p>
            <a:r>
              <a:rPr lang="da-DK" dirty="0"/>
              <a:t>Hvad er et projekt? </a:t>
            </a:r>
          </a:p>
        </p:txBody>
      </p:sp>
      <p:graphicFrame>
        <p:nvGraphicFramePr>
          <p:cNvPr id="7" name="Pladsholder til indhold 4">
            <a:extLst>
              <a:ext uri="{FF2B5EF4-FFF2-40B4-BE49-F238E27FC236}">
                <a16:creationId xmlns:a16="http://schemas.microsoft.com/office/drawing/2014/main" id="{6B0A637A-6788-EE8D-9B6C-46984C8ABEBC}"/>
              </a:ext>
            </a:extLst>
          </p:cNvPr>
          <p:cNvGraphicFramePr>
            <a:graphicFrameLocks noGrp="1"/>
          </p:cNvGraphicFramePr>
          <p:nvPr>
            <p:ph sz="quarter" idx="10"/>
            <p:extLst>
              <p:ext uri="{D42A27DB-BD31-4B8C-83A1-F6EECF244321}">
                <p14:modId xmlns:p14="http://schemas.microsoft.com/office/powerpoint/2010/main" val="1860740709"/>
              </p:ext>
            </p:extLst>
          </p:nvPr>
        </p:nvGraphicFramePr>
        <p:xfrm>
          <a:off x="923925" y="1588981"/>
          <a:ext cx="10429875" cy="44162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4978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AC517-0E2A-D430-DD7F-590E44DF38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08A0377-F69E-C5E9-F612-28DCC681240D}"/>
              </a:ext>
            </a:extLst>
          </p:cNvPr>
          <p:cNvSpPr>
            <a:spLocks noGrp="1"/>
          </p:cNvSpPr>
          <p:nvPr>
            <p:ph type="title"/>
          </p:nvPr>
        </p:nvSpPr>
        <p:spPr/>
        <p:txBody>
          <a:bodyPr/>
          <a:lstStyle/>
          <a:p>
            <a:r>
              <a:rPr lang="da-DK" dirty="0"/>
              <a:t>Fase 1</a:t>
            </a:r>
          </a:p>
        </p:txBody>
      </p:sp>
      <p:pic>
        <p:nvPicPr>
          <p:cNvPr id="5" name="Pladsholder til indhold 4">
            <a:extLst>
              <a:ext uri="{FF2B5EF4-FFF2-40B4-BE49-F238E27FC236}">
                <a16:creationId xmlns:a16="http://schemas.microsoft.com/office/drawing/2014/main" id="{25357EA9-FC4C-2816-B062-DBCB6B14A0F8}"/>
              </a:ext>
            </a:extLst>
          </p:cNvPr>
          <p:cNvPicPr>
            <a:picLocks noGrp="1" noChangeAspect="1"/>
          </p:cNvPicPr>
          <p:nvPr>
            <p:ph sz="quarter" idx="10"/>
          </p:nvPr>
        </p:nvPicPr>
        <p:blipFill>
          <a:blip r:embed="rId2"/>
          <a:stretch>
            <a:fillRect/>
          </a:stretch>
        </p:blipFill>
        <p:spPr>
          <a:xfrm>
            <a:off x="1769003" y="2429858"/>
            <a:ext cx="8653994" cy="1801650"/>
          </a:xfrm>
        </p:spPr>
      </p:pic>
      <p:sp>
        <p:nvSpPr>
          <p:cNvPr id="6" name="Pil: nedad 5">
            <a:extLst>
              <a:ext uri="{FF2B5EF4-FFF2-40B4-BE49-F238E27FC236}">
                <a16:creationId xmlns:a16="http://schemas.microsoft.com/office/drawing/2014/main" id="{4B69DF8C-59B5-C6B2-A1F5-F003CA298FB7}"/>
              </a:ext>
            </a:extLst>
          </p:cNvPr>
          <p:cNvSpPr/>
          <p:nvPr/>
        </p:nvSpPr>
        <p:spPr>
          <a:xfrm>
            <a:off x="2913665" y="1410330"/>
            <a:ext cx="536027" cy="11981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7" name="Taleboble: oval 6">
            <a:extLst>
              <a:ext uri="{FF2B5EF4-FFF2-40B4-BE49-F238E27FC236}">
                <a16:creationId xmlns:a16="http://schemas.microsoft.com/office/drawing/2014/main" id="{B28E22A8-2E10-84D5-1796-CEB130AB9B0D}"/>
              </a:ext>
            </a:extLst>
          </p:cNvPr>
          <p:cNvSpPr/>
          <p:nvPr/>
        </p:nvSpPr>
        <p:spPr>
          <a:xfrm>
            <a:off x="3012140" y="4464423"/>
            <a:ext cx="6714566" cy="2026023"/>
          </a:xfrm>
          <a:prstGeom prst="wedgeEllipseCallout">
            <a:avLst>
              <a:gd name="adj1" fmla="val -37475"/>
              <a:gd name="adj2" fmla="val -833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solidFill>
                  <a:schemeClr val="tx1"/>
                </a:solidFill>
              </a:rPr>
              <a:t>Ideer til forbedringsområder og mål i en sikkerhedsfunktionen fremgår oftest ud fra risiko-kataloget. </a:t>
            </a:r>
          </a:p>
          <a:p>
            <a:pPr algn="ctr"/>
            <a:endParaRPr lang="da-DK" dirty="0">
              <a:solidFill>
                <a:schemeClr val="tx1"/>
              </a:solidFill>
            </a:endParaRPr>
          </a:p>
          <a:p>
            <a:pPr algn="ctr"/>
            <a:r>
              <a:rPr lang="da-DK" dirty="0">
                <a:solidFill>
                  <a:schemeClr val="tx1"/>
                </a:solidFill>
              </a:rPr>
              <a:t>Sparring med andre enheder.</a:t>
            </a:r>
          </a:p>
        </p:txBody>
      </p:sp>
    </p:spTree>
    <p:extLst>
      <p:ext uri="{BB962C8B-B14F-4D97-AF65-F5344CB8AC3E}">
        <p14:creationId xmlns:p14="http://schemas.microsoft.com/office/powerpoint/2010/main" val="1616738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C9CE66-2820-79F1-E493-B95183AE93E5}"/>
              </a:ext>
            </a:extLst>
          </p:cNvPr>
          <p:cNvSpPr>
            <a:spLocks noGrp="1"/>
          </p:cNvSpPr>
          <p:nvPr>
            <p:ph type="title"/>
          </p:nvPr>
        </p:nvSpPr>
        <p:spPr/>
        <p:txBody>
          <a:bodyPr/>
          <a:lstStyle/>
          <a:p>
            <a:r>
              <a:rPr lang="da-DK" dirty="0"/>
              <a:t>Hvordan kunne projekt på sikkerhedsområdet opstå?</a:t>
            </a:r>
          </a:p>
        </p:txBody>
      </p:sp>
      <p:sp>
        <p:nvSpPr>
          <p:cNvPr id="3" name="Pladsholder til indhold 2">
            <a:extLst>
              <a:ext uri="{FF2B5EF4-FFF2-40B4-BE49-F238E27FC236}">
                <a16:creationId xmlns:a16="http://schemas.microsoft.com/office/drawing/2014/main" id="{0F9FDC97-5CC5-0981-1AAE-F049784C81D1}"/>
              </a:ext>
            </a:extLst>
          </p:cNvPr>
          <p:cNvSpPr>
            <a:spLocks noGrp="1"/>
          </p:cNvSpPr>
          <p:nvPr>
            <p:ph sz="quarter" idx="10"/>
          </p:nvPr>
        </p:nvSpPr>
        <p:spPr/>
        <p:txBody>
          <a:bodyPr/>
          <a:lstStyle/>
          <a:p>
            <a:pPr marL="285750" indent="-285750">
              <a:buFont typeface="Arial" panose="020B0604020202020204" pitchFamily="34" charset="0"/>
              <a:buChar char="•"/>
            </a:pPr>
            <a:r>
              <a:rPr lang="da-DK" dirty="0"/>
              <a:t>Risk kataloget/ regnbuen – </a:t>
            </a:r>
            <a:r>
              <a:rPr lang="da-DK" dirty="0" err="1"/>
              <a:t>mitigeringsprojekt</a:t>
            </a:r>
            <a:endParaRPr lang="da-DK" dirty="0"/>
          </a:p>
          <a:p>
            <a:pPr marL="285750" indent="-285750">
              <a:buFont typeface="Arial" panose="020B0604020202020204" pitchFamily="34" charset="0"/>
              <a:buChar char="•"/>
            </a:pPr>
            <a:r>
              <a:rPr lang="da-DK" dirty="0"/>
              <a:t>Sikkerhedsvurdering ifm. køb af ny applikation</a:t>
            </a:r>
          </a:p>
          <a:p>
            <a:pPr marL="285750" indent="-285750">
              <a:buFont typeface="Arial" panose="020B0604020202020204" pitchFamily="34" charset="0"/>
              <a:buChar char="•"/>
            </a:pPr>
            <a:r>
              <a:rPr lang="da-DK" dirty="0"/>
              <a:t>Hændelse i virksomheden – Incident Management Proces</a:t>
            </a:r>
          </a:p>
          <a:p>
            <a:pPr marL="285750" indent="-285750">
              <a:buFont typeface="Arial" panose="020B0604020202020204" pitchFamily="34" charset="0"/>
              <a:buChar char="•"/>
            </a:pPr>
            <a:r>
              <a:rPr lang="da-DK" dirty="0"/>
              <a:t>Audits</a:t>
            </a:r>
          </a:p>
          <a:p>
            <a:pPr marL="285750" indent="-285750">
              <a:buFont typeface="Arial" panose="020B0604020202020204" pitchFamily="34" charset="0"/>
              <a:buChar char="•"/>
            </a:pPr>
            <a:r>
              <a:rPr lang="da-DK" dirty="0"/>
              <a:t>Andet?</a:t>
            </a:r>
          </a:p>
          <a:p>
            <a:endParaRPr lang="da-DK" dirty="0"/>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endParaRPr lang="da-DK" dirty="0"/>
          </a:p>
        </p:txBody>
      </p:sp>
    </p:spTree>
    <p:extLst>
      <p:ext uri="{BB962C8B-B14F-4D97-AF65-F5344CB8AC3E}">
        <p14:creationId xmlns:p14="http://schemas.microsoft.com/office/powerpoint/2010/main" val="319918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45D098-52A8-0703-31FF-12C055BF4B1E}"/>
              </a:ext>
            </a:extLst>
          </p:cNvPr>
          <p:cNvSpPr>
            <a:spLocks noGrp="1"/>
          </p:cNvSpPr>
          <p:nvPr>
            <p:ph type="title"/>
          </p:nvPr>
        </p:nvSpPr>
        <p:spPr/>
        <p:txBody>
          <a:bodyPr/>
          <a:lstStyle/>
          <a:p>
            <a:r>
              <a:rPr lang="da-DK" dirty="0"/>
              <a:t>SMART modellen til målfastsættelse </a:t>
            </a:r>
          </a:p>
        </p:txBody>
      </p:sp>
      <p:sp>
        <p:nvSpPr>
          <p:cNvPr id="3" name="Pladsholder til indhold 2">
            <a:extLst>
              <a:ext uri="{FF2B5EF4-FFF2-40B4-BE49-F238E27FC236}">
                <a16:creationId xmlns:a16="http://schemas.microsoft.com/office/drawing/2014/main" id="{737BF473-59B4-7622-CDD7-B45E1F4BFB9D}"/>
              </a:ext>
            </a:extLst>
          </p:cNvPr>
          <p:cNvSpPr>
            <a:spLocks noGrp="1"/>
          </p:cNvSpPr>
          <p:nvPr>
            <p:ph sz="quarter" idx="10"/>
          </p:nvPr>
        </p:nvSpPr>
        <p:spPr>
          <a:xfrm>
            <a:off x="909917" y="1791477"/>
            <a:ext cx="10515600" cy="4398291"/>
          </a:xfrm>
        </p:spPr>
        <p:txBody>
          <a:bodyPr/>
          <a:lstStyle/>
          <a:p>
            <a:r>
              <a:rPr lang="da-DK" b="1" dirty="0"/>
              <a:t>Definition af konkrete og målbare mål (SMART)</a:t>
            </a:r>
          </a:p>
          <a:p>
            <a:endParaRPr lang="da-DK" b="1" dirty="0"/>
          </a:p>
          <a:p>
            <a:pPr marL="342900" indent="-342900">
              <a:buFont typeface="+mj-lt"/>
              <a:buAutoNum type="arabicPeriod"/>
            </a:pPr>
            <a:r>
              <a:rPr lang="da-DK" b="1" dirty="0"/>
              <a:t>Specifikke</a:t>
            </a:r>
            <a:r>
              <a:rPr lang="da-DK" dirty="0"/>
              <a:t> – Præcist defineret hvad målet er. </a:t>
            </a:r>
          </a:p>
          <a:p>
            <a:pPr marL="342900" indent="-342900">
              <a:buFont typeface="+mj-lt"/>
              <a:buAutoNum type="arabicPeriod"/>
            </a:pPr>
            <a:endParaRPr lang="da-DK" dirty="0"/>
          </a:p>
          <a:p>
            <a:pPr marL="342900" indent="-342900">
              <a:buFont typeface="+mj-lt"/>
              <a:buAutoNum type="arabicPeriod"/>
            </a:pPr>
            <a:r>
              <a:rPr lang="da-DK" b="1" dirty="0"/>
              <a:t>Målbare</a:t>
            </a:r>
            <a:r>
              <a:rPr lang="da-DK" dirty="0"/>
              <a:t> – Kan evalueres/måles – resultater som kan måles.</a:t>
            </a:r>
          </a:p>
          <a:p>
            <a:pPr marL="342900" indent="-342900">
              <a:buFont typeface="+mj-lt"/>
              <a:buAutoNum type="arabicPeriod"/>
            </a:pPr>
            <a:endParaRPr lang="da-DK" dirty="0"/>
          </a:p>
          <a:p>
            <a:pPr marL="342900" indent="-342900">
              <a:buFont typeface="+mj-lt"/>
              <a:buAutoNum type="arabicPeriod"/>
            </a:pPr>
            <a:r>
              <a:rPr lang="da-DK" b="1" dirty="0"/>
              <a:t>Accepterede</a:t>
            </a:r>
            <a:r>
              <a:rPr lang="da-DK" dirty="0"/>
              <a:t> – Er accepteret af styregruppe/projektgruppe/interessenter.</a:t>
            </a:r>
          </a:p>
          <a:p>
            <a:pPr marL="342900" indent="-342900">
              <a:buFont typeface="+mj-lt"/>
              <a:buAutoNum type="arabicPeriod"/>
            </a:pPr>
            <a:endParaRPr lang="da-DK" dirty="0"/>
          </a:p>
          <a:p>
            <a:pPr marL="342900" indent="-342900">
              <a:buFont typeface="+mj-lt"/>
              <a:buAutoNum type="arabicPeriod"/>
            </a:pPr>
            <a:r>
              <a:rPr lang="da-DK" b="1" dirty="0"/>
              <a:t>Realistiske</a:t>
            </a:r>
            <a:r>
              <a:rPr lang="da-DK" dirty="0"/>
              <a:t> – Realistiske og opnåelige mål - Balance mellem tid, ressourcer og ambition.</a:t>
            </a:r>
          </a:p>
          <a:p>
            <a:r>
              <a:rPr lang="da-DK" dirty="0"/>
              <a:t> </a:t>
            </a:r>
          </a:p>
          <a:p>
            <a:r>
              <a:rPr lang="da-DK" b="1" dirty="0"/>
              <a:t>5. Tidsbestemte</a:t>
            </a:r>
            <a:r>
              <a:rPr lang="da-DK" dirty="0"/>
              <a:t> – har deadlines/</a:t>
            </a:r>
            <a:r>
              <a:rPr lang="da-DK" dirty="0" err="1"/>
              <a:t>milestones</a:t>
            </a:r>
            <a:r>
              <a:rPr lang="da-DK" dirty="0"/>
              <a:t>.</a:t>
            </a:r>
          </a:p>
          <a:p>
            <a:endParaRPr lang="da-DK" dirty="0"/>
          </a:p>
        </p:txBody>
      </p:sp>
    </p:spTree>
    <p:extLst>
      <p:ext uri="{BB962C8B-B14F-4D97-AF65-F5344CB8AC3E}">
        <p14:creationId xmlns:p14="http://schemas.microsoft.com/office/powerpoint/2010/main" val="102292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Billede 9">
            <a:extLst>
              <a:ext uri="{FF2B5EF4-FFF2-40B4-BE49-F238E27FC236}">
                <a16:creationId xmlns:a16="http://schemas.microsoft.com/office/drawing/2014/main" id="{D9498361-3ED5-54AB-5498-205D323801CF}"/>
              </a:ext>
            </a:extLst>
          </p:cNvPr>
          <p:cNvPicPr>
            <a:picLocks noChangeAspect="1"/>
          </p:cNvPicPr>
          <p:nvPr/>
        </p:nvPicPr>
        <p:blipFill>
          <a:blip r:embed="rId2"/>
          <a:stretch>
            <a:fillRect/>
          </a:stretch>
        </p:blipFill>
        <p:spPr>
          <a:xfrm>
            <a:off x="4953000" y="2707497"/>
            <a:ext cx="7239000" cy="4150503"/>
          </a:xfrm>
          <a:prstGeom prst="rect">
            <a:avLst/>
          </a:prstGeom>
        </p:spPr>
      </p:pic>
      <p:sp>
        <p:nvSpPr>
          <p:cNvPr id="2" name="Titel 1">
            <a:extLst>
              <a:ext uri="{FF2B5EF4-FFF2-40B4-BE49-F238E27FC236}">
                <a16:creationId xmlns:a16="http://schemas.microsoft.com/office/drawing/2014/main" id="{105A3A98-18FE-142F-2F7C-CB44ED6C3022}"/>
              </a:ext>
            </a:extLst>
          </p:cNvPr>
          <p:cNvSpPr>
            <a:spLocks noGrp="1"/>
          </p:cNvSpPr>
          <p:nvPr>
            <p:ph type="title"/>
          </p:nvPr>
        </p:nvSpPr>
        <p:spPr/>
        <p:txBody>
          <a:bodyPr/>
          <a:lstStyle/>
          <a:p>
            <a:r>
              <a:rPr lang="da-DK" dirty="0"/>
              <a:t>Opgave 2 Projektmålsætninger</a:t>
            </a:r>
          </a:p>
        </p:txBody>
      </p:sp>
      <p:sp>
        <p:nvSpPr>
          <p:cNvPr id="3" name="Pladsholder til indhold 2">
            <a:extLst>
              <a:ext uri="{FF2B5EF4-FFF2-40B4-BE49-F238E27FC236}">
                <a16:creationId xmlns:a16="http://schemas.microsoft.com/office/drawing/2014/main" id="{E2ECC681-BBA3-701E-2B32-88CD4D76BB87}"/>
              </a:ext>
            </a:extLst>
          </p:cNvPr>
          <p:cNvSpPr>
            <a:spLocks noGrp="1"/>
          </p:cNvSpPr>
          <p:nvPr>
            <p:ph sz="quarter" idx="10"/>
          </p:nvPr>
        </p:nvSpPr>
        <p:spPr>
          <a:xfrm>
            <a:off x="838200" y="1460938"/>
            <a:ext cx="10515600" cy="5511362"/>
          </a:xfrm>
        </p:spPr>
        <p:txBody>
          <a:bodyPr/>
          <a:lstStyle/>
          <a:p>
            <a:r>
              <a:rPr lang="da-DK" sz="1600" b="1" dirty="0"/>
              <a:t>Mål:</a:t>
            </a:r>
            <a:r>
              <a:rPr lang="da-DK" sz="1600" dirty="0"/>
              <a:t> At kunne definere målsætninger for et projekt.</a:t>
            </a:r>
          </a:p>
          <a:p>
            <a:r>
              <a:rPr lang="da-DK" sz="1600" b="1" dirty="0"/>
              <a:t>Opgave:</a:t>
            </a:r>
          </a:p>
          <a:p>
            <a:r>
              <a:rPr lang="da-DK" sz="1600" dirty="0"/>
              <a:t>Med baggrund i indbruddet har Hvedebros ledelse besluttet, at </a:t>
            </a:r>
            <a:r>
              <a:rPr lang="da-DK" sz="1600" b="1" dirty="0"/>
              <a:t>styrke fysisk sikkerhed</a:t>
            </a:r>
            <a:r>
              <a:rPr lang="da-DK" sz="1600" dirty="0"/>
              <a:t>. Tænk </a:t>
            </a:r>
            <a:r>
              <a:rPr lang="da-DK" sz="1600" i="1" dirty="0"/>
              <a:t>administrations bygning /produktions bygning/ lager bygning/ hele virksomhedens grund</a:t>
            </a:r>
            <a:r>
              <a:rPr lang="da-DK" sz="1600" dirty="0"/>
              <a:t>. Du skal nu definere projektets målsætninger. </a:t>
            </a:r>
          </a:p>
          <a:p>
            <a:pPr marL="285750" indent="-285750">
              <a:buFontTx/>
              <a:buChar char="-"/>
            </a:pPr>
            <a:r>
              <a:rPr lang="da-DK" sz="1600" dirty="0"/>
              <a:t>Hvad vil I sikre Hvedebro imod -  fysisk sikkerhed? </a:t>
            </a:r>
          </a:p>
          <a:p>
            <a:pPr marL="285750" indent="-285750">
              <a:buFontTx/>
              <a:buChar char="-"/>
            </a:pPr>
            <a:r>
              <a:rPr lang="da-DK" sz="1600" dirty="0"/>
              <a:t>Definer 3 bygningssikrings projekter</a:t>
            </a:r>
          </a:p>
          <a:p>
            <a:pPr marL="285750" indent="-285750">
              <a:buFontTx/>
              <a:buChar char="-"/>
            </a:pPr>
            <a:r>
              <a:rPr lang="da-DK" sz="1600" dirty="0"/>
              <a:t>Hvad er mål for projekterne? </a:t>
            </a:r>
          </a:p>
          <a:p>
            <a:pPr marL="285750" indent="-285750">
              <a:buFontTx/>
              <a:buChar char="-"/>
            </a:pPr>
            <a:r>
              <a:rPr lang="da-DK" sz="1600" dirty="0"/>
              <a:t>Hvilke sikringsværktøjer vil du anvende?</a:t>
            </a:r>
          </a:p>
          <a:p>
            <a:pPr marL="285750" indent="-285750">
              <a:buFontTx/>
              <a:buChar char="-"/>
            </a:pPr>
            <a:r>
              <a:rPr lang="da-DK" sz="1600" dirty="0"/>
              <a:t>Er der behov for afgrænsning?</a:t>
            </a:r>
          </a:p>
          <a:p>
            <a:endParaRPr lang="da-DK" sz="1600" dirty="0"/>
          </a:p>
          <a:p>
            <a:r>
              <a:rPr lang="da-DK" sz="1600" b="1" dirty="0"/>
              <a:t>Tid til opgaven: </a:t>
            </a:r>
          </a:p>
          <a:p>
            <a:r>
              <a:rPr lang="da-DK" sz="1600" b="1" dirty="0"/>
              <a:t> -    </a:t>
            </a:r>
            <a:r>
              <a:rPr lang="da-DK" sz="1600" dirty="0"/>
              <a:t>Drøft 2 og 2 i 10 min. og vend det derefter </a:t>
            </a:r>
          </a:p>
          <a:p>
            <a:r>
              <a:rPr lang="da-DK" sz="1600" dirty="0"/>
              <a:t>      med de 2 andre om bordet i 10. min.</a:t>
            </a:r>
          </a:p>
          <a:p>
            <a:r>
              <a:rPr lang="da-DK" sz="1600" dirty="0"/>
              <a:t>      Skriv på </a:t>
            </a:r>
            <a:r>
              <a:rPr lang="da-DK" sz="1600" dirty="0" err="1"/>
              <a:t>flip-over</a:t>
            </a:r>
            <a:r>
              <a:rPr lang="da-DK" sz="1600" dirty="0"/>
              <a:t>.</a:t>
            </a:r>
          </a:p>
          <a:p>
            <a:r>
              <a:rPr lang="da-DK" sz="1600" dirty="0"/>
              <a:t> .</a:t>
            </a:r>
          </a:p>
          <a:p>
            <a:pPr marL="285750" indent="-285750">
              <a:buFontTx/>
              <a:buChar char="-"/>
            </a:pPr>
            <a:endParaRPr lang="da-DK" sz="1600" dirty="0"/>
          </a:p>
          <a:p>
            <a:endParaRPr lang="da-DK" dirty="0"/>
          </a:p>
          <a:p>
            <a:endParaRPr lang="da-DK" dirty="0">
              <a:solidFill>
                <a:srgbClr val="FF0000"/>
              </a:solidFill>
            </a:endParaRPr>
          </a:p>
          <a:p>
            <a:endParaRPr lang="da-DK" dirty="0">
              <a:solidFill>
                <a:srgbClr val="FF0000"/>
              </a:solidFill>
            </a:endParaRPr>
          </a:p>
          <a:p>
            <a:endParaRPr lang="da-DK" dirty="0"/>
          </a:p>
        </p:txBody>
      </p:sp>
    </p:spTree>
    <p:extLst>
      <p:ext uri="{BB962C8B-B14F-4D97-AF65-F5344CB8AC3E}">
        <p14:creationId xmlns:p14="http://schemas.microsoft.com/office/powerpoint/2010/main" val="586116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8E1BD4-BE3A-5162-C524-A21740E89251}"/>
              </a:ext>
            </a:extLst>
          </p:cNvPr>
          <p:cNvSpPr>
            <a:spLocks noGrp="1"/>
          </p:cNvSpPr>
          <p:nvPr>
            <p:ph type="title"/>
          </p:nvPr>
        </p:nvSpPr>
        <p:spPr/>
        <p:txBody>
          <a:bodyPr/>
          <a:lstStyle/>
          <a:p>
            <a:r>
              <a:rPr lang="da-DK" dirty="0"/>
              <a:t>Fase 2</a:t>
            </a:r>
          </a:p>
        </p:txBody>
      </p:sp>
      <p:pic>
        <p:nvPicPr>
          <p:cNvPr id="5" name="Pladsholder til indhold 4">
            <a:extLst>
              <a:ext uri="{FF2B5EF4-FFF2-40B4-BE49-F238E27FC236}">
                <a16:creationId xmlns:a16="http://schemas.microsoft.com/office/drawing/2014/main" id="{05764D4F-9B72-4908-4FE6-FFA1F21C0217}"/>
              </a:ext>
            </a:extLst>
          </p:cNvPr>
          <p:cNvPicPr>
            <a:picLocks noGrp="1" noChangeAspect="1"/>
          </p:cNvPicPr>
          <p:nvPr>
            <p:ph sz="quarter" idx="10"/>
          </p:nvPr>
        </p:nvPicPr>
        <p:blipFill>
          <a:blip r:embed="rId2"/>
          <a:stretch>
            <a:fillRect/>
          </a:stretch>
        </p:blipFill>
        <p:spPr>
          <a:xfrm>
            <a:off x="1769003" y="2429858"/>
            <a:ext cx="8653994" cy="1801650"/>
          </a:xfrm>
        </p:spPr>
      </p:pic>
      <p:sp>
        <p:nvSpPr>
          <p:cNvPr id="6" name="Pil: nedad 5">
            <a:extLst>
              <a:ext uri="{FF2B5EF4-FFF2-40B4-BE49-F238E27FC236}">
                <a16:creationId xmlns:a16="http://schemas.microsoft.com/office/drawing/2014/main" id="{01DCF0F0-6407-F26A-D1B5-C8A8DA0BED6F}"/>
              </a:ext>
            </a:extLst>
          </p:cNvPr>
          <p:cNvSpPr/>
          <p:nvPr/>
        </p:nvSpPr>
        <p:spPr>
          <a:xfrm>
            <a:off x="4866290" y="1366345"/>
            <a:ext cx="536027" cy="11981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3" name="Taleboble: oval 2">
            <a:extLst>
              <a:ext uri="{FF2B5EF4-FFF2-40B4-BE49-F238E27FC236}">
                <a16:creationId xmlns:a16="http://schemas.microsoft.com/office/drawing/2014/main" id="{0F09C7DB-8CFF-834A-FE0E-D42CFBC90D2F}"/>
              </a:ext>
            </a:extLst>
          </p:cNvPr>
          <p:cNvSpPr/>
          <p:nvPr/>
        </p:nvSpPr>
        <p:spPr>
          <a:xfrm>
            <a:off x="4425609" y="4662420"/>
            <a:ext cx="6257365" cy="1658470"/>
          </a:xfrm>
          <a:prstGeom prst="wedgeEllipseCallout">
            <a:avLst>
              <a:gd name="adj1" fmla="val -37475"/>
              <a:gd name="adj2" fmla="val -833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dirty="0">
                <a:solidFill>
                  <a:schemeClr val="tx1"/>
                </a:solidFill>
              </a:rPr>
              <a:t>Gennemføres i samarbejde med relevante enheder i organisationen.</a:t>
            </a:r>
          </a:p>
          <a:p>
            <a:pPr algn="ctr"/>
            <a:endParaRPr lang="da-DK" dirty="0">
              <a:solidFill>
                <a:schemeClr val="tx1"/>
              </a:solidFill>
            </a:endParaRPr>
          </a:p>
          <a:p>
            <a:pPr algn="ctr"/>
            <a:r>
              <a:rPr lang="da-DK" dirty="0">
                <a:solidFill>
                  <a:schemeClr val="tx1"/>
                </a:solidFill>
              </a:rPr>
              <a:t>Projektleder.</a:t>
            </a:r>
          </a:p>
        </p:txBody>
      </p:sp>
    </p:spTree>
    <p:extLst>
      <p:ext uri="{BB962C8B-B14F-4D97-AF65-F5344CB8AC3E}">
        <p14:creationId xmlns:p14="http://schemas.microsoft.com/office/powerpoint/2010/main" val="475101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99EF51-B28F-9C49-A81A-4ABA8DCFFF60}"/>
              </a:ext>
            </a:extLst>
          </p:cNvPr>
          <p:cNvSpPr>
            <a:spLocks noGrp="1"/>
          </p:cNvSpPr>
          <p:nvPr>
            <p:ph type="title"/>
          </p:nvPr>
        </p:nvSpPr>
        <p:spPr/>
        <p:txBody>
          <a:bodyPr/>
          <a:lstStyle/>
          <a:p>
            <a:r>
              <a:rPr lang="da-DK" dirty="0"/>
              <a:t>Hvem er interessenter i projektet? </a:t>
            </a:r>
          </a:p>
        </p:txBody>
      </p:sp>
      <p:pic>
        <p:nvPicPr>
          <p:cNvPr id="5" name="Pladsholder til indhold 4">
            <a:extLst>
              <a:ext uri="{FF2B5EF4-FFF2-40B4-BE49-F238E27FC236}">
                <a16:creationId xmlns:a16="http://schemas.microsoft.com/office/drawing/2014/main" id="{4F64E176-9B2F-F78F-3FE9-86309143AF2D}"/>
              </a:ext>
            </a:extLst>
          </p:cNvPr>
          <p:cNvPicPr>
            <a:picLocks noGrp="1" noChangeAspect="1"/>
          </p:cNvPicPr>
          <p:nvPr>
            <p:ph sz="quarter" idx="10"/>
          </p:nvPr>
        </p:nvPicPr>
        <p:blipFill>
          <a:blip r:embed="rId2"/>
          <a:stretch>
            <a:fillRect/>
          </a:stretch>
        </p:blipFill>
        <p:spPr>
          <a:xfrm>
            <a:off x="6429375" y="1588981"/>
            <a:ext cx="4260608" cy="4252121"/>
          </a:xfrm>
        </p:spPr>
      </p:pic>
      <p:sp>
        <p:nvSpPr>
          <p:cNvPr id="7" name="Tekstfelt 6">
            <a:extLst>
              <a:ext uri="{FF2B5EF4-FFF2-40B4-BE49-F238E27FC236}">
                <a16:creationId xmlns:a16="http://schemas.microsoft.com/office/drawing/2014/main" id="{4EC94FF5-25A1-79B1-9AAE-6D881F9C0239}"/>
              </a:ext>
            </a:extLst>
          </p:cNvPr>
          <p:cNvSpPr txBox="1"/>
          <p:nvPr/>
        </p:nvSpPr>
        <p:spPr>
          <a:xfrm>
            <a:off x="6212233" y="6472255"/>
            <a:ext cx="6274676"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Montserrat"/>
                <a:ea typeface="+mn-ea"/>
                <a:cs typeface="+mn-cs"/>
              </a:rPr>
              <a:t>(E. Freeman’s Strategic Management: A Stakeholder Approach, 1984</a:t>
            </a:r>
            <a:endParaRPr kumimoji="0" lang="da-DK" sz="9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3" name="Tekstfelt 2">
            <a:extLst>
              <a:ext uri="{FF2B5EF4-FFF2-40B4-BE49-F238E27FC236}">
                <a16:creationId xmlns:a16="http://schemas.microsoft.com/office/drawing/2014/main" id="{DFE30FA9-19EE-BE3B-E755-9F11B6B7AA7E}"/>
              </a:ext>
            </a:extLst>
          </p:cNvPr>
          <p:cNvSpPr txBox="1"/>
          <p:nvPr/>
        </p:nvSpPr>
        <p:spPr>
          <a:xfrm>
            <a:off x="981075" y="2133600"/>
            <a:ext cx="4762842" cy="2031325"/>
          </a:xfrm>
          <a:prstGeom prst="rect">
            <a:avLst/>
          </a:prstGeom>
          <a:noFill/>
        </p:spPr>
        <p:txBody>
          <a:bodyPr wrap="none" rtlCol="0">
            <a:spAutoFit/>
          </a:bodyPr>
          <a:lstStyle/>
          <a:p>
            <a:r>
              <a:rPr lang="da-DK" dirty="0"/>
              <a:t>Interessenter er alle som </a:t>
            </a:r>
            <a:r>
              <a:rPr lang="da-DK" b="1" dirty="0"/>
              <a:t>påvirker eller </a:t>
            </a:r>
          </a:p>
          <a:p>
            <a:r>
              <a:rPr lang="da-DK" b="1" dirty="0"/>
              <a:t>påvirkes</a:t>
            </a:r>
            <a:r>
              <a:rPr lang="da-DK" dirty="0"/>
              <a:t> af projektet.</a:t>
            </a:r>
          </a:p>
          <a:p>
            <a:endParaRPr lang="da-DK" dirty="0"/>
          </a:p>
          <a:p>
            <a:pPr marL="285750" indent="-285750">
              <a:buFont typeface="Arial" panose="020B0604020202020204" pitchFamily="34" charset="0"/>
              <a:buChar char="•"/>
            </a:pPr>
            <a:r>
              <a:rPr lang="da-DK" dirty="0"/>
              <a:t>Interne og eksterne aktører</a:t>
            </a:r>
          </a:p>
          <a:p>
            <a:pPr marL="285750" indent="-285750">
              <a:buFont typeface="Arial" panose="020B0604020202020204" pitchFamily="34" charset="0"/>
              <a:buChar char="•"/>
            </a:pPr>
            <a:r>
              <a:rPr lang="da-DK" dirty="0"/>
              <a:t>Roller og indflydelse</a:t>
            </a:r>
          </a:p>
          <a:p>
            <a:pPr marL="285750" indent="-285750">
              <a:buFont typeface="Arial" panose="020B0604020202020204" pitchFamily="34" charset="0"/>
              <a:buChar char="•"/>
            </a:pPr>
            <a:r>
              <a:rPr lang="da-DK" dirty="0"/>
              <a:t>Behov og forventninger</a:t>
            </a:r>
          </a:p>
          <a:p>
            <a:endParaRPr lang="da-DK" dirty="0"/>
          </a:p>
        </p:txBody>
      </p:sp>
    </p:spTree>
    <p:extLst>
      <p:ext uri="{BB962C8B-B14F-4D97-AF65-F5344CB8AC3E}">
        <p14:creationId xmlns:p14="http://schemas.microsoft.com/office/powerpoint/2010/main" val="4121591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C14535-2B04-42BB-489E-B94A4F46C8E4}"/>
              </a:ext>
            </a:extLst>
          </p:cNvPr>
          <p:cNvSpPr>
            <a:spLocks noGrp="1"/>
          </p:cNvSpPr>
          <p:nvPr>
            <p:ph type="title"/>
          </p:nvPr>
        </p:nvSpPr>
        <p:spPr/>
        <p:txBody>
          <a:bodyPr/>
          <a:lstStyle/>
          <a:p>
            <a:r>
              <a:rPr lang="da-DK" dirty="0"/>
              <a:t>Opgave 3 - Interessent analyse</a:t>
            </a:r>
          </a:p>
        </p:txBody>
      </p:sp>
      <p:sp>
        <p:nvSpPr>
          <p:cNvPr id="3" name="Pladsholder til indhold 2">
            <a:extLst>
              <a:ext uri="{FF2B5EF4-FFF2-40B4-BE49-F238E27FC236}">
                <a16:creationId xmlns:a16="http://schemas.microsoft.com/office/drawing/2014/main" id="{C288C4F6-DB18-6B21-296E-07C9185C844E}"/>
              </a:ext>
            </a:extLst>
          </p:cNvPr>
          <p:cNvSpPr>
            <a:spLocks noGrp="1"/>
          </p:cNvSpPr>
          <p:nvPr>
            <p:ph sz="quarter" idx="10"/>
          </p:nvPr>
        </p:nvSpPr>
        <p:spPr>
          <a:xfrm>
            <a:off x="923925" y="1128606"/>
            <a:ext cx="10515600" cy="4398291"/>
          </a:xfrm>
        </p:spPr>
        <p:txBody>
          <a:bodyPr/>
          <a:lstStyle/>
          <a:p>
            <a:endParaRPr lang="da-DK" dirty="0"/>
          </a:p>
          <a:p>
            <a:r>
              <a:rPr lang="da-DK" sz="1600" b="1" dirty="0"/>
              <a:t>Læring/mål:</a:t>
            </a:r>
          </a:p>
          <a:p>
            <a:r>
              <a:rPr lang="da-DK" sz="1600" dirty="0"/>
              <a:t>Målet med en interessentanalyse i et projekt er at skabe et klart overblik over alle de personer, grupper eller organisationer, som kan påvirke projektet – eller selv blive påvirket af det. En interessentanalyse identificerer, </a:t>
            </a:r>
            <a:r>
              <a:rPr lang="da-DK" sz="1600" i="1" dirty="0"/>
              <a:t>hvad</a:t>
            </a:r>
            <a:r>
              <a:rPr lang="da-DK" sz="1600" dirty="0"/>
              <a:t> de ønsker, og </a:t>
            </a:r>
            <a:r>
              <a:rPr lang="da-DK" sz="1600" i="1" dirty="0"/>
              <a:t>hvordan</a:t>
            </a:r>
            <a:r>
              <a:rPr lang="da-DK" sz="1600" dirty="0"/>
              <a:t> man bedst håndterer deres behov, forventninger og eventuelle bekymringer.</a:t>
            </a:r>
          </a:p>
          <a:p>
            <a:r>
              <a:rPr lang="da-DK" sz="1600" i="1" dirty="0">
                <a:solidFill>
                  <a:srgbClr val="FF0000"/>
                </a:solidFill>
              </a:rPr>
              <a:t>Identificerer, hvem der har interesse i Hvedebro projektet, og hvilken rolle/interesse de har.</a:t>
            </a:r>
          </a:p>
          <a:p>
            <a:r>
              <a:rPr lang="da-DK" sz="1600" i="1" dirty="0">
                <a:solidFill>
                  <a:srgbClr val="FF0000"/>
                </a:solidFill>
              </a:rPr>
              <a:t>Find de 3 vigtigste interessenter og udfyld skema. </a:t>
            </a:r>
          </a:p>
          <a:p>
            <a:r>
              <a:rPr lang="da-DK" sz="1600" b="1" dirty="0"/>
              <a:t>Tid: </a:t>
            </a:r>
            <a:r>
              <a:rPr lang="da-DK" sz="1600" i="1" dirty="0"/>
              <a:t>10 min til drøftelse og udfyldning omkring bordet. Skriv på pc - opsamling i plenum. </a:t>
            </a:r>
            <a:endParaRPr lang="da-DK" b="1" dirty="0"/>
          </a:p>
          <a:p>
            <a:endParaRPr lang="da-DK" b="1" dirty="0"/>
          </a:p>
        </p:txBody>
      </p:sp>
      <p:graphicFrame>
        <p:nvGraphicFramePr>
          <p:cNvPr id="4" name="Pladsholder til indhold 3">
            <a:extLst>
              <a:ext uri="{FF2B5EF4-FFF2-40B4-BE49-F238E27FC236}">
                <a16:creationId xmlns:a16="http://schemas.microsoft.com/office/drawing/2014/main" id="{7518F9F4-A060-871C-D1F4-451359CAEB1A}"/>
              </a:ext>
            </a:extLst>
          </p:cNvPr>
          <p:cNvGraphicFramePr>
            <a:graphicFrameLocks/>
          </p:cNvGraphicFramePr>
          <p:nvPr>
            <p:extLst>
              <p:ext uri="{D42A27DB-BD31-4B8C-83A1-F6EECF244321}">
                <p14:modId xmlns:p14="http://schemas.microsoft.com/office/powerpoint/2010/main" val="3011730382"/>
              </p:ext>
            </p:extLst>
          </p:nvPr>
        </p:nvGraphicFramePr>
        <p:xfrm>
          <a:off x="1009648" y="4244289"/>
          <a:ext cx="10515602" cy="2363227"/>
        </p:xfrm>
        <a:graphic>
          <a:graphicData uri="http://schemas.openxmlformats.org/drawingml/2006/table">
            <a:tbl>
              <a:tblPr/>
              <a:tblGrid>
                <a:gridCol w="2028827">
                  <a:extLst>
                    <a:ext uri="{9D8B030D-6E8A-4147-A177-3AD203B41FA5}">
                      <a16:colId xmlns:a16="http://schemas.microsoft.com/office/drawing/2014/main" val="1266175705"/>
                    </a:ext>
                  </a:extLst>
                </a:gridCol>
                <a:gridCol w="2152075">
                  <a:extLst>
                    <a:ext uri="{9D8B030D-6E8A-4147-A177-3AD203B41FA5}">
                      <a16:colId xmlns:a16="http://schemas.microsoft.com/office/drawing/2014/main" val="240731458"/>
                    </a:ext>
                  </a:extLst>
                </a:gridCol>
                <a:gridCol w="2407186">
                  <a:extLst>
                    <a:ext uri="{9D8B030D-6E8A-4147-A177-3AD203B41FA5}">
                      <a16:colId xmlns:a16="http://schemas.microsoft.com/office/drawing/2014/main" val="2888333238"/>
                    </a:ext>
                  </a:extLst>
                </a:gridCol>
                <a:gridCol w="2533880">
                  <a:extLst>
                    <a:ext uri="{9D8B030D-6E8A-4147-A177-3AD203B41FA5}">
                      <a16:colId xmlns:a16="http://schemas.microsoft.com/office/drawing/2014/main" val="3630752026"/>
                    </a:ext>
                  </a:extLst>
                </a:gridCol>
                <a:gridCol w="1393634">
                  <a:extLst>
                    <a:ext uri="{9D8B030D-6E8A-4147-A177-3AD203B41FA5}">
                      <a16:colId xmlns:a16="http://schemas.microsoft.com/office/drawing/2014/main" val="1283629096"/>
                    </a:ext>
                  </a:extLst>
                </a:gridCol>
              </a:tblGrid>
              <a:tr h="1114964">
                <a:tc>
                  <a:txBody>
                    <a:bodyPr/>
                    <a:lstStyle/>
                    <a:p>
                      <a:pPr algn="ctr" fontAlgn="ctr">
                        <a:buNone/>
                      </a:pPr>
                      <a:r>
                        <a:rPr lang="da-DK" sz="1600" b="1" i="0" u="none" strike="noStrike" dirty="0">
                          <a:solidFill>
                            <a:srgbClr val="000000"/>
                          </a:solidFill>
                          <a:effectLst/>
                          <a:latin typeface="Calibri" panose="020F0502020204030204" pitchFamily="34" charset="0"/>
                        </a:rPr>
                        <a:t>Interessent</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Hvem er interessenten</a:t>
                      </a:r>
                    </a:p>
                  </a:txBody>
                  <a:tcPr marL="5759" marR="5759" marT="5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Oplevede fordele</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Beskrivelse af de kendte fordele ved projektet for interessenten</a:t>
                      </a:r>
                    </a:p>
                  </a:txBody>
                  <a:tcPr marL="5759" marR="5759" marT="5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Oplevede ulemper</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Beskrivelse af de kendte ulemper ved projektet for interessenten</a:t>
                      </a:r>
                    </a:p>
                  </a:txBody>
                  <a:tcPr marL="5759" marR="5759" marT="5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Konkrete handlinger</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Beskrivelse af tiltag, som vil skaffe opbakning til og accept af projektet</a:t>
                      </a:r>
                    </a:p>
                  </a:txBody>
                  <a:tcPr marL="5759" marR="5759" marT="5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Ansvarlig / deadline</a:t>
                      </a:r>
                    </a:p>
                  </a:txBody>
                  <a:tcPr marL="5759" marR="5759" marT="5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513413334"/>
                  </a:ext>
                </a:extLst>
              </a:tr>
              <a:tr h="277432">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76490148"/>
                  </a:ext>
                </a:extLst>
              </a:tr>
              <a:tr h="266700">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349514"/>
                  </a:ext>
                </a:extLst>
              </a:tr>
              <a:tr h="228600">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4343505"/>
                  </a:ext>
                </a:extLst>
              </a:tr>
              <a:tr h="226520">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4178022"/>
                  </a:ext>
                </a:extLst>
              </a:tr>
              <a:tr h="249011">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5759" marR="5759" marT="5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8632046"/>
                  </a:ext>
                </a:extLst>
              </a:tr>
            </a:tbl>
          </a:graphicData>
        </a:graphic>
      </p:graphicFrame>
    </p:spTree>
    <p:extLst>
      <p:ext uri="{BB962C8B-B14F-4D97-AF65-F5344CB8AC3E}">
        <p14:creationId xmlns:p14="http://schemas.microsoft.com/office/powerpoint/2010/main" val="1890354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8F73E4-8F25-6D68-EE45-55E54AA5CE44}"/>
              </a:ext>
            </a:extLst>
          </p:cNvPr>
          <p:cNvSpPr>
            <a:spLocks noGrp="1"/>
          </p:cNvSpPr>
          <p:nvPr>
            <p:ph type="title"/>
          </p:nvPr>
        </p:nvSpPr>
        <p:spPr/>
        <p:txBody>
          <a:bodyPr/>
          <a:lstStyle/>
          <a:p>
            <a:r>
              <a:rPr lang="da-DK" dirty="0"/>
              <a:t>Opgave - Hvem vil I sige hvad til? </a:t>
            </a:r>
            <a:br>
              <a:rPr lang="da-DK" dirty="0"/>
            </a:br>
            <a:r>
              <a:rPr lang="da-DK" sz="1400" dirty="0"/>
              <a:t>Behandles i næste semester – Kommunikation og rapportering  </a:t>
            </a:r>
          </a:p>
        </p:txBody>
      </p:sp>
      <p:graphicFrame>
        <p:nvGraphicFramePr>
          <p:cNvPr id="4" name="Tabel 3">
            <a:extLst>
              <a:ext uri="{FF2B5EF4-FFF2-40B4-BE49-F238E27FC236}">
                <a16:creationId xmlns:a16="http://schemas.microsoft.com/office/drawing/2014/main" id="{CAD7B15C-7AE6-A3CF-1373-DE386F44E0D4}"/>
              </a:ext>
            </a:extLst>
          </p:cNvPr>
          <p:cNvGraphicFramePr>
            <a:graphicFrameLocks noGrp="1"/>
          </p:cNvGraphicFramePr>
          <p:nvPr>
            <p:extLst>
              <p:ext uri="{D42A27DB-BD31-4B8C-83A1-F6EECF244321}">
                <p14:modId xmlns:p14="http://schemas.microsoft.com/office/powerpoint/2010/main" val="4036250254"/>
              </p:ext>
            </p:extLst>
          </p:nvPr>
        </p:nvGraphicFramePr>
        <p:xfrm>
          <a:off x="881691" y="3229802"/>
          <a:ext cx="10515600" cy="1976256"/>
        </p:xfrm>
        <a:graphic>
          <a:graphicData uri="http://schemas.openxmlformats.org/drawingml/2006/table">
            <a:tbl>
              <a:tblPr/>
              <a:tblGrid>
                <a:gridCol w="2348753">
                  <a:extLst>
                    <a:ext uri="{9D8B030D-6E8A-4147-A177-3AD203B41FA5}">
                      <a16:colId xmlns:a16="http://schemas.microsoft.com/office/drawing/2014/main" val="331427362"/>
                    </a:ext>
                  </a:extLst>
                </a:gridCol>
                <a:gridCol w="1402759">
                  <a:extLst>
                    <a:ext uri="{9D8B030D-6E8A-4147-A177-3AD203B41FA5}">
                      <a16:colId xmlns:a16="http://schemas.microsoft.com/office/drawing/2014/main" val="3699715268"/>
                    </a:ext>
                  </a:extLst>
                </a:gridCol>
                <a:gridCol w="1878323">
                  <a:extLst>
                    <a:ext uri="{9D8B030D-6E8A-4147-A177-3AD203B41FA5}">
                      <a16:colId xmlns:a16="http://schemas.microsoft.com/office/drawing/2014/main" val="2533772421"/>
                    </a:ext>
                  </a:extLst>
                </a:gridCol>
                <a:gridCol w="1256740">
                  <a:extLst>
                    <a:ext uri="{9D8B030D-6E8A-4147-A177-3AD203B41FA5}">
                      <a16:colId xmlns:a16="http://schemas.microsoft.com/office/drawing/2014/main" val="1737024364"/>
                    </a:ext>
                  </a:extLst>
                </a:gridCol>
                <a:gridCol w="900605">
                  <a:extLst>
                    <a:ext uri="{9D8B030D-6E8A-4147-A177-3AD203B41FA5}">
                      <a16:colId xmlns:a16="http://schemas.microsoft.com/office/drawing/2014/main" val="2043793673"/>
                    </a:ext>
                  </a:extLst>
                </a:gridCol>
                <a:gridCol w="1159606">
                  <a:extLst>
                    <a:ext uri="{9D8B030D-6E8A-4147-A177-3AD203B41FA5}">
                      <a16:colId xmlns:a16="http://schemas.microsoft.com/office/drawing/2014/main" val="4243764799"/>
                    </a:ext>
                  </a:extLst>
                </a:gridCol>
                <a:gridCol w="1568814">
                  <a:extLst>
                    <a:ext uri="{9D8B030D-6E8A-4147-A177-3AD203B41FA5}">
                      <a16:colId xmlns:a16="http://schemas.microsoft.com/office/drawing/2014/main" val="2750243296"/>
                    </a:ext>
                  </a:extLst>
                </a:gridCol>
              </a:tblGrid>
              <a:tr h="623708">
                <a:tc>
                  <a:txBody>
                    <a:bodyPr/>
                    <a:lstStyle/>
                    <a:p>
                      <a:pPr algn="ctr" fontAlgn="ctr">
                        <a:buNone/>
                      </a:pPr>
                      <a:r>
                        <a:rPr lang="da-DK" sz="1600" b="1" i="0" u="none" strike="noStrike" dirty="0">
                          <a:solidFill>
                            <a:srgbClr val="000000"/>
                          </a:solidFill>
                          <a:effectLst/>
                          <a:latin typeface="Calibri" panose="020F0502020204030204" pitchFamily="34" charset="0"/>
                        </a:rPr>
                        <a:t>Målgruppe/interessent(er)</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HVEM</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Budskab og interesse</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HVAD</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Kommunikationsform</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HVORDAN</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Dato for handling</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HVORNÅR</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Ansvarlig</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Forventet reaktion</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Bemærkninger</a:t>
                      </a:r>
                    </a:p>
                  </a:txBody>
                  <a:tcPr marL="5684" marR="5684" marT="5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1610510695"/>
                  </a:ext>
                </a:extLst>
              </a:tr>
              <a:tr h="311853">
                <a:tc>
                  <a:txBody>
                    <a:bodyPr/>
                    <a:lstStyle/>
                    <a:p>
                      <a:pPr algn="l" fontAlgn="b">
                        <a:buNone/>
                      </a:pPr>
                      <a:endParaRPr lang="da-DK" sz="1200" b="0" i="0" u="none" strike="noStrike" dirty="0">
                        <a:solidFill>
                          <a:srgbClr val="000000"/>
                        </a:solidFill>
                        <a:effectLst/>
                        <a:latin typeface="Calibri" panose="020F0502020204030204" pitchFamily="34" charset="0"/>
                      </a:endParaRP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4258716"/>
                  </a:ext>
                </a:extLst>
              </a:tr>
              <a:tr h="303493">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1057240"/>
                  </a:ext>
                </a:extLst>
              </a:tr>
              <a:tr h="311853">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203724"/>
                  </a:ext>
                </a:extLst>
              </a:tr>
              <a:tr h="311853">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200" b="0" i="0" u="none" strike="noStrike" dirty="0">
                          <a:solidFill>
                            <a:srgbClr val="000000"/>
                          </a:solidFill>
                          <a:effectLst/>
                          <a:latin typeface="Calibri" panose="020F0502020204030204" pitchFamily="34" charset="0"/>
                        </a:rPr>
                        <a:t> </a:t>
                      </a:r>
                    </a:p>
                  </a:txBody>
                  <a:tcPr marL="5684" marR="5684" marT="568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1723906"/>
                  </a:ext>
                </a:extLst>
              </a:tr>
            </a:tbl>
          </a:graphicData>
        </a:graphic>
      </p:graphicFrame>
      <p:sp>
        <p:nvSpPr>
          <p:cNvPr id="3" name="Tekstfelt 2">
            <a:extLst>
              <a:ext uri="{FF2B5EF4-FFF2-40B4-BE49-F238E27FC236}">
                <a16:creationId xmlns:a16="http://schemas.microsoft.com/office/drawing/2014/main" id="{C6860F90-863A-FA64-2813-06A2C4A62B3A}"/>
              </a:ext>
            </a:extLst>
          </p:cNvPr>
          <p:cNvSpPr txBox="1"/>
          <p:nvPr/>
        </p:nvSpPr>
        <p:spPr>
          <a:xfrm>
            <a:off x="838200" y="1716741"/>
            <a:ext cx="10575331" cy="923330"/>
          </a:xfrm>
          <a:prstGeom prst="rect">
            <a:avLst/>
          </a:prstGeom>
          <a:noFill/>
        </p:spPr>
        <p:txBody>
          <a:bodyPr wrap="none" rtlCol="0">
            <a:spAutoFit/>
          </a:bodyPr>
          <a:lstStyle/>
          <a:p>
            <a:r>
              <a:rPr lang="da-DK" b="1" dirty="0"/>
              <a:t>Formål og læring:</a:t>
            </a:r>
            <a:r>
              <a:rPr lang="da-DK" dirty="0"/>
              <a:t> </a:t>
            </a:r>
          </a:p>
          <a:p>
            <a:r>
              <a:rPr lang="da-DK" dirty="0"/>
              <a:t>Behandles i næste semester – kommunikation.  Brug 5 minutter ved bordet, til overordnet</a:t>
            </a:r>
          </a:p>
          <a:p>
            <a:r>
              <a:rPr lang="da-DK" dirty="0"/>
              <a:t>diskussion af modellen, og hvad indhold kunne være. Se på jeres 3 interessenter. </a:t>
            </a:r>
          </a:p>
        </p:txBody>
      </p:sp>
    </p:spTree>
    <p:extLst>
      <p:ext uri="{BB962C8B-B14F-4D97-AF65-F5344CB8AC3E}">
        <p14:creationId xmlns:p14="http://schemas.microsoft.com/office/powerpoint/2010/main" val="2730911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erson, der udarbejder en trappe">
            <a:extLst>
              <a:ext uri="{FF2B5EF4-FFF2-40B4-BE49-F238E27FC236}">
                <a16:creationId xmlns:a16="http://schemas.microsoft.com/office/drawing/2014/main" id="{148ABBD8-EA4F-A66F-1A1C-F0DF03B637A4}"/>
              </a:ext>
            </a:extLst>
          </p:cNvPr>
          <p:cNvPicPr>
            <a:picLocks noChangeAspect="1"/>
          </p:cNvPicPr>
          <p:nvPr/>
        </p:nvPicPr>
        <p:blipFill>
          <a:blip r:embed="rId2"/>
          <a:srcRect l="29799" r="10867" b="-2"/>
          <a:stretch/>
        </p:blipFill>
        <p:spPr>
          <a:xfrm>
            <a:off x="0" y="-1"/>
            <a:ext cx="5148944" cy="6858001"/>
          </a:xfrm>
          <a:prstGeom prst="rect">
            <a:avLst/>
          </a:prstGeom>
          <a:noFill/>
        </p:spPr>
      </p:pic>
      <p:sp>
        <p:nvSpPr>
          <p:cNvPr id="7" name="Pladsholder til indhold 1">
            <a:extLst>
              <a:ext uri="{FF2B5EF4-FFF2-40B4-BE49-F238E27FC236}">
                <a16:creationId xmlns:a16="http://schemas.microsoft.com/office/drawing/2014/main" id="{A8451487-BDBD-43C1-868D-FC432AA8C695}"/>
              </a:ext>
            </a:extLst>
          </p:cNvPr>
          <p:cNvSpPr>
            <a:spLocks noGrp="1"/>
          </p:cNvSpPr>
          <p:nvPr>
            <p:ph type="body" sz="quarter" idx="12"/>
          </p:nvPr>
        </p:nvSpPr>
        <p:spPr>
          <a:xfrm>
            <a:off x="5371497" y="1420459"/>
            <a:ext cx="6632586" cy="4551846"/>
          </a:xfrm>
        </p:spPr>
        <p:txBody>
          <a:bodyPr anchor="t">
            <a:normAutofit/>
          </a:bodyPr>
          <a:lstStyle/>
          <a:p>
            <a:endParaRPr lang="da-DK" dirty="0"/>
          </a:p>
          <a:p>
            <a:pPr marL="342900" indent="-342900">
              <a:buFont typeface="Arial" panose="020B0604020202020204" pitchFamily="34" charset="0"/>
              <a:buChar char="•"/>
            </a:pPr>
            <a:r>
              <a:rPr lang="da-DK" dirty="0"/>
              <a:t>Risikoanalysen er en del af </a:t>
            </a:r>
            <a:r>
              <a:rPr lang="da-DK" i="1" dirty="0"/>
              <a:t>beslutningsgrundlaget</a:t>
            </a:r>
          </a:p>
          <a:p>
            <a:pPr marL="342900" indent="-342900">
              <a:buFont typeface="Arial" panose="020B0604020202020204" pitchFamily="34" charset="0"/>
              <a:buChar char="•"/>
            </a:pPr>
            <a:r>
              <a:rPr lang="da-DK" dirty="0"/>
              <a:t>Den første risikoanalyse foretages, </a:t>
            </a:r>
            <a:r>
              <a:rPr lang="da-DK" i="1" dirty="0"/>
              <a:t>inden </a:t>
            </a:r>
            <a:r>
              <a:rPr lang="da-DK" dirty="0"/>
              <a:t>man går i gang med projektet</a:t>
            </a:r>
          </a:p>
          <a:p>
            <a:pPr marL="342900" indent="-342900">
              <a:buFont typeface="Arial" panose="020B0604020202020204" pitchFamily="34" charset="0"/>
              <a:buChar char="•"/>
            </a:pPr>
            <a:r>
              <a:rPr lang="da-DK" dirty="0"/>
              <a:t>Risikoanalysen </a:t>
            </a:r>
            <a:r>
              <a:rPr lang="da-DK" i="1" dirty="0"/>
              <a:t>opdateres </a:t>
            </a:r>
            <a:r>
              <a:rPr lang="da-DK" dirty="0"/>
              <a:t>jævnligt på møder</a:t>
            </a:r>
          </a:p>
          <a:p>
            <a:pPr marL="342900" indent="-342900">
              <a:buFont typeface="Arial" panose="020B0604020202020204" pitchFamily="34" charset="0"/>
              <a:buChar char="•"/>
            </a:pPr>
            <a:r>
              <a:rPr lang="da-DK" dirty="0"/>
              <a:t>Risikoanalysen skal være så </a:t>
            </a:r>
            <a:r>
              <a:rPr lang="da-DK" i="1" dirty="0"/>
              <a:t>ærlig </a:t>
            </a:r>
            <a:r>
              <a:rPr lang="da-DK" dirty="0"/>
              <a:t>som muligt</a:t>
            </a:r>
          </a:p>
          <a:p>
            <a:pPr marL="342900" indent="-342900">
              <a:buFont typeface="Arial" panose="020B0604020202020204" pitchFamily="34" charset="0"/>
              <a:buChar char="•"/>
            </a:pPr>
            <a:r>
              <a:rPr lang="da-DK" dirty="0"/>
              <a:t>Projektlederen bør se risikoanalysen som sit personlige kommunikationsværktøj</a:t>
            </a:r>
          </a:p>
          <a:p>
            <a:pPr marL="342900" indent="-342900">
              <a:buFont typeface="Arial" panose="020B0604020202020204" pitchFamily="34" charset="0"/>
              <a:buChar char="•"/>
            </a:pPr>
            <a:endParaRPr lang="da-DK" i="1" dirty="0"/>
          </a:p>
          <a:p>
            <a:pPr marL="342900" indent="-342900">
              <a:buFont typeface="Arial" panose="020B0604020202020204" pitchFamily="34" charset="0"/>
              <a:buChar char="•"/>
            </a:pPr>
            <a:r>
              <a:rPr lang="da-DK" i="1" dirty="0"/>
              <a:t>Eksempler</a:t>
            </a:r>
          </a:p>
          <a:p>
            <a:pPr marL="1028700" lvl="1" indent="-342900"/>
            <a:r>
              <a:rPr lang="da-DK" sz="1600" dirty="0"/>
              <a:t>Manglende ressourcer (tid, penge, personale)</a:t>
            </a:r>
          </a:p>
          <a:p>
            <a:pPr marL="1028700" lvl="1" indent="-342900"/>
            <a:r>
              <a:rPr lang="da-DK" sz="1600" dirty="0"/>
              <a:t>Kommunikationsbrist</a:t>
            </a:r>
          </a:p>
          <a:p>
            <a:pPr marL="1028700" lvl="1" indent="-342900"/>
            <a:r>
              <a:rPr lang="da-DK" sz="1600" dirty="0"/>
              <a:t>Lovgivningsmæssige ændringer/krav</a:t>
            </a:r>
          </a:p>
          <a:p>
            <a:pPr marL="342900" indent="-342900">
              <a:buFont typeface="Arial" panose="020B0604020202020204" pitchFamily="34" charset="0"/>
              <a:buChar char="•"/>
            </a:pPr>
            <a:endParaRPr lang="da-DK" dirty="0"/>
          </a:p>
        </p:txBody>
      </p:sp>
      <p:sp>
        <p:nvSpPr>
          <p:cNvPr id="2" name="Tekstfelt 1">
            <a:extLst>
              <a:ext uri="{FF2B5EF4-FFF2-40B4-BE49-F238E27FC236}">
                <a16:creationId xmlns:a16="http://schemas.microsoft.com/office/drawing/2014/main" id="{86CE0CE9-6953-5E4E-1A6F-9174E90FE139}"/>
              </a:ext>
            </a:extLst>
          </p:cNvPr>
          <p:cNvSpPr txBox="1"/>
          <p:nvPr/>
        </p:nvSpPr>
        <p:spPr>
          <a:xfrm>
            <a:off x="5371497" y="885695"/>
            <a:ext cx="6439583" cy="774571"/>
          </a:xfrm>
          <a:prstGeom prst="rect">
            <a:avLst/>
          </a:prstGeom>
          <a:noFill/>
        </p:spPr>
        <p:txBody>
          <a:bodyPr wrap="none" rtlCol="0">
            <a:spAutoFit/>
          </a:bodyPr>
          <a:lstStyle/>
          <a:p>
            <a:pPr>
              <a:lnSpc>
                <a:spcPct val="90000"/>
              </a:lnSpc>
              <a:spcBef>
                <a:spcPts val="1000"/>
              </a:spcBef>
            </a:pPr>
            <a:r>
              <a:rPr lang="da-DK" sz="2000" b="1" dirty="0">
                <a:solidFill>
                  <a:schemeClr val="accent6"/>
                </a:solidFill>
                <a:latin typeface="+mj-lt"/>
                <a:ea typeface="+mj-ea"/>
                <a:cs typeface="+mj-cs"/>
              </a:rPr>
              <a:t>Hvad gør man i forbindelse med risikoanalyse</a:t>
            </a:r>
          </a:p>
          <a:p>
            <a:pPr>
              <a:lnSpc>
                <a:spcPct val="90000"/>
              </a:lnSpc>
              <a:spcBef>
                <a:spcPts val="1000"/>
              </a:spcBef>
            </a:pPr>
            <a:r>
              <a:rPr lang="da-DK" sz="2000" b="1" dirty="0">
                <a:solidFill>
                  <a:schemeClr val="accent6"/>
                </a:solidFill>
                <a:latin typeface="+mj-lt"/>
                <a:ea typeface="+mj-ea"/>
                <a:cs typeface="+mj-cs"/>
              </a:rPr>
              <a:t>i forbindelse med projektet.</a:t>
            </a:r>
          </a:p>
        </p:txBody>
      </p:sp>
    </p:spTree>
    <p:extLst>
      <p:ext uri="{BB962C8B-B14F-4D97-AF65-F5344CB8AC3E}">
        <p14:creationId xmlns:p14="http://schemas.microsoft.com/office/powerpoint/2010/main" val="3035379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CEEE97D1-3A5E-41F4-A57F-C7B5676DFC0B}"/>
              </a:ext>
            </a:extLst>
          </p:cNvPr>
          <p:cNvSpPr>
            <a:spLocks noGrp="1"/>
          </p:cNvSpPr>
          <p:nvPr>
            <p:ph type="title"/>
          </p:nvPr>
        </p:nvSpPr>
        <p:spPr/>
        <p:txBody>
          <a:bodyPr/>
          <a:lstStyle/>
          <a:p>
            <a:r>
              <a:rPr lang="da-DK" dirty="0"/>
              <a:t>Risikoanalyse – de 5 trin </a:t>
            </a:r>
            <a:br>
              <a:rPr lang="da-DK" dirty="0"/>
            </a:br>
            <a:endParaRPr lang="da-DK" dirty="0"/>
          </a:p>
        </p:txBody>
      </p:sp>
      <p:sp>
        <p:nvSpPr>
          <p:cNvPr id="2" name="Pladsholder til indhold 1">
            <a:extLst>
              <a:ext uri="{FF2B5EF4-FFF2-40B4-BE49-F238E27FC236}">
                <a16:creationId xmlns:a16="http://schemas.microsoft.com/office/drawing/2014/main" id="{8733AB02-4D7C-45BD-B8E1-965DB95F12C6}"/>
              </a:ext>
            </a:extLst>
          </p:cNvPr>
          <p:cNvSpPr>
            <a:spLocks noGrp="1"/>
          </p:cNvSpPr>
          <p:nvPr>
            <p:ph sz="quarter" idx="10"/>
          </p:nvPr>
        </p:nvSpPr>
        <p:spPr/>
        <p:txBody>
          <a:bodyPr/>
          <a:lstStyle/>
          <a:p>
            <a:r>
              <a:rPr lang="da-DK" i="1" dirty="0"/>
              <a:t>”Det er en stor fordel af begå de fejl, man kan lære af – ret tidligt” Winston Churchill</a:t>
            </a:r>
          </a:p>
          <a:p>
            <a:endParaRPr lang="da-DK" i="1" dirty="0"/>
          </a:p>
          <a:p>
            <a:endParaRPr lang="da-DK" i="1" dirty="0"/>
          </a:p>
        </p:txBody>
      </p:sp>
      <p:sp>
        <p:nvSpPr>
          <p:cNvPr id="4" name="Ellipse 3">
            <a:extLst>
              <a:ext uri="{FF2B5EF4-FFF2-40B4-BE49-F238E27FC236}">
                <a16:creationId xmlns:a16="http://schemas.microsoft.com/office/drawing/2014/main" id="{30AAC26D-D2D7-4915-80D7-1EC875257E2E}"/>
              </a:ext>
            </a:extLst>
          </p:cNvPr>
          <p:cNvSpPr/>
          <p:nvPr/>
        </p:nvSpPr>
        <p:spPr>
          <a:xfrm>
            <a:off x="844210" y="2420116"/>
            <a:ext cx="2813390" cy="1282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ontserrat"/>
                <a:ea typeface="+mn-ea"/>
                <a:cs typeface="+mn-cs"/>
              </a:rPr>
              <a:t>Kriseledelse</a:t>
            </a:r>
          </a:p>
        </p:txBody>
      </p:sp>
      <p:sp>
        <p:nvSpPr>
          <p:cNvPr id="5" name="Ellipse 4">
            <a:extLst>
              <a:ext uri="{FF2B5EF4-FFF2-40B4-BE49-F238E27FC236}">
                <a16:creationId xmlns:a16="http://schemas.microsoft.com/office/drawing/2014/main" id="{BE0B134C-531D-4FEC-AF9C-70F04521B205}"/>
              </a:ext>
            </a:extLst>
          </p:cNvPr>
          <p:cNvSpPr/>
          <p:nvPr/>
        </p:nvSpPr>
        <p:spPr>
          <a:xfrm>
            <a:off x="844210" y="5459218"/>
            <a:ext cx="2813390" cy="1282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ontserrat"/>
                <a:ea typeface="+mn-ea"/>
                <a:cs typeface="+mn-cs"/>
              </a:rPr>
              <a:t>Problemledelse</a:t>
            </a:r>
          </a:p>
        </p:txBody>
      </p:sp>
      <p:sp>
        <p:nvSpPr>
          <p:cNvPr id="6" name="Ellipse 5">
            <a:extLst>
              <a:ext uri="{FF2B5EF4-FFF2-40B4-BE49-F238E27FC236}">
                <a16:creationId xmlns:a16="http://schemas.microsoft.com/office/drawing/2014/main" id="{08C03C90-40EE-49F3-854E-CAE2C2F201D3}"/>
              </a:ext>
            </a:extLst>
          </p:cNvPr>
          <p:cNvSpPr/>
          <p:nvPr/>
        </p:nvSpPr>
        <p:spPr>
          <a:xfrm>
            <a:off x="2057060" y="3851416"/>
            <a:ext cx="2813390" cy="1282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ontserrat"/>
                <a:ea typeface="+mn-ea"/>
                <a:cs typeface="+mn-cs"/>
              </a:rPr>
              <a:t>Risikoledelse</a:t>
            </a:r>
          </a:p>
        </p:txBody>
      </p:sp>
      <p:sp>
        <p:nvSpPr>
          <p:cNvPr id="7" name="Venstre klammeparentes 6">
            <a:extLst>
              <a:ext uri="{FF2B5EF4-FFF2-40B4-BE49-F238E27FC236}">
                <a16:creationId xmlns:a16="http://schemas.microsoft.com/office/drawing/2014/main" id="{5588F622-78E4-404E-83CE-ACB8D647A8D4}"/>
              </a:ext>
            </a:extLst>
          </p:cNvPr>
          <p:cNvSpPr/>
          <p:nvPr/>
        </p:nvSpPr>
        <p:spPr>
          <a:xfrm>
            <a:off x="4788917" y="2420116"/>
            <a:ext cx="1115568" cy="432180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8" name="Tekstfelt 7">
            <a:extLst>
              <a:ext uri="{FF2B5EF4-FFF2-40B4-BE49-F238E27FC236}">
                <a16:creationId xmlns:a16="http://schemas.microsoft.com/office/drawing/2014/main" id="{32906E6A-4A64-4168-B137-0A9F8B50435E}"/>
              </a:ext>
            </a:extLst>
          </p:cNvPr>
          <p:cNvSpPr txBox="1"/>
          <p:nvPr/>
        </p:nvSpPr>
        <p:spPr>
          <a:xfrm>
            <a:off x="6207512" y="3062226"/>
            <a:ext cx="4799578" cy="22467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000" b="1" i="0" u="none" strike="noStrike" kern="1200" cap="none" spc="0" normalizeH="0" baseline="0" noProof="0" dirty="0">
                <a:ln>
                  <a:noFill/>
                </a:ln>
                <a:solidFill>
                  <a:prstClr val="black"/>
                </a:solidFill>
                <a:effectLst/>
                <a:uLnTx/>
                <a:uFillTx/>
                <a:latin typeface="Montserrat"/>
                <a:ea typeface="+mn-ea"/>
                <a:cs typeface="+mn-cs"/>
              </a:rPr>
              <a:t>Projekt </a:t>
            </a:r>
            <a:r>
              <a:rPr lang="da-DK" sz="2000" b="1" dirty="0">
                <a:solidFill>
                  <a:prstClr val="black"/>
                </a:solidFill>
                <a:latin typeface="Montserrat"/>
              </a:rPr>
              <a:t>r</a:t>
            </a:r>
            <a:r>
              <a:rPr kumimoji="0" lang="da-DK" sz="2000" b="1" i="0" u="none" strike="noStrike" kern="1200" cap="none" spc="0" normalizeH="0" baseline="0" noProof="0" dirty="0" err="1">
                <a:ln>
                  <a:noFill/>
                </a:ln>
                <a:solidFill>
                  <a:prstClr val="black"/>
                </a:solidFill>
                <a:effectLst/>
                <a:uLnTx/>
                <a:uFillTx/>
                <a:latin typeface="Montserrat"/>
                <a:ea typeface="+mn-ea"/>
                <a:cs typeface="+mn-cs"/>
              </a:rPr>
              <a:t>isikoanalysens</a:t>
            </a:r>
            <a:r>
              <a:rPr kumimoji="0" lang="da-DK" sz="2000" b="1" i="0" u="none" strike="noStrike" kern="1200" cap="none" spc="0" normalizeH="0" baseline="0" noProof="0" dirty="0">
                <a:ln>
                  <a:noFill/>
                </a:ln>
                <a:solidFill>
                  <a:prstClr val="black"/>
                </a:solidFill>
                <a:effectLst/>
                <a:uLnTx/>
                <a:uFillTx/>
                <a:latin typeface="Montserrat"/>
                <a:ea typeface="+mn-ea"/>
                <a:cs typeface="+mn-cs"/>
              </a:rPr>
              <a:t> 5 trin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2000" b="1" i="0" u="none" strike="noStrike" kern="1200" cap="none" spc="0" normalizeH="0" baseline="0" noProof="0" dirty="0">
              <a:ln>
                <a:noFill/>
              </a:ln>
              <a:solidFill>
                <a:prstClr val="black"/>
              </a:solidFill>
              <a:effectLst/>
              <a:uLnTx/>
              <a:uFillTx/>
              <a:latin typeface="Montserrat"/>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2000" b="0" i="0" u="none" strike="noStrike" kern="1200" cap="none" spc="0" normalizeH="0" baseline="0" noProof="0" dirty="0">
                <a:ln>
                  <a:noFill/>
                </a:ln>
                <a:solidFill>
                  <a:prstClr val="black"/>
                </a:solidFill>
                <a:effectLst/>
                <a:uLnTx/>
                <a:uFillTx/>
                <a:latin typeface="Montserrat"/>
                <a:ea typeface="+mn-ea"/>
                <a:cs typeface="+mn-cs"/>
              </a:rPr>
              <a:t>Risikoidentifikation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2000" b="0" i="0" u="none" strike="noStrike" kern="1200" cap="none" spc="0" normalizeH="0" baseline="0" noProof="0" dirty="0">
                <a:ln>
                  <a:noFill/>
                </a:ln>
                <a:solidFill>
                  <a:prstClr val="black"/>
                </a:solidFill>
                <a:effectLst/>
                <a:uLnTx/>
                <a:uFillTx/>
                <a:latin typeface="Montserrat"/>
                <a:ea typeface="+mn-ea"/>
                <a:cs typeface="+mn-cs"/>
              </a:rPr>
              <a:t>Risikosandsynlighed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2000" b="0" i="0" u="none" strike="noStrike" kern="1200" cap="none" spc="0" normalizeH="0" baseline="0" noProof="0" dirty="0">
                <a:ln>
                  <a:noFill/>
                </a:ln>
                <a:solidFill>
                  <a:prstClr val="black"/>
                </a:solidFill>
                <a:effectLst/>
                <a:uLnTx/>
                <a:uFillTx/>
                <a:latin typeface="Montserrat"/>
                <a:ea typeface="+mn-ea"/>
                <a:cs typeface="+mn-cs"/>
              </a:rPr>
              <a:t>Risikokonsekvens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2000" b="0" i="0" u="none" strike="noStrike" kern="1200" cap="none" spc="0" normalizeH="0" baseline="0" noProof="0" dirty="0">
                <a:ln>
                  <a:noFill/>
                </a:ln>
                <a:solidFill>
                  <a:prstClr val="black"/>
                </a:solidFill>
                <a:effectLst/>
                <a:uLnTx/>
                <a:uFillTx/>
                <a:latin typeface="Montserrat"/>
                <a:ea typeface="+mn-ea"/>
                <a:cs typeface="+mn-cs"/>
              </a:rPr>
              <a:t>Prioritering af risici (score)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2000" b="0" i="0" u="none" strike="noStrike" kern="1200" cap="none" spc="0" normalizeH="0" baseline="0" noProof="0" dirty="0">
                <a:ln>
                  <a:noFill/>
                </a:ln>
                <a:solidFill>
                  <a:prstClr val="black"/>
                </a:solidFill>
                <a:effectLst/>
                <a:uLnTx/>
                <a:uFillTx/>
                <a:latin typeface="Montserrat"/>
                <a:ea typeface="+mn-ea"/>
                <a:cs typeface="+mn-cs"/>
              </a:rPr>
              <a:t>Håndtering af risici</a:t>
            </a:r>
          </a:p>
        </p:txBody>
      </p:sp>
    </p:spTree>
    <p:extLst>
      <p:ext uri="{BB962C8B-B14F-4D97-AF65-F5344CB8AC3E}">
        <p14:creationId xmlns:p14="http://schemas.microsoft.com/office/powerpoint/2010/main" val="3082560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72C5AF-A01A-171B-8525-4F6326E54EBD}"/>
              </a:ext>
            </a:extLst>
          </p:cNvPr>
          <p:cNvSpPr>
            <a:spLocks noGrp="1"/>
          </p:cNvSpPr>
          <p:nvPr>
            <p:ph type="title"/>
          </p:nvPr>
        </p:nvSpPr>
        <p:spPr/>
        <p:txBody>
          <a:bodyPr/>
          <a:lstStyle/>
          <a:p>
            <a:r>
              <a:rPr lang="da-DK" dirty="0"/>
              <a:t>Opgave 4 - Lav første risikoanalyse på jeres projekt.– 10 min. </a:t>
            </a:r>
          </a:p>
        </p:txBody>
      </p:sp>
      <p:graphicFrame>
        <p:nvGraphicFramePr>
          <p:cNvPr id="4" name="Tabel 3">
            <a:extLst>
              <a:ext uri="{FF2B5EF4-FFF2-40B4-BE49-F238E27FC236}">
                <a16:creationId xmlns:a16="http://schemas.microsoft.com/office/drawing/2014/main" id="{7346FCB6-EABF-727A-B433-E286AB373B4D}"/>
              </a:ext>
            </a:extLst>
          </p:cNvPr>
          <p:cNvGraphicFramePr>
            <a:graphicFrameLocks noGrp="1"/>
          </p:cNvGraphicFramePr>
          <p:nvPr>
            <p:extLst>
              <p:ext uri="{D42A27DB-BD31-4B8C-83A1-F6EECF244321}">
                <p14:modId xmlns:p14="http://schemas.microsoft.com/office/powerpoint/2010/main" val="2936867391"/>
              </p:ext>
            </p:extLst>
          </p:nvPr>
        </p:nvGraphicFramePr>
        <p:xfrm>
          <a:off x="970879" y="4681920"/>
          <a:ext cx="10421238" cy="1920225"/>
        </p:xfrm>
        <a:graphic>
          <a:graphicData uri="http://schemas.openxmlformats.org/drawingml/2006/table">
            <a:tbl>
              <a:tblPr/>
              <a:tblGrid>
                <a:gridCol w="1930377">
                  <a:extLst>
                    <a:ext uri="{9D8B030D-6E8A-4147-A177-3AD203B41FA5}">
                      <a16:colId xmlns:a16="http://schemas.microsoft.com/office/drawing/2014/main" val="2851572070"/>
                    </a:ext>
                  </a:extLst>
                </a:gridCol>
                <a:gridCol w="2308059">
                  <a:extLst>
                    <a:ext uri="{9D8B030D-6E8A-4147-A177-3AD203B41FA5}">
                      <a16:colId xmlns:a16="http://schemas.microsoft.com/office/drawing/2014/main" val="1228563235"/>
                    </a:ext>
                  </a:extLst>
                </a:gridCol>
                <a:gridCol w="1114614">
                  <a:extLst>
                    <a:ext uri="{9D8B030D-6E8A-4147-A177-3AD203B41FA5}">
                      <a16:colId xmlns:a16="http://schemas.microsoft.com/office/drawing/2014/main" val="3459466654"/>
                    </a:ext>
                  </a:extLst>
                </a:gridCol>
                <a:gridCol w="1428750">
                  <a:extLst>
                    <a:ext uri="{9D8B030D-6E8A-4147-A177-3AD203B41FA5}">
                      <a16:colId xmlns:a16="http://schemas.microsoft.com/office/drawing/2014/main" val="2574929708"/>
                    </a:ext>
                  </a:extLst>
                </a:gridCol>
                <a:gridCol w="1076325">
                  <a:extLst>
                    <a:ext uri="{9D8B030D-6E8A-4147-A177-3AD203B41FA5}">
                      <a16:colId xmlns:a16="http://schemas.microsoft.com/office/drawing/2014/main" val="3767609591"/>
                    </a:ext>
                  </a:extLst>
                </a:gridCol>
                <a:gridCol w="2563113">
                  <a:extLst>
                    <a:ext uri="{9D8B030D-6E8A-4147-A177-3AD203B41FA5}">
                      <a16:colId xmlns:a16="http://schemas.microsoft.com/office/drawing/2014/main" val="1649534233"/>
                    </a:ext>
                  </a:extLst>
                </a:gridCol>
              </a:tblGrid>
              <a:tr h="822953">
                <a:tc>
                  <a:txBody>
                    <a:bodyPr/>
                    <a:lstStyle/>
                    <a:p>
                      <a:pPr algn="ctr" fontAlgn="ctr">
                        <a:buNone/>
                      </a:pPr>
                      <a:r>
                        <a:rPr lang="da-DK" sz="1600" b="1" i="0" u="none" strike="noStrike" dirty="0">
                          <a:solidFill>
                            <a:srgbClr val="000000"/>
                          </a:solidFill>
                          <a:effectLst/>
                          <a:latin typeface="Calibri" panose="020F0502020204030204" pitchFamily="34" charset="0"/>
                        </a:rPr>
                        <a:t>Risiko</a:t>
                      </a:r>
                    </a:p>
                    <a:p>
                      <a:pPr algn="ctr" fontAlgn="ctr">
                        <a:buNone/>
                      </a:pP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(Hvad kan gå galt?)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Årsager</a:t>
                      </a:r>
                    </a:p>
                    <a:p>
                      <a:pPr algn="ctr" fontAlgn="ctr">
                        <a:buNone/>
                      </a:pP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(Hvorfor kan det gå galt?)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Konsekvens </a:t>
                      </a:r>
                    </a:p>
                    <a:p>
                      <a:pPr algn="ctr" fontAlgn="ctr">
                        <a:buNone/>
                      </a:pPr>
                      <a:r>
                        <a:rPr lang="da-DK" sz="1600" b="1" i="0" u="none" strike="noStrike" dirty="0">
                          <a:solidFill>
                            <a:srgbClr val="000000"/>
                          </a:solidFill>
                          <a:effectLst/>
                          <a:latin typeface="Calibri" panose="020F0502020204030204" pitchFamily="34" charset="0"/>
                        </a:rPr>
                        <a:t>(K)</a:t>
                      </a:r>
                    </a:p>
                    <a:p>
                      <a:pPr algn="ctr" fontAlgn="ctr">
                        <a:buNone/>
                      </a:pPr>
                      <a:r>
                        <a:rPr lang="da-DK" sz="1600" b="1" i="0" u="none" strike="noStrike" dirty="0">
                          <a:solidFill>
                            <a:srgbClr val="000000"/>
                          </a:solidFill>
                          <a:effectLst/>
                          <a:latin typeface="Calibri" panose="020F0502020204030204" pitchFamily="34" charset="0"/>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Sandsynlighed (S)</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Risikoscore</a:t>
                      </a:r>
                    </a:p>
                    <a:p>
                      <a:pPr algn="ctr" fontAlgn="ctr">
                        <a:buNone/>
                      </a:pP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(K × 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da-DK" sz="1600" b="1" i="0" u="none" strike="noStrike" dirty="0">
                          <a:solidFill>
                            <a:srgbClr val="000000"/>
                          </a:solidFill>
                          <a:effectLst/>
                          <a:latin typeface="Calibri" panose="020F0502020204030204" pitchFamily="34" charset="0"/>
                        </a:rPr>
                        <a:t>Foranstaltninger</a:t>
                      </a:r>
                      <a:br>
                        <a:rPr lang="da-DK" sz="1600" b="1" i="0" u="none" strike="noStrike" dirty="0">
                          <a:solidFill>
                            <a:srgbClr val="000000"/>
                          </a:solidFill>
                          <a:effectLst/>
                          <a:latin typeface="Calibri" panose="020F0502020204030204" pitchFamily="34" charset="0"/>
                        </a:rPr>
                      </a:br>
                      <a:r>
                        <a:rPr lang="da-DK" sz="1600" b="1" i="0" u="none" strike="noStrike" dirty="0">
                          <a:solidFill>
                            <a:srgbClr val="000000"/>
                          </a:solidFill>
                          <a:effectLst/>
                          <a:latin typeface="Calibri" panose="020F0502020204030204" pitchFamily="34" charset="0"/>
                        </a:rPr>
                        <a:t>(Forebyggende, afbødende)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680327450"/>
                  </a:ext>
                </a:extLst>
              </a:tr>
              <a:tr h="274318">
                <a:tc>
                  <a:txBody>
                    <a:bodyPr/>
                    <a:lstStyle/>
                    <a:p>
                      <a:pPr algn="l" fontAlgn="b">
                        <a:buNone/>
                      </a:pPr>
                      <a:endParaRPr lang="da-DK" sz="1400" b="0"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507431"/>
                  </a:ext>
                </a:extLst>
              </a:tr>
              <a:tr h="274318">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6921935"/>
                  </a:ext>
                </a:extLst>
              </a:tr>
              <a:tr h="274318">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6076738"/>
                  </a:ext>
                </a:extLst>
              </a:tr>
              <a:tr h="274318">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da-DK" sz="14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6748055"/>
                  </a:ext>
                </a:extLst>
              </a:tr>
            </a:tbl>
          </a:graphicData>
        </a:graphic>
      </p:graphicFrame>
      <p:sp>
        <p:nvSpPr>
          <p:cNvPr id="3" name="Tekstfelt 2">
            <a:extLst>
              <a:ext uri="{FF2B5EF4-FFF2-40B4-BE49-F238E27FC236}">
                <a16:creationId xmlns:a16="http://schemas.microsoft.com/office/drawing/2014/main" id="{BDFB5A98-67CD-03B8-26EA-4A3863587FC0}"/>
              </a:ext>
            </a:extLst>
          </p:cNvPr>
          <p:cNvSpPr txBox="1"/>
          <p:nvPr/>
        </p:nvSpPr>
        <p:spPr>
          <a:xfrm>
            <a:off x="838200" y="1588981"/>
            <a:ext cx="9928412" cy="3139321"/>
          </a:xfrm>
          <a:prstGeom prst="rect">
            <a:avLst/>
          </a:prstGeom>
          <a:noFill/>
        </p:spPr>
        <p:txBody>
          <a:bodyPr wrap="square" rtlCol="0">
            <a:spAutoFit/>
          </a:bodyPr>
          <a:lstStyle/>
          <a:p>
            <a:r>
              <a:rPr lang="da-DK" b="1" dirty="0"/>
              <a:t>Læring/mål:</a:t>
            </a:r>
          </a:p>
          <a:p>
            <a:endParaRPr lang="da-DK" dirty="0"/>
          </a:p>
          <a:p>
            <a:r>
              <a:rPr lang="da-DK" dirty="0"/>
              <a:t>Lav den første risikoanalyse for jeres projekt.</a:t>
            </a:r>
          </a:p>
          <a:p>
            <a:endParaRPr lang="da-DK" dirty="0"/>
          </a:p>
          <a:p>
            <a:r>
              <a:rPr lang="da-DK" dirty="0"/>
              <a:t>• Identificér 3 centrale risici – hvad kan gå galt i projektet (ikke sikkerhedsmæssigt)</a:t>
            </a:r>
          </a:p>
          <a:p>
            <a:r>
              <a:rPr lang="da-DK" dirty="0"/>
              <a:t>• Vurder sandsynlighed og konsekvens, risikoscore. </a:t>
            </a:r>
          </a:p>
          <a:p>
            <a:r>
              <a:rPr lang="da-DK" dirty="0"/>
              <a:t>• Foreslå handlinger for at reducere projektrisiko.</a:t>
            </a:r>
          </a:p>
          <a:p>
            <a:endParaRPr lang="da-DK" dirty="0"/>
          </a:p>
          <a:p>
            <a:r>
              <a:rPr lang="da-DK" b="1" dirty="0"/>
              <a:t>Tid: </a:t>
            </a:r>
          </a:p>
          <a:p>
            <a:endParaRPr lang="da-DK" b="1" dirty="0"/>
          </a:p>
          <a:p>
            <a:r>
              <a:rPr lang="da-DK" dirty="0"/>
              <a:t>10 min 2 og 2. Opsamling i plenum.</a:t>
            </a:r>
          </a:p>
        </p:txBody>
      </p:sp>
    </p:spTree>
    <p:extLst>
      <p:ext uri="{BB962C8B-B14F-4D97-AF65-F5344CB8AC3E}">
        <p14:creationId xmlns:p14="http://schemas.microsoft.com/office/powerpoint/2010/main" val="532974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EAADCEC8-0FF6-7762-6E5B-ADE1E932BF4C}"/>
              </a:ext>
            </a:extLst>
          </p:cNvPr>
          <p:cNvSpPr>
            <a:spLocks noGrp="1"/>
          </p:cNvSpPr>
          <p:nvPr>
            <p:ph type="title"/>
          </p:nvPr>
        </p:nvSpPr>
        <p:spPr/>
        <p:txBody>
          <a:bodyPr/>
          <a:lstStyle/>
          <a:p>
            <a:r>
              <a:rPr lang="da-DK" dirty="0"/>
              <a:t>Den udvidede projektbeskrivelse</a:t>
            </a:r>
          </a:p>
        </p:txBody>
      </p:sp>
      <p:sp>
        <p:nvSpPr>
          <p:cNvPr id="6" name="Pladsholder til indhold 5">
            <a:extLst>
              <a:ext uri="{FF2B5EF4-FFF2-40B4-BE49-F238E27FC236}">
                <a16:creationId xmlns:a16="http://schemas.microsoft.com/office/drawing/2014/main" id="{7087EE3B-C447-08B5-0E28-CFBCC4FDB692}"/>
              </a:ext>
            </a:extLst>
          </p:cNvPr>
          <p:cNvSpPr>
            <a:spLocks noGrp="1"/>
          </p:cNvSpPr>
          <p:nvPr>
            <p:ph sz="quarter" idx="10"/>
          </p:nvPr>
        </p:nvSpPr>
        <p:spPr>
          <a:xfrm>
            <a:off x="838200" y="1334277"/>
            <a:ext cx="10515600" cy="4398291"/>
          </a:xfrm>
        </p:spPr>
        <p:txBody>
          <a:bodyPr/>
          <a:lstStyle/>
          <a:p>
            <a:pPr>
              <a:buNone/>
            </a:pPr>
            <a:r>
              <a:rPr lang="da-DK" sz="1600" b="1" dirty="0"/>
              <a:t>1. Behovsafdækning</a:t>
            </a:r>
          </a:p>
          <a:p>
            <a:pPr>
              <a:buFont typeface="Arial" panose="020B0604020202020204" pitchFamily="34" charset="0"/>
              <a:buChar char="•"/>
            </a:pPr>
            <a:r>
              <a:rPr lang="da-DK" sz="1600" dirty="0"/>
              <a:t> Formålet er at identificere og forstå, hvad interessenterne har brug for.</a:t>
            </a:r>
          </a:p>
          <a:p>
            <a:pPr>
              <a:buNone/>
            </a:pPr>
            <a:r>
              <a:rPr lang="da-DK" sz="1600" b="1" dirty="0"/>
              <a:t>2. Interessentanalyse</a:t>
            </a:r>
          </a:p>
          <a:p>
            <a:pPr>
              <a:buFont typeface="Arial" panose="020B0604020202020204" pitchFamily="34" charset="0"/>
              <a:buChar char="•"/>
            </a:pPr>
            <a:r>
              <a:rPr lang="da-DK" sz="1600" dirty="0"/>
              <a:t> Identificerer, hvem der har interesse i projektet, og hvilken indflydelse de har.</a:t>
            </a:r>
          </a:p>
          <a:p>
            <a:pPr>
              <a:buNone/>
            </a:pPr>
            <a:r>
              <a:rPr lang="da-DK" sz="1600" b="1" dirty="0"/>
              <a:t>3. Behovs analyse</a:t>
            </a:r>
          </a:p>
          <a:p>
            <a:pPr>
              <a:buFont typeface="Arial" panose="020B0604020202020204" pitchFamily="34" charset="0"/>
              <a:buChar char="•"/>
            </a:pPr>
            <a:r>
              <a:rPr lang="da-DK" sz="1600" dirty="0"/>
              <a:t> Udforsker og beskriver det behov/problem, projektet skal løse.</a:t>
            </a:r>
          </a:p>
          <a:p>
            <a:pPr>
              <a:buNone/>
            </a:pPr>
            <a:r>
              <a:rPr lang="da-DK" sz="1600" b="1" dirty="0">
                <a:solidFill>
                  <a:srgbClr val="FF0000"/>
                </a:solidFill>
              </a:rPr>
              <a:t>4. Kravspecifikation</a:t>
            </a:r>
          </a:p>
          <a:p>
            <a:pPr>
              <a:buFont typeface="Arial" panose="020B0604020202020204" pitchFamily="34" charset="0"/>
              <a:buChar char="•"/>
            </a:pPr>
            <a:r>
              <a:rPr lang="da-DK" sz="1600" dirty="0">
                <a:solidFill>
                  <a:srgbClr val="FF0000"/>
                </a:solidFill>
              </a:rPr>
              <a:t> Udarbejdelse af funktionelle og ikke-funktionelle krav – kræver teknisk viden .</a:t>
            </a:r>
          </a:p>
          <a:p>
            <a:pPr>
              <a:buNone/>
            </a:pPr>
            <a:r>
              <a:rPr lang="da-DK" sz="1600" b="1" dirty="0"/>
              <a:t>5. Målsætninger og succeskriterier</a:t>
            </a:r>
          </a:p>
          <a:p>
            <a:pPr>
              <a:buFont typeface="Arial" panose="020B0604020202020204" pitchFamily="34" charset="0"/>
              <a:buChar char="•"/>
            </a:pPr>
            <a:r>
              <a:rPr lang="da-DK" sz="1600" dirty="0"/>
              <a:t> Klare og målbare mål for projektets leverancer og resultater.</a:t>
            </a:r>
          </a:p>
          <a:p>
            <a:pPr>
              <a:buNone/>
            </a:pPr>
            <a:r>
              <a:rPr lang="da-DK" sz="1600" b="1" dirty="0"/>
              <a:t>6. Afgrænsning</a:t>
            </a:r>
          </a:p>
          <a:p>
            <a:pPr>
              <a:buFont typeface="Arial" panose="020B0604020202020204" pitchFamily="34" charset="0"/>
              <a:buChar char="•"/>
            </a:pPr>
            <a:r>
              <a:rPr lang="da-DK" sz="1600" dirty="0"/>
              <a:t> Hvad er med i projektet – og hvad er </a:t>
            </a:r>
            <a:r>
              <a:rPr lang="da-DK" sz="1600" b="1" dirty="0"/>
              <a:t>ikke</a:t>
            </a:r>
            <a:r>
              <a:rPr lang="da-DK" sz="1600" dirty="0"/>
              <a:t> med?</a:t>
            </a:r>
          </a:p>
          <a:p>
            <a:pPr>
              <a:buNone/>
            </a:pPr>
            <a:r>
              <a:rPr lang="da-DK" sz="1600" b="1" dirty="0"/>
              <a:t>7. Risikovurdering (foreløbig)</a:t>
            </a:r>
          </a:p>
          <a:p>
            <a:pPr>
              <a:buFont typeface="Arial" panose="020B0604020202020204" pitchFamily="34" charset="0"/>
              <a:buChar char="•"/>
            </a:pPr>
            <a:r>
              <a:rPr lang="da-DK" sz="1600" dirty="0"/>
              <a:t> Identifikation af potentielle risici, der kan påvirke projektets succes.</a:t>
            </a:r>
          </a:p>
          <a:p>
            <a:pPr>
              <a:buNone/>
            </a:pPr>
            <a:r>
              <a:rPr lang="da-DK" sz="1600" b="1" dirty="0">
                <a:solidFill>
                  <a:srgbClr val="FF0000"/>
                </a:solidFill>
              </a:rPr>
              <a:t>8. Teknisk og organisatorisk analyse</a:t>
            </a:r>
          </a:p>
          <a:p>
            <a:pPr>
              <a:buFont typeface="Arial" panose="020B0604020202020204" pitchFamily="34" charset="0"/>
              <a:buChar char="•"/>
            </a:pPr>
            <a:r>
              <a:rPr lang="da-DK" sz="1600" dirty="0">
                <a:solidFill>
                  <a:srgbClr val="FF0000"/>
                </a:solidFill>
              </a:rPr>
              <a:t> Vurdering af nuværende systemer, processer eller teknologier- kræver teknisk viden</a:t>
            </a:r>
          </a:p>
          <a:p>
            <a:endParaRPr lang="da-DK" sz="1600" dirty="0"/>
          </a:p>
        </p:txBody>
      </p:sp>
    </p:spTree>
    <p:extLst>
      <p:ext uri="{BB962C8B-B14F-4D97-AF65-F5344CB8AC3E}">
        <p14:creationId xmlns:p14="http://schemas.microsoft.com/office/powerpoint/2010/main" val="1766993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A32A0-F0C8-E0E7-E1B2-A167407F24DC}"/>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109954A8-D8BC-F512-DEE2-CBD9A22FFE2B}"/>
              </a:ext>
            </a:extLst>
          </p:cNvPr>
          <p:cNvSpPr>
            <a:spLocks noGrp="1"/>
          </p:cNvSpPr>
          <p:nvPr>
            <p:ph type="body" sz="quarter" idx="13"/>
          </p:nvPr>
        </p:nvSpPr>
        <p:spPr>
          <a:xfrm>
            <a:off x="5977467" y="3429000"/>
            <a:ext cx="5400000" cy="908391"/>
          </a:xfrm>
        </p:spPr>
        <p:txBody>
          <a:bodyPr/>
          <a:lstStyle/>
          <a:p>
            <a:endParaRPr lang="da-DK" dirty="0"/>
          </a:p>
          <a:p>
            <a:r>
              <a:rPr lang="da-DK" sz="1800" dirty="0"/>
              <a:t>Vandfald eller agil projektmodel</a:t>
            </a:r>
          </a:p>
        </p:txBody>
      </p:sp>
      <p:sp>
        <p:nvSpPr>
          <p:cNvPr id="4" name="Pladsholder til tekst 3">
            <a:extLst>
              <a:ext uri="{FF2B5EF4-FFF2-40B4-BE49-F238E27FC236}">
                <a16:creationId xmlns:a16="http://schemas.microsoft.com/office/drawing/2014/main" id="{1F4ADBAD-DA0D-BF10-AC46-ED053883849B}"/>
              </a:ext>
            </a:extLst>
          </p:cNvPr>
          <p:cNvSpPr>
            <a:spLocks noGrp="1"/>
          </p:cNvSpPr>
          <p:nvPr>
            <p:ph type="body" sz="quarter" idx="14"/>
          </p:nvPr>
        </p:nvSpPr>
        <p:spPr/>
        <p:txBody>
          <a:bodyPr/>
          <a:lstStyle/>
          <a:p>
            <a:endParaRPr lang="da-DK"/>
          </a:p>
        </p:txBody>
      </p:sp>
      <p:pic>
        <p:nvPicPr>
          <p:cNvPr id="5" name="Pladsholder til indhold 7">
            <a:extLst>
              <a:ext uri="{FF2B5EF4-FFF2-40B4-BE49-F238E27FC236}">
                <a16:creationId xmlns:a16="http://schemas.microsoft.com/office/drawing/2014/main" id="{CF53F363-60FC-73A5-AAD0-ADFACA7D894D}"/>
              </a:ext>
            </a:extLst>
          </p:cNvPr>
          <p:cNvPicPr>
            <a:picLocks noGrp="1" noChangeAspect="1"/>
          </p:cNvPicPr>
          <p:nvPr>
            <p:ph type="pic" sz="quarter" idx="10"/>
          </p:nvPr>
        </p:nvPicPr>
        <p:blipFill>
          <a:blip r:embed="rId2"/>
          <a:srcRect l="19533" r="19533"/>
          <a:stretch>
            <a:fillRect/>
          </a:stretch>
        </p:blipFill>
        <p:spPr>
          <a:xfrm>
            <a:off x="-863599" y="750119"/>
            <a:ext cx="5675296" cy="5549081"/>
          </a:xfrm>
        </p:spPr>
      </p:pic>
    </p:spTree>
    <p:extLst>
      <p:ext uri="{BB962C8B-B14F-4D97-AF65-F5344CB8AC3E}">
        <p14:creationId xmlns:p14="http://schemas.microsoft.com/office/powerpoint/2010/main" val="3918268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CD7DD-F6C0-C71F-1772-6A034D8F8EBE}"/>
            </a:ext>
          </a:extLst>
        </p:cNvPr>
        <p:cNvGrpSpPr/>
        <p:nvPr/>
      </p:nvGrpSpPr>
      <p:grpSpPr>
        <a:xfrm>
          <a:off x="0" y="0"/>
          <a:ext cx="0" cy="0"/>
          <a:chOff x="0" y="0"/>
          <a:chExt cx="0" cy="0"/>
        </a:xfrm>
      </p:grpSpPr>
      <p:sp>
        <p:nvSpPr>
          <p:cNvPr id="6" name="Rektangel 5">
            <a:extLst>
              <a:ext uri="{FF2B5EF4-FFF2-40B4-BE49-F238E27FC236}">
                <a16:creationId xmlns:a16="http://schemas.microsoft.com/office/drawing/2014/main" id="{705CCE60-189F-3DFC-FBDA-DEAEDEAE6856}"/>
              </a:ext>
            </a:extLst>
          </p:cNvPr>
          <p:cNvSpPr/>
          <p:nvPr/>
        </p:nvSpPr>
        <p:spPr>
          <a:xfrm>
            <a:off x="496388" y="600363"/>
            <a:ext cx="10955383" cy="5087205"/>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err="1">
              <a:ln>
                <a:noFill/>
              </a:ln>
              <a:solidFill>
                <a:prstClr val="white"/>
              </a:solidFill>
              <a:effectLst>
                <a:outerShdw blurRad="38100" dist="38100" dir="2700000" algn="tl">
                  <a:srgbClr val="000000">
                    <a:alpha val="43137"/>
                  </a:srgbClr>
                </a:outerShdw>
              </a:effectLst>
              <a:uLnTx/>
              <a:uFillTx/>
              <a:latin typeface="Montserrat"/>
              <a:ea typeface="+mn-ea"/>
              <a:cs typeface="+mn-cs"/>
            </a:endParaRPr>
          </a:p>
        </p:txBody>
      </p:sp>
      <p:sp>
        <p:nvSpPr>
          <p:cNvPr id="3" name="Titel 2">
            <a:extLst>
              <a:ext uri="{FF2B5EF4-FFF2-40B4-BE49-F238E27FC236}">
                <a16:creationId xmlns:a16="http://schemas.microsoft.com/office/drawing/2014/main" id="{AF0D1545-29D0-61F0-8FAC-FA2F01D03DC2}"/>
              </a:ext>
            </a:extLst>
          </p:cNvPr>
          <p:cNvSpPr>
            <a:spLocks noGrp="1"/>
          </p:cNvSpPr>
          <p:nvPr>
            <p:ph type="title"/>
          </p:nvPr>
        </p:nvSpPr>
        <p:spPr/>
        <p:txBody>
          <a:bodyPr/>
          <a:lstStyle/>
          <a:p>
            <a:r>
              <a:rPr lang="da-DK" b="1" dirty="0"/>
              <a:t>Hvorfor anvende en projektmodel?</a:t>
            </a:r>
          </a:p>
        </p:txBody>
      </p:sp>
      <p:sp>
        <p:nvSpPr>
          <p:cNvPr id="4" name="Pladsholder til indhold 3">
            <a:extLst>
              <a:ext uri="{FF2B5EF4-FFF2-40B4-BE49-F238E27FC236}">
                <a16:creationId xmlns:a16="http://schemas.microsoft.com/office/drawing/2014/main" id="{89BA726F-57FD-FE26-CEF2-DCD86A4C1A55}"/>
              </a:ext>
            </a:extLst>
          </p:cNvPr>
          <p:cNvSpPr>
            <a:spLocks noGrp="1"/>
          </p:cNvSpPr>
          <p:nvPr>
            <p:ph sz="quarter" idx="10"/>
          </p:nvPr>
        </p:nvSpPr>
        <p:spPr/>
        <p:txBody>
          <a:bodyPr/>
          <a:lstStyle/>
          <a:p>
            <a:pPr marL="285750" indent="-285750">
              <a:buFont typeface="Arial" panose="020B0604020202020204" pitchFamily="34" charset="0"/>
              <a:buChar char="•"/>
            </a:pPr>
            <a:r>
              <a:rPr lang="da-DK" dirty="0"/>
              <a:t>Giver muligheden for at skalere et projekt ift. kompleksitet og størrelse</a:t>
            </a:r>
          </a:p>
          <a:p>
            <a:pPr marL="285750" indent="-285750">
              <a:buFont typeface="Arial" panose="020B0604020202020204" pitchFamily="34" charset="0"/>
              <a:buChar char="•"/>
            </a:pPr>
            <a:r>
              <a:rPr lang="da-DK" dirty="0"/>
              <a:t>Alle deltagere har et overblik over, hvilke skabeloner der bruges i projektet</a:t>
            </a:r>
          </a:p>
          <a:p>
            <a:pPr marL="285750" indent="-285750">
              <a:buFont typeface="Arial" panose="020B0604020202020204" pitchFamily="34" charset="0"/>
              <a:buChar char="•"/>
            </a:pPr>
            <a:r>
              <a:rPr lang="da-DK" dirty="0"/>
              <a:t>Overordnet set handler det om dokumentation og kvalitetsstyring</a:t>
            </a:r>
          </a:p>
          <a:p>
            <a:pPr marL="285750" indent="-285750">
              <a:buFont typeface="Arial" panose="020B0604020202020204" pitchFamily="34" charset="0"/>
              <a:buChar char="•"/>
            </a:pPr>
            <a:r>
              <a:rPr lang="da-DK" dirty="0"/>
              <a:t>Altid bruge </a:t>
            </a:r>
            <a:r>
              <a:rPr lang="da-DK" dirty="0" err="1"/>
              <a:t>best</a:t>
            </a:r>
            <a:r>
              <a:rPr lang="da-DK" dirty="0"/>
              <a:t> practice hvis det er muligt </a:t>
            </a:r>
            <a:r>
              <a:rPr lang="da-DK" dirty="0">
                <a:sym typeface="Wingdings" panose="05000000000000000000" pitchFamily="2" charset="2"/>
              </a:rPr>
              <a:t> standardisering</a:t>
            </a:r>
            <a:endParaRPr lang="da-DK" dirty="0"/>
          </a:p>
        </p:txBody>
      </p:sp>
    </p:spTree>
    <p:extLst>
      <p:ext uri="{BB962C8B-B14F-4D97-AF65-F5344CB8AC3E}">
        <p14:creationId xmlns:p14="http://schemas.microsoft.com/office/powerpoint/2010/main" val="2703755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5E9B6-C0E8-873C-7F84-82ECE6FCFAA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7BB4179-776A-E9F8-FBF1-CD77EFF1EA73}"/>
              </a:ext>
            </a:extLst>
          </p:cNvPr>
          <p:cNvSpPr>
            <a:spLocks noGrp="1"/>
          </p:cNvSpPr>
          <p:nvPr>
            <p:ph type="title"/>
          </p:nvPr>
        </p:nvSpPr>
        <p:spPr/>
        <p:txBody>
          <a:bodyPr/>
          <a:lstStyle/>
          <a:p>
            <a:r>
              <a:rPr lang="da-DK" dirty="0"/>
              <a:t>Projektmodeller</a:t>
            </a:r>
          </a:p>
        </p:txBody>
      </p:sp>
      <p:sp>
        <p:nvSpPr>
          <p:cNvPr id="5" name="Pladsholder til indhold 4">
            <a:extLst>
              <a:ext uri="{FF2B5EF4-FFF2-40B4-BE49-F238E27FC236}">
                <a16:creationId xmlns:a16="http://schemas.microsoft.com/office/drawing/2014/main" id="{E28B6DF3-2E09-4397-DCB1-FEC81E4F5FCE}"/>
              </a:ext>
            </a:extLst>
          </p:cNvPr>
          <p:cNvSpPr>
            <a:spLocks noGrp="1"/>
          </p:cNvSpPr>
          <p:nvPr>
            <p:ph sz="quarter" idx="10"/>
          </p:nvPr>
        </p:nvSpPr>
        <p:spPr/>
        <p:txBody>
          <a:bodyPr/>
          <a:lstStyle/>
          <a:p>
            <a:r>
              <a:rPr lang="da-DK" sz="2000" dirty="0"/>
              <a:t>Efter lektionen:</a:t>
            </a:r>
          </a:p>
          <a:p>
            <a:endParaRPr lang="da-DK" sz="2000" dirty="0"/>
          </a:p>
          <a:p>
            <a:pPr marL="342900" indent="-342900">
              <a:buFont typeface="Arial" panose="020B0604020202020204" pitchFamily="34" charset="0"/>
              <a:buChar char="•"/>
            </a:pPr>
            <a:r>
              <a:rPr lang="da-DK" sz="2000" dirty="0"/>
              <a:t>Kende de to hovedtyper af projektmodeller</a:t>
            </a:r>
          </a:p>
          <a:p>
            <a:endParaRPr lang="da-DK" sz="2000" dirty="0"/>
          </a:p>
          <a:p>
            <a:pPr marL="800100" lvl="1" indent="-342900">
              <a:buFont typeface="Arial" panose="020B0604020202020204" pitchFamily="34" charset="0"/>
              <a:buChar char="•"/>
            </a:pPr>
            <a:r>
              <a:rPr lang="da-DK" sz="2000" dirty="0"/>
              <a:t>Vandfald</a:t>
            </a:r>
          </a:p>
          <a:p>
            <a:pPr marL="800100" lvl="1" indent="-342900">
              <a:buFont typeface="Arial" panose="020B0604020202020204" pitchFamily="34" charset="0"/>
              <a:buChar char="•"/>
            </a:pPr>
            <a:r>
              <a:rPr lang="da-DK" sz="2000" dirty="0"/>
              <a:t>Agil</a:t>
            </a:r>
          </a:p>
          <a:p>
            <a:pPr marL="800100" lvl="1" indent="-342900">
              <a:buFont typeface="Arial" panose="020B0604020202020204" pitchFamily="34" charset="0"/>
              <a:buChar char="•"/>
            </a:pPr>
            <a:endParaRPr lang="da-DK" sz="2000" dirty="0"/>
          </a:p>
          <a:p>
            <a:pPr marL="342900" indent="-342900">
              <a:buFont typeface="Arial" panose="020B0604020202020204" pitchFamily="34" charset="0"/>
              <a:buChar char="•"/>
            </a:pPr>
            <a:endParaRPr lang="da-DK" dirty="0"/>
          </a:p>
        </p:txBody>
      </p:sp>
      <p:pic>
        <p:nvPicPr>
          <p:cNvPr id="10" name="Billede 9" descr="Et billede, der indeholder tekst&#10;&#10;Automatisk genereret beskrivelse">
            <a:extLst>
              <a:ext uri="{FF2B5EF4-FFF2-40B4-BE49-F238E27FC236}">
                <a16:creationId xmlns:a16="http://schemas.microsoft.com/office/drawing/2014/main" id="{8235F011-47C8-793C-A131-523A4F76BD7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893826" y="4008564"/>
            <a:ext cx="2950817" cy="2213113"/>
          </a:xfrm>
          <a:prstGeom prst="rect">
            <a:avLst/>
          </a:prstGeom>
        </p:spPr>
      </p:pic>
    </p:spTree>
    <p:extLst>
      <p:ext uri="{BB962C8B-B14F-4D97-AF65-F5344CB8AC3E}">
        <p14:creationId xmlns:p14="http://schemas.microsoft.com/office/powerpoint/2010/main" val="189089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D9091-838C-64A0-4F29-678DEEBC955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EAB9EAF5-9227-0F46-C7E0-2309773F2998}"/>
              </a:ext>
            </a:extLst>
          </p:cNvPr>
          <p:cNvSpPr>
            <a:spLocks noGrp="1"/>
          </p:cNvSpPr>
          <p:nvPr>
            <p:ph type="title"/>
          </p:nvPr>
        </p:nvSpPr>
        <p:spPr/>
        <p:txBody>
          <a:bodyPr/>
          <a:lstStyle/>
          <a:p>
            <a:r>
              <a:rPr lang="da-DK" dirty="0">
                <a:solidFill>
                  <a:schemeClr val="accent6"/>
                </a:solidFill>
              </a:rPr>
              <a:t>Projekters karakteristika</a:t>
            </a:r>
          </a:p>
        </p:txBody>
      </p:sp>
      <p:pic>
        <p:nvPicPr>
          <p:cNvPr id="5" name="Pladsholder til indhold 4" descr="Et billede, der indeholder tekst&#10;&#10;Automatisk oprettet beskrivelse">
            <a:extLst>
              <a:ext uri="{FF2B5EF4-FFF2-40B4-BE49-F238E27FC236}">
                <a16:creationId xmlns:a16="http://schemas.microsoft.com/office/drawing/2014/main" id="{3160585C-EA1D-C182-0036-1C63D3369D4C}"/>
              </a:ext>
            </a:extLst>
          </p:cNvP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995276" y="2039006"/>
            <a:ext cx="6785113" cy="3741684"/>
          </a:xfrm>
        </p:spPr>
      </p:pic>
      <p:sp>
        <p:nvSpPr>
          <p:cNvPr id="4" name="Tekstfelt 3">
            <a:extLst>
              <a:ext uri="{FF2B5EF4-FFF2-40B4-BE49-F238E27FC236}">
                <a16:creationId xmlns:a16="http://schemas.microsoft.com/office/drawing/2014/main" id="{8BF9C6A0-CA1E-23A2-331F-9055BCE63891}"/>
              </a:ext>
            </a:extLst>
          </p:cNvPr>
          <p:cNvSpPr txBox="1"/>
          <p:nvPr/>
        </p:nvSpPr>
        <p:spPr>
          <a:xfrm flipH="1">
            <a:off x="8754557" y="1731187"/>
            <a:ext cx="2935606" cy="1477328"/>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Der er tale om en </a:t>
            </a:r>
            <a:r>
              <a:rPr kumimoji="0" lang="da-DK" sz="1800" b="0" i="0" u="none" strike="noStrike" kern="1200" cap="none" spc="0" normalizeH="0" baseline="0" noProof="0" dirty="0">
                <a:ln>
                  <a:noFill/>
                </a:ln>
                <a:solidFill>
                  <a:srgbClr val="FF0000"/>
                </a:solidFill>
                <a:effectLst/>
                <a:uLnTx/>
                <a:uFillTx/>
                <a:latin typeface="Montserrat"/>
                <a:ea typeface="+mn-ea"/>
                <a:cs typeface="+mn-cs"/>
              </a:rPr>
              <a:t>transformation</a:t>
            </a:r>
            <a:r>
              <a:rPr kumimoji="0" lang="da-DK" sz="1800" b="0" i="0" u="none" strike="noStrike" kern="1200" cap="none" spc="0" normalizeH="0" baseline="0" noProof="0" dirty="0">
                <a:ln>
                  <a:noFill/>
                </a:ln>
                <a:solidFill>
                  <a:prstClr val="black"/>
                </a:solidFill>
                <a:effectLst/>
                <a:uLnTx/>
                <a:uFillTx/>
                <a:latin typeface="Montserrat"/>
                <a:ea typeface="+mn-ea"/>
                <a:cs typeface="+mn-cs"/>
              </a:rPr>
              <a:t> af input til noget </a:t>
            </a:r>
            <a:r>
              <a:rPr kumimoji="0" lang="da-DK" sz="1800" b="0" i="0" u="none" strike="noStrike" kern="1200" cap="none" spc="0" normalizeH="0" baseline="0" noProof="0" dirty="0">
                <a:ln>
                  <a:noFill/>
                </a:ln>
                <a:solidFill>
                  <a:srgbClr val="FF0000"/>
                </a:solidFill>
                <a:effectLst/>
                <a:uLnTx/>
                <a:uFillTx/>
                <a:latin typeface="Montserrat"/>
                <a:ea typeface="+mn-ea"/>
                <a:cs typeface="+mn-cs"/>
              </a:rPr>
              <a:t>værdi</a:t>
            </a:r>
            <a:r>
              <a:rPr kumimoji="0" lang="da-DK" sz="1800" b="0" i="0" u="none" strike="noStrike" kern="1200" cap="none" spc="0" normalizeH="0" baseline="0" noProof="0" dirty="0">
                <a:ln>
                  <a:noFill/>
                </a:ln>
                <a:solidFill>
                  <a:prstClr val="black"/>
                </a:solidFill>
                <a:effectLst/>
                <a:uLnTx/>
                <a:uFillTx/>
                <a:latin typeface="Montserrat"/>
                <a:ea typeface="+mn-ea"/>
                <a:cs typeface="+mn-cs"/>
              </a:rPr>
              <a:t> for virksomheden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6" name="Tekstfelt 5">
            <a:extLst>
              <a:ext uri="{FF2B5EF4-FFF2-40B4-BE49-F238E27FC236}">
                <a16:creationId xmlns:a16="http://schemas.microsoft.com/office/drawing/2014/main" id="{4393E400-B25F-8B13-965B-B60A4D5B3F5D}"/>
              </a:ext>
            </a:extLst>
          </p:cNvPr>
          <p:cNvSpPr txBox="1"/>
          <p:nvPr/>
        </p:nvSpPr>
        <p:spPr>
          <a:xfrm flipH="1">
            <a:off x="8754557" y="3350721"/>
            <a:ext cx="2935606" cy="3139321"/>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FF0000"/>
                </a:solidFill>
                <a:effectLst/>
                <a:uLnTx/>
                <a:uFillTx/>
                <a:latin typeface="Montserrat"/>
                <a:ea typeface="+mn-ea"/>
                <a:cs typeface="+mn-cs"/>
              </a:rPr>
              <a:t>Projektledelse</a:t>
            </a:r>
            <a:r>
              <a:rPr kumimoji="0" lang="da-DK" sz="1800" b="0" i="0" u="none" strike="noStrike" kern="1200" cap="none" spc="0" normalizeH="0" baseline="0" noProof="0" dirty="0">
                <a:ln>
                  <a:noFill/>
                </a:ln>
                <a:solidFill>
                  <a:prstClr val="black"/>
                </a:solidFill>
                <a:effectLst/>
                <a:uLnTx/>
                <a:uFillTx/>
                <a:latin typeface="Montserrat"/>
                <a:ea typeface="+mn-ea"/>
                <a:cs typeface="+mn-cs"/>
              </a:rPr>
              <a:t> er alle de ledelsesdiscipliner der skal udføres, for at sikre at transformationen sker: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I rette tid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I rette omfang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Til de rette omkostninger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Med det rette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Tree>
    <p:extLst>
      <p:ext uri="{BB962C8B-B14F-4D97-AF65-F5344CB8AC3E}">
        <p14:creationId xmlns:p14="http://schemas.microsoft.com/office/powerpoint/2010/main" val="325412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30106-376B-B499-239E-7EBA3E6820E5}"/>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B7B345F0-9E38-23AB-1F46-B9AE074B6D51}"/>
              </a:ext>
            </a:extLst>
          </p:cNvPr>
          <p:cNvSpPr>
            <a:spLocks noGrp="1"/>
          </p:cNvSpPr>
          <p:nvPr>
            <p:ph type="title"/>
          </p:nvPr>
        </p:nvSpPr>
        <p:spPr/>
        <p:txBody>
          <a:bodyPr/>
          <a:lstStyle/>
          <a:p>
            <a:r>
              <a:rPr lang="da-DK" dirty="0"/>
              <a:t>P</a:t>
            </a:r>
            <a:r>
              <a:rPr lang="da-DK" sz="3200" dirty="0">
                <a:solidFill>
                  <a:schemeClr val="accent6"/>
                </a:solidFill>
              </a:rPr>
              <a:t>rojekttrekanten</a:t>
            </a:r>
          </a:p>
        </p:txBody>
      </p:sp>
      <p:pic>
        <p:nvPicPr>
          <p:cNvPr id="5" name="Pladsholder til indhold 4">
            <a:extLst>
              <a:ext uri="{FF2B5EF4-FFF2-40B4-BE49-F238E27FC236}">
                <a16:creationId xmlns:a16="http://schemas.microsoft.com/office/drawing/2014/main" id="{B39330CB-CEFA-43EB-2484-062C14A42A8D}"/>
              </a:ext>
            </a:extLst>
          </p:cNvPr>
          <p:cNvPicPr>
            <a:picLocks noGrp="1" noChangeAspect="1"/>
          </p:cNvPicPr>
          <p:nvPr>
            <p:ph sz="quarter" idx="10"/>
          </p:nvPr>
        </p:nvPicPr>
        <p:blipFill>
          <a:blip r:embed="rId3" cstate="print">
            <a:extLst>
              <a:ext uri="{28A0092B-C50C-407E-A947-70E740481C1C}">
                <a14:useLocalDpi xmlns:a14="http://schemas.microsoft.com/office/drawing/2010/main" val="0"/>
              </a:ext>
            </a:extLst>
          </a:blip>
          <a:stretch>
            <a:fillRect/>
          </a:stretch>
        </p:blipFill>
        <p:spPr>
          <a:xfrm>
            <a:off x="6195761" y="991168"/>
            <a:ext cx="5424055" cy="4339244"/>
          </a:xfrm>
        </p:spPr>
      </p:pic>
      <p:grpSp>
        <p:nvGrpSpPr>
          <p:cNvPr id="20" name="Gruppe 19">
            <a:extLst>
              <a:ext uri="{FF2B5EF4-FFF2-40B4-BE49-F238E27FC236}">
                <a16:creationId xmlns:a16="http://schemas.microsoft.com/office/drawing/2014/main" id="{9B13A266-6054-9FBF-3DB7-C8AD2665D8EF}"/>
              </a:ext>
            </a:extLst>
          </p:cNvPr>
          <p:cNvGrpSpPr/>
          <p:nvPr/>
        </p:nvGrpSpPr>
        <p:grpSpPr>
          <a:xfrm>
            <a:off x="872357" y="1395133"/>
            <a:ext cx="7998374" cy="1818289"/>
            <a:chOff x="872357" y="1395133"/>
            <a:chExt cx="7998374" cy="1818289"/>
          </a:xfrm>
        </p:grpSpPr>
        <p:sp>
          <p:nvSpPr>
            <p:cNvPr id="6" name="Tekstfelt 5">
              <a:extLst>
                <a:ext uri="{FF2B5EF4-FFF2-40B4-BE49-F238E27FC236}">
                  <a16:creationId xmlns:a16="http://schemas.microsoft.com/office/drawing/2014/main" id="{B806CC17-72D8-E7EA-9BA3-851F5136BC45}"/>
                </a:ext>
              </a:extLst>
            </p:cNvPr>
            <p:cNvSpPr txBox="1"/>
            <p:nvPr/>
          </p:nvSpPr>
          <p:spPr>
            <a:xfrm>
              <a:off x="872357" y="1395133"/>
              <a:ext cx="3111062" cy="1815882"/>
            </a:xfrm>
            <a:prstGeom prst="rect">
              <a:avLst/>
            </a:prstGeom>
            <a:noFill/>
            <a:ln>
              <a:solidFill>
                <a:srgbClr val="FF0000"/>
              </a:solidFill>
            </a:ln>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Med projektets </a:t>
              </a:r>
              <a:r>
                <a:rPr kumimoji="0" lang="da-DK" sz="1800" b="0" i="0" u="none" strike="noStrike" kern="1200" cap="none" spc="0" normalizeH="0" baseline="0" noProof="0" dirty="0">
                  <a:ln>
                    <a:noFill/>
                  </a:ln>
                  <a:solidFill>
                    <a:srgbClr val="FF0000"/>
                  </a:solidFill>
                  <a:effectLst/>
                  <a:uLnTx/>
                  <a:uFillTx/>
                  <a:latin typeface="Montserrat"/>
                  <a:ea typeface="+mn-ea"/>
                  <a:cs typeface="+mn-cs"/>
                </a:rPr>
                <a:t>SCOPE </a:t>
              </a:r>
              <a:r>
                <a:rPr kumimoji="0" lang="da-DK" sz="1800" b="0" i="0" u="none" strike="noStrike" kern="1200" cap="none" spc="0" normalizeH="0" baseline="0" noProof="0" dirty="0">
                  <a:ln>
                    <a:noFill/>
                  </a:ln>
                  <a:solidFill>
                    <a:prstClr val="black"/>
                  </a:solidFill>
                  <a:effectLst/>
                  <a:uLnTx/>
                  <a:uFillTx/>
                  <a:latin typeface="Montserrat"/>
                  <a:ea typeface="+mn-ea"/>
                  <a:cs typeface="+mn-cs"/>
                </a:rPr>
                <a:t>fastlægges omfang, </a:t>
              </a:r>
              <a:r>
                <a:rPr kumimoji="0" lang="da-DK" sz="1800" b="0" i="0" u="none" strike="noStrike" kern="1200" cap="none" spc="0" normalizeH="0" baseline="0" noProof="0" dirty="0">
                  <a:ln>
                    <a:noFill/>
                  </a:ln>
                  <a:solidFill>
                    <a:srgbClr val="FF0000"/>
                  </a:solidFill>
                  <a:effectLst/>
                  <a:uLnTx/>
                  <a:uFillTx/>
                  <a:latin typeface="Montserrat"/>
                  <a:ea typeface="+mn-ea"/>
                  <a:cs typeface="+mn-cs"/>
                </a:rPr>
                <a:t>indhold og kvalitet </a:t>
              </a:r>
              <a:r>
                <a:rPr kumimoji="0" lang="da-DK" sz="1800" b="0" i="0" u="none" strike="noStrike" kern="1200" cap="none" spc="0" normalizeH="0" baseline="0" noProof="0" dirty="0">
                  <a:ln>
                    <a:noFill/>
                  </a:ln>
                  <a:solidFill>
                    <a:prstClr val="black"/>
                  </a:solidFill>
                  <a:effectLst/>
                  <a:uLnTx/>
                  <a:uFillTx/>
                  <a:latin typeface="Montserrat"/>
                  <a:ea typeface="+mn-ea"/>
                  <a:cs typeface="+mn-cs"/>
                </a:rPr>
                <a:t>for opgaven og dermed opgavens </a:t>
              </a:r>
              <a:r>
                <a:rPr kumimoji="0" lang="da-DK" sz="2000" b="0" i="0" u="none" strike="noStrike" kern="1200" cap="none" spc="0" normalizeH="0" baseline="0" noProof="0" dirty="0">
                  <a:ln>
                    <a:noFill/>
                  </a:ln>
                  <a:effectLst/>
                  <a:uLnTx/>
                  <a:uFillTx/>
                  <a:latin typeface="Montserrat"/>
                  <a:ea typeface="+mn-ea"/>
                  <a:cs typeface="+mn-cs"/>
                </a:rPr>
                <a:t>størrelse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2000" b="0" i="0" u="none" strike="noStrike" kern="1200" cap="none" spc="0" normalizeH="0" baseline="0" noProof="0" dirty="0">
                <a:ln>
                  <a:noFill/>
                </a:ln>
                <a:solidFill>
                  <a:prstClr val="black"/>
                </a:solidFill>
                <a:effectLst/>
                <a:uLnTx/>
                <a:uFillTx/>
                <a:latin typeface="Montserrat"/>
                <a:ea typeface="+mn-ea"/>
                <a:cs typeface="+mn-cs"/>
              </a:endParaRPr>
            </a:p>
          </p:txBody>
        </p:sp>
        <p:cxnSp>
          <p:nvCxnSpPr>
            <p:cNvPr id="9" name="Lige pilforbindelse 8">
              <a:extLst>
                <a:ext uri="{FF2B5EF4-FFF2-40B4-BE49-F238E27FC236}">
                  <a16:creationId xmlns:a16="http://schemas.microsoft.com/office/drawing/2014/main" id="{1C09CB32-F17A-EA87-BFD6-171B4DCAA62C}"/>
                </a:ext>
              </a:extLst>
            </p:cNvPr>
            <p:cNvCxnSpPr>
              <a:cxnSpLocks/>
              <a:stCxn id="6" idx="3"/>
            </p:cNvCxnSpPr>
            <p:nvPr/>
          </p:nvCxnSpPr>
          <p:spPr>
            <a:xfrm>
              <a:off x="3983419" y="2303074"/>
              <a:ext cx="4887312" cy="910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4" name="Gruppe 23">
            <a:extLst>
              <a:ext uri="{FF2B5EF4-FFF2-40B4-BE49-F238E27FC236}">
                <a16:creationId xmlns:a16="http://schemas.microsoft.com/office/drawing/2014/main" id="{6EECC7EF-64A8-F763-7C4D-2A17ABC04A5C}"/>
              </a:ext>
            </a:extLst>
          </p:cNvPr>
          <p:cNvGrpSpPr/>
          <p:nvPr/>
        </p:nvGrpSpPr>
        <p:grpSpPr>
          <a:xfrm>
            <a:off x="888204" y="3299485"/>
            <a:ext cx="7447490" cy="1200329"/>
            <a:chOff x="888204" y="3299485"/>
            <a:chExt cx="7447490" cy="1200329"/>
          </a:xfrm>
        </p:grpSpPr>
        <p:sp>
          <p:nvSpPr>
            <p:cNvPr id="7" name="Tekstfelt 6">
              <a:extLst>
                <a:ext uri="{FF2B5EF4-FFF2-40B4-BE49-F238E27FC236}">
                  <a16:creationId xmlns:a16="http://schemas.microsoft.com/office/drawing/2014/main" id="{E38EA972-5429-B339-61B2-700745309738}"/>
                </a:ext>
              </a:extLst>
            </p:cNvPr>
            <p:cNvSpPr txBox="1"/>
            <p:nvPr/>
          </p:nvSpPr>
          <p:spPr>
            <a:xfrm>
              <a:off x="888204" y="3299485"/>
              <a:ext cx="3111062" cy="1200329"/>
            </a:xfrm>
            <a:prstGeom prst="rect">
              <a:avLst/>
            </a:prstGeom>
            <a:noFill/>
            <a:ln>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FF0000"/>
                  </a:solidFill>
                  <a:effectLst/>
                  <a:uLnTx/>
                  <a:uFillTx/>
                  <a:latin typeface="Montserrat"/>
                  <a:ea typeface="+mn-ea"/>
                  <a:cs typeface="+mn-cs"/>
                </a:rPr>
                <a:t>TID, OMKOSTNINGER OG RESSOURCER</a:t>
              </a:r>
              <a:r>
                <a:rPr kumimoji="0" lang="da-DK" sz="1800" b="0" i="0" u="none" strike="noStrike" kern="1200" cap="none" spc="0" normalizeH="0" baseline="0" noProof="0" dirty="0">
                  <a:ln>
                    <a:noFill/>
                  </a:ln>
                  <a:solidFill>
                    <a:prstClr val="black"/>
                  </a:solidFill>
                  <a:effectLst/>
                  <a:uLnTx/>
                  <a:uFillTx/>
                  <a:latin typeface="Montserrat"/>
                  <a:ea typeface="+mn-ea"/>
                  <a:cs typeface="+mn-cs"/>
                </a:rPr>
                <a:t> fastsættes (estimeres) ud fra krav til SCOPE</a:t>
              </a:r>
              <a:endParaRPr kumimoji="0" lang="da-DK" sz="2000" b="0" i="0" u="none" strike="noStrike" kern="1200" cap="none" spc="0" normalizeH="0" baseline="0" noProof="0" dirty="0">
                <a:ln>
                  <a:noFill/>
                </a:ln>
                <a:solidFill>
                  <a:prstClr val="black"/>
                </a:solidFill>
                <a:effectLst/>
                <a:uLnTx/>
                <a:uFillTx/>
                <a:latin typeface="Montserrat"/>
                <a:ea typeface="+mn-ea"/>
                <a:cs typeface="+mn-cs"/>
              </a:endParaRPr>
            </a:p>
          </p:txBody>
        </p:sp>
        <p:cxnSp>
          <p:nvCxnSpPr>
            <p:cNvPr id="11" name="Lige pilforbindelse 10">
              <a:extLst>
                <a:ext uri="{FF2B5EF4-FFF2-40B4-BE49-F238E27FC236}">
                  <a16:creationId xmlns:a16="http://schemas.microsoft.com/office/drawing/2014/main" id="{AE668B0C-FC45-1667-5D1E-0807B3D4E706}"/>
                </a:ext>
              </a:extLst>
            </p:cNvPr>
            <p:cNvCxnSpPr>
              <a:cxnSpLocks/>
              <a:stCxn id="7" idx="3"/>
            </p:cNvCxnSpPr>
            <p:nvPr/>
          </p:nvCxnSpPr>
          <p:spPr>
            <a:xfrm flipV="1">
              <a:off x="3999266" y="3677733"/>
              <a:ext cx="4336428" cy="2219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6" name="Gruppe 25">
            <a:extLst>
              <a:ext uri="{FF2B5EF4-FFF2-40B4-BE49-F238E27FC236}">
                <a16:creationId xmlns:a16="http://schemas.microsoft.com/office/drawing/2014/main" id="{60E27F20-A7CD-5859-4B9C-C65B5B7503B7}"/>
              </a:ext>
            </a:extLst>
          </p:cNvPr>
          <p:cNvGrpSpPr/>
          <p:nvPr/>
        </p:nvGrpSpPr>
        <p:grpSpPr>
          <a:xfrm>
            <a:off x="927492" y="4065689"/>
            <a:ext cx="7408201" cy="1731052"/>
            <a:chOff x="927492" y="4065689"/>
            <a:chExt cx="7408201" cy="1731052"/>
          </a:xfrm>
        </p:grpSpPr>
        <p:sp>
          <p:nvSpPr>
            <p:cNvPr id="23" name="Tekstfelt 22">
              <a:extLst>
                <a:ext uri="{FF2B5EF4-FFF2-40B4-BE49-F238E27FC236}">
                  <a16:creationId xmlns:a16="http://schemas.microsoft.com/office/drawing/2014/main" id="{BC0FB2B3-F25B-38F3-D215-55A3EB86F340}"/>
                </a:ext>
              </a:extLst>
            </p:cNvPr>
            <p:cNvSpPr txBox="1"/>
            <p:nvPr/>
          </p:nvSpPr>
          <p:spPr>
            <a:xfrm>
              <a:off x="927492" y="4596412"/>
              <a:ext cx="5068749" cy="1200329"/>
            </a:xfrm>
            <a:prstGeom prst="rect">
              <a:avLst/>
            </a:prstGeom>
            <a:noFill/>
            <a:ln w="127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Ændring til enten projektets </a:t>
              </a:r>
              <a:r>
                <a:rPr kumimoji="0" lang="da-DK" sz="1800" b="0" i="0" u="none" strike="noStrike" kern="1200" cap="none" spc="0" normalizeH="0" baseline="0" noProof="0" dirty="0">
                  <a:ln>
                    <a:noFill/>
                  </a:ln>
                  <a:solidFill>
                    <a:srgbClr val="FF0000"/>
                  </a:solidFill>
                  <a:effectLst/>
                  <a:uLnTx/>
                  <a:uFillTx/>
                  <a:latin typeface="Montserrat"/>
                  <a:ea typeface="+mn-ea"/>
                  <a:cs typeface="+mn-cs"/>
                </a:rPr>
                <a:t>SCOPE, TIDSRAMME, ØKONOMI eller RESSOURCEALLOKERINGER medfører ændring til mindst et af de andre områder</a:t>
              </a:r>
              <a:endParaRPr kumimoji="0" lang="da-DK" sz="2000" b="0" i="0" u="none" strike="noStrike" kern="1200" cap="none" spc="0" normalizeH="0" baseline="0" noProof="0" dirty="0">
                <a:ln>
                  <a:noFill/>
                </a:ln>
                <a:solidFill>
                  <a:srgbClr val="FF0000"/>
                </a:solidFill>
                <a:effectLst/>
                <a:uLnTx/>
                <a:uFillTx/>
                <a:latin typeface="Montserrat"/>
                <a:ea typeface="+mn-ea"/>
                <a:cs typeface="+mn-cs"/>
              </a:endParaRPr>
            </a:p>
          </p:txBody>
        </p:sp>
        <p:cxnSp>
          <p:nvCxnSpPr>
            <p:cNvPr id="25" name="Lige pilforbindelse 24">
              <a:extLst>
                <a:ext uri="{FF2B5EF4-FFF2-40B4-BE49-F238E27FC236}">
                  <a16:creationId xmlns:a16="http://schemas.microsoft.com/office/drawing/2014/main" id="{8FB795C7-33C3-E4BF-972F-53A9ACA4FF30}"/>
                </a:ext>
              </a:extLst>
            </p:cNvPr>
            <p:cNvCxnSpPr>
              <a:cxnSpLocks/>
            </p:cNvCxnSpPr>
            <p:nvPr/>
          </p:nvCxnSpPr>
          <p:spPr>
            <a:xfrm flipH="1">
              <a:off x="6007311" y="4065689"/>
              <a:ext cx="2328382" cy="867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7" name="Gruppe 16">
            <a:extLst>
              <a:ext uri="{FF2B5EF4-FFF2-40B4-BE49-F238E27FC236}">
                <a16:creationId xmlns:a16="http://schemas.microsoft.com/office/drawing/2014/main" id="{E5E9F63B-C415-5737-2898-7C57CAE276AC}"/>
              </a:ext>
            </a:extLst>
          </p:cNvPr>
          <p:cNvGrpSpPr/>
          <p:nvPr/>
        </p:nvGrpSpPr>
        <p:grpSpPr>
          <a:xfrm>
            <a:off x="6903720" y="5377279"/>
            <a:ext cx="4998133" cy="1243876"/>
            <a:chOff x="3337560" y="-53008"/>
            <a:chExt cx="4998133" cy="1243876"/>
          </a:xfrm>
        </p:grpSpPr>
        <p:sp>
          <p:nvSpPr>
            <p:cNvPr id="15" name="Tekstfelt 14">
              <a:extLst>
                <a:ext uri="{FF2B5EF4-FFF2-40B4-BE49-F238E27FC236}">
                  <a16:creationId xmlns:a16="http://schemas.microsoft.com/office/drawing/2014/main" id="{C0E31B41-AB34-D65A-BD44-DA742FFE43BD}"/>
                </a:ext>
              </a:extLst>
            </p:cNvPr>
            <p:cNvSpPr txBox="1"/>
            <p:nvPr/>
          </p:nvSpPr>
          <p:spPr>
            <a:xfrm>
              <a:off x="3337560" y="781862"/>
              <a:ext cx="1544345" cy="38001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Projektejer</a:t>
              </a:r>
            </a:p>
          </p:txBody>
        </p:sp>
        <p:pic>
          <p:nvPicPr>
            <p:cNvPr id="19" name="Grafik 18" descr="Leder-mand med massiv udfyldning">
              <a:extLst>
                <a:ext uri="{FF2B5EF4-FFF2-40B4-BE49-F238E27FC236}">
                  <a16:creationId xmlns:a16="http://schemas.microsoft.com/office/drawing/2014/main" id="{CDFDB93E-656E-2F80-2E83-3562255EE5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73203" y="-53008"/>
              <a:ext cx="914400" cy="914400"/>
            </a:xfrm>
            <a:prstGeom prst="rect">
              <a:avLst/>
            </a:prstGeom>
          </p:spPr>
        </p:pic>
        <p:pic>
          <p:nvPicPr>
            <p:cNvPr id="21" name="Grafik 20" descr="Programmør med massiv udfyldning">
              <a:extLst>
                <a:ext uri="{FF2B5EF4-FFF2-40B4-BE49-F238E27FC236}">
                  <a16:creationId xmlns:a16="http://schemas.microsoft.com/office/drawing/2014/main" id="{B26E5653-122A-C22D-7C50-BF3F53FEB5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81841" y="0"/>
              <a:ext cx="914400" cy="914400"/>
            </a:xfrm>
            <a:prstGeom prst="rect">
              <a:avLst/>
            </a:prstGeom>
          </p:spPr>
        </p:pic>
        <p:sp>
          <p:nvSpPr>
            <p:cNvPr id="22" name="Tekstfelt 21">
              <a:extLst>
                <a:ext uri="{FF2B5EF4-FFF2-40B4-BE49-F238E27FC236}">
                  <a16:creationId xmlns:a16="http://schemas.microsoft.com/office/drawing/2014/main" id="{AAC2EE8D-957D-63D4-15D5-1170603E69CC}"/>
                </a:ext>
              </a:extLst>
            </p:cNvPr>
            <p:cNvSpPr txBox="1"/>
            <p:nvPr/>
          </p:nvSpPr>
          <p:spPr>
            <a:xfrm>
              <a:off x="4807023" y="821536"/>
              <a:ext cx="163949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Projektleder</a:t>
              </a:r>
            </a:p>
          </p:txBody>
        </p:sp>
        <p:pic>
          <p:nvPicPr>
            <p:cNvPr id="10" name="Grafik 9" descr="Gruppebrainstorm med massiv udfyldning">
              <a:extLst>
                <a:ext uri="{FF2B5EF4-FFF2-40B4-BE49-F238E27FC236}">
                  <a16:creationId xmlns:a16="http://schemas.microsoft.com/office/drawing/2014/main" id="{73692F0A-E3C0-D213-6072-01B970C42DF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92951" y="0"/>
              <a:ext cx="914400" cy="914400"/>
            </a:xfrm>
            <a:prstGeom prst="rect">
              <a:avLst/>
            </a:prstGeom>
          </p:spPr>
        </p:pic>
        <p:sp>
          <p:nvSpPr>
            <p:cNvPr id="16" name="Tekstfelt 15">
              <a:extLst>
                <a:ext uri="{FF2B5EF4-FFF2-40B4-BE49-F238E27FC236}">
                  <a16:creationId xmlns:a16="http://schemas.microsoft.com/office/drawing/2014/main" id="{6999E11A-F213-6F16-9BC4-8D321E4BF9C2}"/>
                </a:ext>
              </a:extLst>
            </p:cNvPr>
            <p:cNvSpPr txBox="1"/>
            <p:nvPr/>
          </p:nvSpPr>
          <p:spPr>
            <a:xfrm>
              <a:off x="6361040" y="715618"/>
              <a:ext cx="197465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Projektgruppe</a:t>
              </a:r>
            </a:p>
          </p:txBody>
        </p:sp>
      </p:grpSp>
    </p:spTree>
    <p:extLst>
      <p:ext uri="{BB962C8B-B14F-4D97-AF65-F5344CB8AC3E}">
        <p14:creationId xmlns:p14="http://schemas.microsoft.com/office/powerpoint/2010/main" val="597259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FE1F5-1D9F-9DA4-F5AD-6E1CCCC5FE5A}"/>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48F969F-0CFC-52E6-810A-1D754045925D}"/>
              </a:ext>
            </a:extLst>
          </p:cNvPr>
          <p:cNvSpPr>
            <a:spLocks noGrp="1"/>
          </p:cNvSpPr>
          <p:nvPr>
            <p:ph type="title"/>
          </p:nvPr>
        </p:nvSpPr>
        <p:spPr/>
        <p:txBody>
          <a:bodyPr/>
          <a:lstStyle/>
          <a:p>
            <a:r>
              <a:rPr lang="da-DK" dirty="0"/>
              <a:t>2 hovedtyper af projektmodeller</a:t>
            </a:r>
          </a:p>
        </p:txBody>
      </p:sp>
      <p:pic>
        <p:nvPicPr>
          <p:cNvPr id="5" name="Pladsholder til indhold 4" descr="Et billede, der indeholder tekst&#10;&#10;Automatisk genereret beskrivelse">
            <a:extLst>
              <a:ext uri="{FF2B5EF4-FFF2-40B4-BE49-F238E27FC236}">
                <a16:creationId xmlns:a16="http://schemas.microsoft.com/office/drawing/2014/main" id="{6BB3DDB2-B41D-8BCB-C5C4-FA615B876116}"/>
              </a:ext>
            </a:extLst>
          </p:cNvPr>
          <p:cNvPicPr>
            <a:picLocks noGrp="1" noChangeAspect="1"/>
          </p:cNvPicPr>
          <p:nvPr>
            <p:ph sz="quarter" idx="10"/>
          </p:nvPr>
        </p:nvPicPr>
        <p:blipFill>
          <a:blip r:embed="rId3" cstate="print">
            <a:extLst>
              <a:ext uri="{28A0092B-C50C-407E-A947-70E740481C1C}">
                <a14:useLocalDpi xmlns:a14="http://schemas.microsoft.com/office/drawing/2010/main" val="0"/>
              </a:ext>
            </a:extLst>
          </a:blip>
          <a:stretch>
            <a:fillRect/>
          </a:stretch>
        </p:blipFill>
        <p:spPr>
          <a:xfrm>
            <a:off x="816141" y="1557072"/>
            <a:ext cx="5133109" cy="3279371"/>
          </a:xfrm>
        </p:spPr>
      </p:pic>
      <p:pic>
        <p:nvPicPr>
          <p:cNvPr id="7" name="Billede 6">
            <a:extLst>
              <a:ext uri="{FF2B5EF4-FFF2-40B4-BE49-F238E27FC236}">
                <a16:creationId xmlns:a16="http://schemas.microsoft.com/office/drawing/2014/main" id="{BBA4641F-CB9C-02BF-1102-DDE6F0A86A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8216" y="1406240"/>
            <a:ext cx="3382600" cy="3704523"/>
          </a:xfrm>
          <a:prstGeom prst="rect">
            <a:avLst/>
          </a:prstGeom>
        </p:spPr>
      </p:pic>
      <p:sp>
        <p:nvSpPr>
          <p:cNvPr id="8" name="Tekstfelt 7">
            <a:extLst>
              <a:ext uri="{FF2B5EF4-FFF2-40B4-BE49-F238E27FC236}">
                <a16:creationId xmlns:a16="http://schemas.microsoft.com/office/drawing/2014/main" id="{751D9819-8A6D-7484-B675-B6EB6442CA55}"/>
              </a:ext>
            </a:extLst>
          </p:cNvPr>
          <p:cNvSpPr txBox="1"/>
          <p:nvPr/>
        </p:nvSpPr>
        <p:spPr>
          <a:xfrm>
            <a:off x="363855" y="5110763"/>
            <a:ext cx="421728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a:ln>
                  <a:noFill/>
                </a:ln>
                <a:solidFill>
                  <a:srgbClr val="FF0000"/>
                </a:solidFill>
                <a:effectLst/>
                <a:uLnTx/>
                <a:uFillTx/>
                <a:latin typeface="Montserrat"/>
                <a:ea typeface="+mn-ea"/>
                <a:cs typeface="+mn-cs"/>
              </a:rPr>
              <a:t>VANDFALDSMODELLEN: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Den ‘traditionelle model’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En fase gennemføres af gangen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sp>
        <p:nvSpPr>
          <p:cNvPr id="9" name="Tekstfelt 8">
            <a:extLst>
              <a:ext uri="{FF2B5EF4-FFF2-40B4-BE49-F238E27FC236}">
                <a16:creationId xmlns:a16="http://schemas.microsoft.com/office/drawing/2014/main" id="{F33B1520-F582-181F-0EB0-9AAFFB233134}"/>
              </a:ext>
            </a:extLst>
          </p:cNvPr>
          <p:cNvSpPr txBox="1"/>
          <p:nvPr/>
        </p:nvSpPr>
        <p:spPr>
          <a:xfrm>
            <a:off x="7405166" y="5110763"/>
            <a:ext cx="4476366"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a:ln>
                  <a:noFill/>
                </a:ln>
                <a:solidFill>
                  <a:srgbClr val="FF0000"/>
                </a:solidFill>
                <a:effectLst/>
                <a:uLnTx/>
                <a:uFillTx/>
                <a:latin typeface="Montserrat"/>
                <a:ea typeface="+mn-ea"/>
                <a:cs typeface="+mn-cs"/>
              </a:rPr>
              <a:t>DEN AGILE MODEL: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Iterativ model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Alle faser gennemføres successivt for en del af løsningen af gangen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p:txBody>
      </p:sp>
      <p:cxnSp>
        <p:nvCxnSpPr>
          <p:cNvPr id="10" name="Lige forbindelse 9">
            <a:extLst>
              <a:ext uri="{FF2B5EF4-FFF2-40B4-BE49-F238E27FC236}">
                <a16:creationId xmlns:a16="http://schemas.microsoft.com/office/drawing/2014/main" id="{1FCF64A0-D521-534E-08B7-84D0C2DC2AD6}"/>
              </a:ext>
            </a:extLst>
          </p:cNvPr>
          <p:cNvCxnSpPr/>
          <p:nvPr/>
        </p:nvCxnSpPr>
        <p:spPr>
          <a:xfrm>
            <a:off x="6684612" y="1422623"/>
            <a:ext cx="0" cy="52578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2350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80988-1C8C-3A69-A29D-29C176F2BDF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D57B47B-3C1C-208F-907A-14AB85CF41F5}"/>
              </a:ext>
            </a:extLst>
          </p:cNvPr>
          <p:cNvSpPr>
            <a:spLocks noGrp="1"/>
          </p:cNvSpPr>
          <p:nvPr>
            <p:ph type="title"/>
          </p:nvPr>
        </p:nvSpPr>
        <p:spPr/>
        <p:txBody>
          <a:bodyPr/>
          <a:lstStyle/>
          <a:p>
            <a:r>
              <a:rPr lang="da-DK" dirty="0"/>
              <a:t>Projekttrekanten</a:t>
            </a:r>
          </a:p>
        </p:txBody>
      </p:sp>
      <p:pic>
        <p:nvPicPr>
          <p:cNvPr id="9" name="Pladsholder til indhold 6" descr="Lås med massiv udfyldning">
            <a:extLst>
              <a:ext uri="{FF2B5EF4-FFF2-40B4-BE49-F238E27FC236}">
                <a16:creationId xmlns:a16="http://schemas.microsoft.com/office/drawing/2014/main" id="{2F4779E8-0F2B-7DE9-ABE2-0CF53B723398}"/>
              </a:ext>
            </a:extLst>
          </p:cNvPr>
          <p:cNvPicPr>
            <a:picLocks noGrp="1" noChangeAspect="1"/>
          </p:cNvPicPr>
          <p:nvPr>
            <p:ph sz="quarter" idx="10"/>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0981" y="2233996"/>
            <a:ext cx="622086" cy="622086"/>
          </a:xfrm>
        </p:spPr>
      </p:pic>
      <p:pic>
        <p:nvPicPr>
          <p:cNvPr id="5" name="Billede 4">
            <a:extLst>
              <a:ext uri="{FF2B5EF4-FFF2-40B4-BE49-F238E27FC236}">
                <a16:creationId xmlns:a16="http://schemas.microsoft.com/office/drawing/2014/main" id="{81F4B4EE-518D-B051-86CC-9BBADE6A3A6B}"/>
              </a:ext>
            </a:extLst>
          </p:cNvPr>
          <p:cNvPicPr>
            <a:picLocks noChangeAspect="1"/>
          </p:cNvPicPr>
          <p:nvPr/>
        </p:nvPicPr>
        <p:blipFill>
          <a:blip r:embed="rId5">
            <a:duotone>
              <a:prstClr val="black"/>
              <a:schemeClr val="accent1">
                <a:tint val="45000"/>
                <a:satMod val="400000"/>
              </a:schemeClr>
            </a:duotone>
          </a:blip>
          <a:stretch>
            <a:fillRect/>
          </a:stretch>
        </p:blipFill>
        <p:spPr>
          <a:xfrm>
            <a:off x="495910" y="2272157"/>
            <a:ext cx="4468755" cy="2901948"/>
          </a:xfrm>
          <a:prstGeom prst="rect">
            <a:avLst/>
          </a:prstGeom>
        </p:spPr>
      </p:pic>
      <p:sp>
        <p:nvSpPr>
          <p:cNvPr id="7" name="Rektangel 6">
            <a:extLst>
              <a:ext uri="{FF2B5EF4-FFF2-40B4-BE49-F238E27FC236}">
                <a16:creationId xmlns:a16="http://schemas.microsoft.com/office/drawing/2014/main" id="{BD5DE400-8FCF-03FE-36DB-B1402CF2B671}"/>
              </a:ext>
            </a:extLst>
          </p:cNvPr>
          <p:cNvSpPr/>
          <p:nvPr/>
        </p:nvSpPr>
        <p:spPr>
          <a:xfrm>
            <a:off x="10000944" y="103422"/>
            <a:ext cx="2068792" cy="935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0" name="Tekstfelt 9">
            <a:extLst>
              <a:ext uri="{FF2B5EF4-FFF2-40B4-BE49-F238E27FC236}">
                <a16:creationId xmlns:a16="http://schemas.microsoft.com/office/drawing/2014/main" id="{4E9C9FFB-26DB-E80C-10FC-42C97D3E8646}"/>
              </a:ext>
            </a:extLst>
          </p:cNvPr>
          <p:cNvSpPr txBox="1"/>
          <p:nvPr/>
        </p:nvSpPr>
        <p:spPr>
          <a:xfrm>
            <a:off x="788272" y="5277518"/>
            <a:ext cx="3884032"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err="1">
                <a:ln>
                  <a:noFill/>
                </a:ln>
                <a:solidFill>
                  <a:prstClr val="black"/>
                </a:solidFill>
                <a:effectLst/>
                <a:uLnTx/>
                <a:uFillTx/>
                <a:latin typeface="Montserrat"/>
                <a:ea typeface="+mn-ea"/>
                <a:cs typeface="+mn-cs"/>
              </a:rPr>
              <a:t>Scope</a:t>
            </a:r>
            <a:r>
              <a:rPr kumimoji="0" lang="da-DK" sz="2400" b="0" i="0" u="none" strike="noStrike" kern="1200" cap="none" spc="0" normalizeH="0" baseline="0" noProof="0" dirty="0">
                <a:ln>
                  <a:noFill/>
                </a:ln>
                <a:solidFill>
                  <a:prstClr val="black"/>
                </a:solidFill>
                <a:effectLst/>
                <a:uLnTx/>
                <a:uFillTx/>
                <a:latin typeface="Montserrat"/>
                <a:ea typeface="+mn-ea"/>
                <a:cs typeface="+mn-cs"/>
              </a:rPr>
              <a:t> er fast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200" b="0" i="0" u="none" strike="noStrike" kern="1200" cap="none" spc="0" normalizeH="0" baseline="0" noProof="0" dirty="0">
              <a:ln>
                <a:noFill/>
              </a:ln>
              <a:solidFill>
                <a:prstClr val="black"/>
              </a:solidFill>
              <a:effectLst/>
              <a:uLnTx/>
              <a:uFillTx/>
              <a:latin typeface="Montserra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a:ln>
                  <a:noFill/>
                </a:ln>
                <a:solidFill>
                  <a:prstClr val="black"/>
                </a:solidFill>
                <a:effectLst/>
                <a:uLnTx/>
                <a:uFillTx/>
                <a:latin typeface="Montserrat"/>
                <a:ea typeface="+mn-ea"/>
                <a:cs typeface="+mn-cs"/>
              </a:rPr>
              <a:t>Tid og pris er fleksibel</a:t>
            </a:r>
          </a:p>
        </p:txBody>
      </p:sp>
      <p:pic>
        <p:nvPicPr>
          <p:cNvPr id="11" name="Billede 10">
            <a:extLst>
              <a:ext uri="{FF2B5EF4-FFF2-40B4-BE49-F238E27FC236}">
                <a16:creationId xmlns:a16="http://schemas.microsoft.com/office/drawing/2014/main" id="{9CE6F9B3-9C41-1390-4D59-F25E3C058085}"/>
              </a:ext>
            </a:extLst>
          </p:cNvPr>
          <p:cNvPicPr>
            <a:picLocks noChangeAspect="1"/>
          </p:cNvPicPr>
          <p:nvPr/>
        </p:nvPicPr>
        <p:blipFill>
          <a:blip r:embed="rId5">
            <a:duotone>
              <a:prstClr val="black"/>
              <a:schemeClr val="accent1">
                <a:tint val="45000"/>
                <a:satMod val="400000"/>
              </a:schemeClr>
            </a:duotone>
          </a:blip>
          <a:stretch>
            <a:fillRect/>
          </a:stretch>
        </p:blipFill>
        <p:spPr>
          <a:xfrm>
            <a:off x="6516736" y="2089292"/>
            <a:ext cx="4468755" cy="2901948"/>
          </a:xfrm>
          <a:prstGeom prst="rect">
            <a:avLst/>
          </a:prstGeom>
        </p:spPr>
      </p:pic>
      <p:sp>
        <p:nvSpPr>
          <p:cNvPr id="14" name="Tekstfelt 13">
            <a:extLst>
              <a:ext uri="{FF2B5EF4-FFF2-40B4-BE49-F238E27FC236}">
                <a16:creationId xmlns:a16="http://schemas.microsoft.com/office/drawing/2014/main" id="{2359E0E3-0ECD-4EE9-0D71-19994DDDE6D1}"/>
              </a:ext>
            </a:extLst>
          </p:cNvPr>
          <p:cNvSpPr txBox="1"/>
          <p:nvPr/>
        </p:nvSpPr>
        <p:spPr>
          <a:xfrm>
            <a:off x="7519698" y="5174105"/>
            <a:ext cx="3067715"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err="1">
                <a:ln>
                  <a:noFill/>
                </a:ln>
                <a:solidFill>
                  <a:prstClr val="black"/>
                </a:solidFill>
                <a:effectLst/>
                <a:uLnTx/>
                <a:uFillTx/>
                <a:latin typeface="Montserrat"/>
                <a:ea typeface="+mn-ea"/>
                <a:cs typeface="+mn-cs"/>
              </a:rPr>
              <a:t>Scope</a:t>
            </a:r>
            <a:r>
              <a:rPr kumimoji="0" lang="da-DK" sz="2400" b="0" i="0" u="none" strike="noStrike" kern="1200" cap="none" spc="0" normalizeH="0" baseline="0" noProof="0" dirty="0">
                <a:ln>
                  <a:noFill/>
                </a:ln>
                <a:solidFill>
                  <a:prstClr val="black"/>
                </a:solidFill>
                <a:effectLst/>
                <a:uLnTx/>
                <a:uFillTx/>
                <a:latin typeface="Montserrat"/>
                <a:ea typeface="+mn-ea"/>
                <a:cs typeface="+mn-cs"/>
              </a:rPr>
              <a:t> er fleksibel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200" b="0" i="0" u="none" strike="noStrike" kern="1200" cap="none" spc="0" normalizeH="0" baseline="0" noProof="0" dirty="0">
              <a:ln>
                <a:noFill/>
              </a:ln>
              <a:solidFill>
                <a:prstClr val="black"/>
              </a:solidFill>
              <a:effectLst/>
              <a:uLnTx/>
              <a:uFillTx/>
              <a:latin typeface="Montserra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a-DK" sz="2400" b="0" i="0" u="none" strike="noStrike" kern="1200" cap="none" spc="0" normalizeH="0" baseline="0" noProof="0" dirty="0">
                <a:ln>
                  <a:noFill/>
                </a:ln>
                <a:solidFill>
                  <a:prstClr val="black"/>
                </a:solidFill>
                <a:effectLst/>
                <a:uLnTx/>
                <a:uFillTx/>
                <a:latin typeface="Montserrat"/>
                <a:ea typeface="+mn-ea"/>
                <a:cs typeface="+mn-cs"/>
              </a:rPr>
              <a:t>Tid og pris er låst</a:t>
            </a:r>
          </a:p>
        </p:txBody>
      </p:sp>
      <p:sp>
        <p:nvSpPr>
          <p:cNvPr id="15" name="Tekstfelt 14">
            <a:extLst>
              <a:ext uri="{FF2B5EF4-FFF2-40B4-BE49-F238E27FC236}">
                <a16:creationId xmlns:a16="http://schemas.microsoft.com/office/drawing/2014/main" id="{EE9F5EB9-7CB6-E6AE-F2A2-1B3C80109BA8}"/>
              </a:ext>
            </a:extLst>
          </p:cNvPr>
          <p:cNvSpPr txBox="1"/>
          <p:nvPr/>
        </p:nvSpPr>
        <p:spPr>
          <a:xfrm>
            <a:off x="807960" y="1672161"/>
            <a:ext cx="42567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1" i="0" u="none" strike="noStrike" kern="1200" cap="none" spc="0" normalizeH="0" baseline="0" noProof="0" dirty="0">
                <a:ln>
                  <a:noFill/>
                </a:ln>
                <a:solidFill>
                  <a:prstClr val="black"/>
                </a:solidFill>
                <a:effectLst/>
                <a:uLnTx/>
                <a:uFillTx/>
                <a:latin typeface="Montserrat"/>
                <a:ea typeface="+mn-ea"/>
                <a:cs typeface="+mn-cs"/>
              </a:rPr>
              <a:t>VANDFALDSMODELLEN</a:t>
            </a:r>
          </a:p>
        </p:txBody>
      </p:sp>
      <p:sp>
        <p:nvSpPr>
          <p:cNvPr id="16" name="Tekstfelt 15">
            <a:extLst>
              <a:ext uri="{FF2B5EF4-FFF2-40B4-BE49-F238E27FC236}">
                <a16:creationId xmlns:a16="http://schemas.microsoft.com/office/drawing/2014/main" id="{D07F5C8E-2428-2F9E-490F-794F80F64B31}"/>
              </a:ext>
            </a:extLst>
          </p:cNvPr>
          <p:cNvSpPr txBox="1"/>
          <p:nvPr/>
        </p:nvSpPr>
        <p:spPr>
          <a:xfrm>
            <a:off x="7311522" y="1672161"/>
            <a:ext cx="42567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1" i="0" u="none" strike="noStrike" kern="1200" cap="none" spc="0" normalizeH="0" baseline="0" noProof="0" dirty="0">
                <a:ln>
                  <a:noFill/>
                </a:ln>
                <a:solidFill>
                  <a:prstClr val="black"/>
                </a:solidFill>
                <a:effectLst/>
                <a:uLnTx/>
                <a:uFillTx/>
                <a:latin typeface="Montserrat"/>
                <a:ea typeface="+mn-ea"/>
                <a:cs typeface="+mn-cs"/>
              </a:rPr>
              <a:t>AGIL UDVIKLING</a:t>
            </a:r>
          </a:p>
        </p:txBody>
      </p:sp>
      <p:pic>
        <p:nvPicPr>
          <p:cNvPr id="17" name="Pladsholder til indhold 6" descr="Lås med massiv udfyldning">
            <a:extLst>
              <a:ext uri="{FF2B5EF4-FFF2-40B4-BE49-F238E27FC236}">
                <a16:creationId xmlns:a16="http://schemas.microsoft.com/office/drawing/2014/main" id="{2C1AC27F-9FF7-F3B3-EA09-5F94D54B01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68444" y="4414950"/>
            <a:ext cx="568418" cy="568418"/>
          </a:xfrm>
          <a:prstGeom prst="rect">
            <a:avLst/>
          </a:prstGeom>
        </p:spPr>
      </p:pic>
      <p:pic>
        <p:nvPicPr>
          <p:cNvPr id="18" name="Pladsholder til indhold 6" descr="Lås med massiv udfyldning">
            <a:extLst>
              <a:ext uri="{FF2B5EF4-FFF2-40B4-BE49-F238E27FC236}">
                <a16:creationId xmlns:a16="http://schemas.microsoft.com/office/drawing/2014/main" id="{4784F2BD-E548-4835-C439-D14C47A81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85382" y="4383155"/>
            <a:ext cx="568418" cy="568418"/>
          </a:xfrm>
          <a:prstGeom prst="rect">
            <a:avLst/>
          </a:prstGeom>
        </p:spPr>
      </p:pic>
      <p:pic>
        <p:nvPicPr>
          <p:cNvPr id="6" name="Billede 5">
            <a:extLst>
              <a:ext uri="{FF2B5EF4-FFF2-40B4-BE49-F238E27FC236}">
                <a16:creationId xmlns:a16="http://schemas.microsoft.com/office/drawing/2014/main" id="{95C06E88-B9F6-B116-D8D5-E53FEE90C2F1}"/>
              </a:ext>
            </a:extLst>
          </p:cNvPr>
          <p:cNvPicPr>
            <a:picLocks noChangeAspect="1"/>
          </p:cNvPicPr>
          <p:nvPr/>
        </p:nvPicPr>
        <p:blipFill>
          <a:blip r:embed="rId6"/>
          <a:stretch>
            <a:fillRect/>
          </a:stretch>
        </p:blipFill>
        <p:spPr>
          <a:xfrm>
            <a:off x="9689854" y="56682"/>
            <a:ext cx="2191056" cy="857370"/>
          </a:xfrm>
          <a:prstGeom prst="rect">
            <a:avLst/>
          </a:prstGeom>
        </p:spPr>
      </p:pic>
    </p:spTree>
    <p:extLst>
      <p:ext uri="{BB962C8B-B14F-4D97-AF65-F5344CB8AC3E}">
        <p14:creationId xmlns:p14="http://schemas.microsoft.com/office/powerpoint/2010/main" val="4179217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4BE1D-9D3E-C19F-9AA8-60DDC2969767}"/>
            </a:ext>
          </a:extLst>
        </p:cNvPr>
        <p:cNvGrpSpPr/>
        <p:nvPr/>
      </p:nvGrpSpPr>
      <p:grpSpPr>
        <a:xfrm>
          <a:off x="0" y="0"/>
          <a:ext cx="0" cy="0"/>
          <a:chOff x="0" y="0"/>
          <a:chExt cx="0" cy="0"/>
        </a:xfrm>
      </p:grpSpPr>
      <p:pic>
        <p:nvPicPr>
          <p:cNvPr id="4" name="Picture 2" descr="Agile / Waterfall / Monitoring – iOpsMon">
            <a:extLst>
              <a:ext uri="{FF2B5EF4-FFF2-40B4-BE49-F238E27FC236}">
                <a16:creationId xmlns:a16="http://schemas.microsoft.com/office/drawing/2014/main" id="{009A6293-351D-7B86-EFF6-9746450A1C3E}"/>
              </a:ext>
            </a:extLst>
          </p:cNvPr>
          <p:cNvPicPr>
            <a:picLocks noGrp="1" noChangeAspect="1" noChangeArrowheads="1"/>
          </p:cNvPicPr>
          <p:nvPr>
            <p:ph sz="quarter" idx="10"/>
          </p:nvPr>
        </p:nvPicPr>
        <p:blipFill rotWithShape="1">
          <a:blip r:embed="rId3">
            <a:extLst>
              <a:ext uri="{28A0092B-C50C-407E-A947-70E740481C1C}">
                <a14:useLocalDpi xmlns:a14="http://schemas.microsoft.com/office/drawing/2010/main" val="0"/>
              </a:ext>
            </a:extLst>
          </a:blip>
          <a:srcRect b="53957"/>
          <a:stretch>
            <a:fillRect/>
          </a:stretch>
        </p:blipFill>
        <p:spPr bwMode="auto">
          <a:xfrm>
            <a:off x="491803" y="765517"/>
            <a:ext cx="6076950" cy="1947225"/>
          </a:xfrm>
          <a:prstGeom prst="rect">
            <a:avLst/>
          </a:prstGeom>
          <a:noFill/>
          <a:extLst>
            <a:ext uri="{909E8E84-426E-40DD-AFC4-6F175D3DCCD1}">
              <a14:hiddenFill xmlns:a14="http://schemas.microsoft.com/office/drawing/2010/main">
                <a:solidFill>
                  <a:srgbClr val="FFFFFF"/>
                </a:solidFill>
              </a14:hiddenFill>
            </a:ext>
          </a:extLst>
        </p:spPr>
      </p:pic>
      <p:pic>
        <p:nvPicPr>
          <p:cNvPr id="7" name="Billede 6">
            <a:extLst>
              <a:ext uri="{FF2B5EF4-FFF2-40B4-BE49-F238E27FC236}">
                <a16:creationId xmlns:a16="http://schemas.microsoft.com/office/drawing/2014/main" id="{509ADB9D-864B-BE46-0006-D87FAB1EE25C}"/>
              </a:ext>
            </a:extLst>
          </p:cNvPr>
          <p:cNvPicPr>
            <a:picLocks noChangeAspect="1"/>
          </p:cNvPicPr>
          <p:nvPr/>
        </p:nvPicPr>
        <p:blipFill>
          <a:blip r:embed="rId4"/>
          <a:stretch>
            <a:fillRect/>
          </a:stretch>
        </p:blipFill>
        <p:spPr>
          <a:xfrm>
            <a:off x="6753322" y="1099035"/>
            <a:ext cx="5106021" cy="1829066"/>
          </a:xfrm>
          <a:prstGeom prst="rect">
            <a:avLst/>
          </a:prstGeom>
        </p:spPr>
      </p:pic>
      <p:sp>
        <p:nvSpPr>
          <p:cNvPr id="22" name="Rektangel 21">
            <a:extLst>
              <a:ext uri="{FF2B5EF4-FFF2-40B4-BE49-F238E27FC236}">
                <a16:creationId xmlns:a16="http://schemas.microsoft.com/office/drawing/2014/main" id="{3ADE6901-3034-1F79-2145-323C1C7E52B2}"/>
              </a:ext>
            </a:extLst>
          </p:cNvPr>
          <p:cNvSpPr/>
          <p:nvPr/>
        </p:nvSpPr>
        <p:spPr>
          <a:xfrm>
            <a:off x="10000944" y="103422"/>
            <a:ext cx="2068792" cy="9352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a:ln>
                <a:noFill/>
              </a:ln>
              <a:solidFill>
                <a:prstClr val="white"/>
              </a:solidFill>
              <a:effectLst/>
              <a:uLnTx/>
              <a:uFillTx/>
              <a:latin typeface="Montserrat"/>
              <a:ea typeface="+mn-ea"/>
              <a:cs typeface="+mn-cs"/>
            </a:endParaRPr>
          </a:p>
        </p:txBody>
      </p:sp>
      <p:pic>
        <p:nvPicPr>
          <p:cNvPr id="24" name="Billede 23">
            <a:extLst>
              <a:ext uri="{FF2B5EF4-FFF2-40B4-BE49-F238E27FC236}">
                <a16:creationId xmlns:a16="http://schemas.microsoft.com/office/drawing/2014/main" id="{30347DE9-B01B-5DC7-BAFD-A68C876458F2}"/>
              </a:ext>
            </a:extLst>
          </p:cNvPr>
          <p:cNvPicPr>
            <a:picLocks noChangeAspect="1"/>
          </p:cNvPicPr>
          <p:nvPr/>
        </p:nvPicPr>
        <p:blipFill>
          <a:blip r:embed="rId5"/>
          <a:stretch>
            <a:fillRect/>
          </a:stretch>
        </p:blipFill>
        <p:spPr>
          <a:xfrm>
            <a:off x="10000944" y="2357"/>
            <a:ext cx="2191056" cy="857370"/>
          </a:xfrm>
          <a:prstGeom prst="rect">
            <a:avLst/>
          </a:prstGeom>
        </p:spPr>
      </p:pic>
      <p:sp>
        <p:nvSpPr>
          <p:cNvPr id="33" name="Tekstfelt 32">
            <a:extLst>
              <a:ext uri="{FF2B5EF4-FFF2-40B4-BE49-F238E27FC236}">
                <a16:creationId xmlns:a16="http://schemas.microsoft.com/office/drawing/2014/main" id="{03AFC671-B97A-AA2A-AEAB-296C0B695EE8}"/>
              </a:ext>
            </a:extLst>
          </p:cNvPr>
          <p:cNvSpPr txBox="1"/>
          <p:nvPr/>
        </p:nvSpPr>
        <p:spPr>
          <a:xfrm>
            <a:off x="946346" y="385129"/>
            <a:ext cx="42567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1" i="0" u="none" strike="noStrike" kern="1200" cap="none" spc="0" normalizeH="0" baseline="0" noProof="0" dirty="0">
                <a:ln>
                  <a:noFill/>
                </a:ln>
                <a:solidFill>
                  <a:prstClr val="black"/>
                </a:solidFill>
                <a:effectLst/>
                <a:uLnTx/>
                <a:uFillTx/>
                <a:latin typeface="Montserrat"/>
                <a:ea typeface="+mn-ea"/>
                <a:cs typeface="+mn-cs"/>
              </a:rPr>
              <a:t>VANDFALDSMODELLEN</a:t>
            </a:r>
          </a:p>
        </p:txBody>
      </p:sp>
      <p:sp>
        <p:nvSpPr>
          <p:cNvPr id="34" name="Tekstfelt 33">
            <a:extLst>
              <a:ext uri="{FF2B5EF4-FFF2-40B4-BE49-F238E27FC236}">
                <a16:creationId xmlns:a16="http://schemas.microsoft.com/office/drawing/2014/main" id="{9C8C62A8-3118-FFBD-7C36-39B7E49DB21B}"/>
              </a:ext>
            </a:extLst>
          </p:cNvPr>
          <p:cNvSpPr txBox="1"/>
          <p:nvPr/>
        </p:nvSpPr>
        <p:spPr>
          <a:xfrm>
            <a:off x="7813013" y="373163"/>
            <a:ext cx="42567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2400" b="1" i="0" u="none" strike="noStrike" kern="1200" cap="none" spc="0" normalizeH="0" baseline="0" noProof="0" dirty="0">
                <a:ln>
                  <a:noFill/>
                </a:ln>
                <a:solidFill>
                  <a:prstClr val="black"/>
                </a:solidFill>
                <a:effectLst/>
                <a:uLnTx/>
                <a:uFillTx/>
                <a:latin typeface="Montserrat"/>
                <a:ea typeface="+mn-ea"/>
                <a:cs typeface="+mn-cs"/>
              </a:rPr>
              <a:t>AGIL UDVIKLING</a:t>
            </a:r>
          </a:p>
        </p:txBody>
      </p:sp>
      <p:sp>
        <p:nvSpPr>
          <p:cNvPr id="6" name="Tekstfelt 5">
            <a:extLst>
              <a:ext uri="{FF2B5EF4-FFF2-40B4-BE49-F238E27FC236}">
                <a16:creationId xmlns:a16="http://schemas.microsoft.com/office/drawing/2014/main" id="{A34BF7C4-E5B1-CD2A-C534-FB4789C5346D}"/>
              </a:ext>
            </a:extLst>
          </p:cNvPr>
          <p:cNvSpPr txBox="1"/>
          <p:nvPr/>
        </p:nvSpPr>
        <p:spPr>
          <a:xfrm>
            <a:off x="7133717" y="2128539"/>
            <a:ext cx="1059691" cy="253916"/>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none" strike="noStrike" kern="1200" cap="none" spc="0" normalizeH="0" baseline="0" noProof="0" dirty="0">
                <a:ln>
                  <a:noFill/>
                </a:ln>
                <a:solidFill>
                  <a:prstClr val="black"/>
                </a:solidFill>
                <a:effectLst/>
                <a:uLnTx/>
                <a:uFillTx/>
                <a:latin typeface="Montserrat"/>
                <a:ea typeface="+mn-ea"/>
                <a:cs typeface="+mn-cs"/>
              </a:rPr>
              <a:t>Sprint</a:t>
            </a:r>
          </a:p>
        </p:txBody>
      </p:sp>
      <p:sp>
        <p:nvSpPr>
          <p:cNvPr id="9" name="Tekstfelt 8">
            <a:extLst>
              <a:ext uri="{FF2B5EF4-FFF2-40B4-BE49-F238E27FC236}">
                <a16:creationId xmlns:a16="http://schemas.microsoft.com/office/drawing/2014/main" id="{3B0582D8-F9F1-59BB-2F14-893369F30A06}"/>
              </a:ext>
            </a:extLst>
          </p:cNvPr>
          <p:cNvSpPr txBox="1"/>
          <p:nvPr/>
        </p:nvSpPr>
        <p:spPr>
          <a:xfrm>
            <a:off x="532439" y="2579906"/>
            <a:ext cx="6036314" cy="42780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Kravspecifikation:</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Indsamling og dokumentation af alle krav inden projektstart.</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Krav godkendes af interessenter.</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Design:</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Udarbejdelse af arkitektur og design.</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Detaljeret plan udvikles. (MS projekt)</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Implementering:</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Implementering/udvikling baseret på designet.</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Løbende rapportering til styregruppe</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Test:</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Systematisk testning af hele systemet.</a:t>
            </a: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Fejl/mangler rettes og godkendes.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Udrulning:</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Produktet implementeres og overgår til drift.</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da-DK" sz="1600" b="1" i="0" u="none" strike="noStrike" kern="1200" cap="none" spc="0" normalizeH="0" baseline="0" noProof="0" dirty="0">
                <a:ln>
                  <a:noFill/>
                </a:ln>
                <a:solidFill>
                  <a:prstClr val="black"/>
                </a:solidFill>
                <a:effectLst/>
                <a:uLnTx/>
                <a:uFillTx/>
                <a:latin typeface="Montserrat"/>
                <a:ea typeface="+mn-ea"/>
                <a:cs typeface="+mn-cs"/>
              </a:rPr>
              <a:t>Vedligeholdelse:</a:t>
            </a:r>
            <a:endParaRPr kumimoji="0" lang="da-DK" sz="1600" b="0" i="0" u="none" strike="noStrike" kern="1200" cap="none" spc="0" normalizeH="0" baseline="0" noProof="0" dirty="0">
              <a:ln>
                <a:noFill/>
              </a:ln>
              <a:solidFill>
                <a:prstClr val="black"/>
              </a:solidFill>
              <a:effectLst/>
              <a:uLnTx/>
              <a:uFillTx/>
              <a:latin typeface="Montserrat"/>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da-DK" sz="1600" b="0" i="0" u="none" strike="noStrike" kern="1200" cap="none" spc="0" normalizeH="0" baseline="0" noProof="0" dirty="0">
                <a:ln>
                  <a:noFill/>
                </a:ln>
                <a:solidFill>
                  <a:prstClr val="black"/>
                </a:solidFill>
                <a:effectLst/>
                <a:uLnTx/>
                <a:uFillTx/>
                <a:latin typeface="Montserrat"/>
                <a:ea typeface="+mn-ea"/>
                <a:cs typeface="+mn-cs"/>
              </a:rPr>
              <a:t>Løbende support og opdateringer.</a:t>
            </a:r>
          </a:p>
        </p:txBody>
      </p:sp>
      <p:sp>
        <p:nvSpPr>
          <p:cNvPr id="12" name="Tekstfelt 11">
            <a:extLst>
              <a:ext uri="{FF2B5EF4-FFF2-40B4-BE49-F238E27FC236}">
                <a16:creationId xmlns:a16="http://schemas.microsoft.com/office/drawing/2014/main" id="{8D327377-92DD-D6D2-C70B-B7C090E0A8F2}"/>
              </a:ext>
            </a:extLst>
          </p:cNvPr>
          <p:cNvSpPr txBox="1"/>
          <p:nvPr/>
        </p:nvSpPr>
        <p:spPr>
          <a:xfrm>
            <a:off x="6753322" y="2949238"/>
            <a:ext cx="5800725" cy="3539430"/>
          </a:xfrm>
          <a:prstGeom prst="rect">
            <a:avLst/>
          </a:prstGeom>
          <a:noFill/>
        </p:spPr>
        <p:txBody>
          <a:bodyPr wrap="square">
            <a:spAutoFit/>
          </a:bodyPr>
          <a:lstStyle/>
          <a:p>
            <a:pPr>
              <a:buFont typeface="+mj-lt"/>
              <a:buAutoNum type="arabicPeriod"/>
              <a:tabLst>
                <a:tab pos="4219575" algn="l"/>
              </a:tabLst>
            </a:pPr>
            <a:r>
              <a:rPr lang="da-DK" sz="1600" b="1" dirty="0"/>
              <a:t>Produkt </a:t>
            </a:r>
            <a:r>
              <a:rPr lang="da-DK" sz="1600" b="1" dirty="0" err="1"/>
              <a:t>backlog</a:t>
            </a:r>
            <a:r>
              <a:rPr lang="da-DK" sz="1600" b="1" dirty="0"/>
              <a:t> og planlægning:</a:t>
            </a:r>
            <a:endParaRPr lang="da-DK" sz="1600" dirty="0"/>
          </a:p>
          <a:p>
            <a:pPr marL="800100" lvl="1" indent="-342900">
              <a:buFont typeface="+mj-lt"/>
              <a:buAutoNum type="alphaLcPeriod"/>
              <a:tabLst>
                <a:tab pos="4219575" algn="l"/>
              </a:tabLst>
            </a:pPr>
            <a:r>
              <a:rPr lang="da-DK" sz="1600" dirty="0"/>
              <a:t>Krav og opgaver samles i en </a:t>
            </a:r>
            <a:r>
              <a:rPr lang="da-DK" sz="1600" dirty="0" err="1"/>
              <a:t>backlog</a:t>
            </a:r>
            <a:r>
              <a:rPr lang="da-DK" sz="1600" dirty="0"/>
              <a:t>.</a:t>
            </a:r>
          </a:p>
          <a:p>
            <a:pPr marL="800100" lvl="1" indent="-342900">
              <a:buFont typeface="+mj-lt"/>
              <a:buAutoNum type="alphaLcPeriod"/>
              <a:tabLst>
                <a:tab pos="4219575" algn="l"/>
              </a:tabLst>
            </a:pPr>
            <a:r>
              <a:rPr lang="da-DK" sz="1600" dirty="0"/>
              <a:t>Sprintplan laves for kortsigtede iterationer.</a:t>
            </a:r>
          </a:p>
          <a:p>
            <a:pPr>
              <a:buFont typeface="+mj-lt"/>
              <a:buAutoNum type="arabicPeriod"/>
              <a:tabLst>
                <a:tab pos="4219575" algn="l"/>
              </a:tabLst>
            </a:pPr>
            <a:r>
              <a:rPr lang="da-DK" sz="1600" b="1" dirty="0"/>
              <a:t>Iterative udviklingssprints:</a:t>
            </a:r>
            <a:endParaRPr lang="da-DK" sz="1600" dirty="0"/>
          </a:p>
          <a:p>
            <a:pPr marL="800100" lvl="1" indent="-342900">
              <a:buFont typeface="+mj-lt"/>
              <a:buAutoNum type="alphaLcPeriod"/>
              <a:tabLst>
                <a:tab pos="4219575" algn="l"/>
              </a:tabLst>
            </a:pPr>
            <a:r>
              <a:rPr lang="da-DK" sz="1600" dirty="0"/>
              <a:t>Kortere cyklusser (typisk 1-4 uger).</a:t>
            </a:r>
          </a:p>
          <a:p>
            <a:pPr marL="800100" lvl="1" indent="-342900">
              <a:buFont typeface="+mj-lt"/>
              <a:buAutoNum type="alphaLcPeriod"/>
              <a:tabLst>
                <a:tab pos="4219575" algn="l"/>
              </a:tabLst>
            </a:pPr>
            <a:r>
              <a:rPr lang="da-DK" sz="1600" dirty="0"/>
              <a:t>Løbende leverancer af funktionalitet.</a:t>
            </a:r>
          </a:p>
          <a:p>
            <a:pPr>
              <a:buFont typeface="+mj-lt"/>
              <a:buAutoNum type="arabicPeriod"/>
              <a:tabLst>
                <a:tab pos="4219575" algn="l"/>
              </a:tabLst>
            </a:pPr>
            <a:r>
              <a:rPr lang="da-DK" sz="1600" b="1" dirty="0"/>
              <a:t>Daglige stand-up møder:</a:t>
            </a:r>
            <a:endParaRPr lang="da-DK" sz="1600" dirty="0"/>
          </a:p>
          <a:p>
            <a:pPr marL="800100" lvl="1" indent="-342900">
              <a:buFont typeface="+mj-lt"/>
              <a:buAutoNum type="alphaLcPeriod"/>
              <a:tabLst>
                <a:tab pos="4219575" algn="l"/>
              </a:tabLst>
            </a:pPr>
            <a:r>
              <a:rPr lang="da-DK" sz="1600" dirty="0"/>
              <a:t>Teamet koordinerer fremskridt og forhindringer.</a:t>
            </a:r>
          </a:p>
          <a:p>
            <a:pPr>
              <a:buFont typeface="+mj-lt"/>
              <a:buAutoNum type="arabicPeriod"/>
              <a:tabLst>
                <a:tab pos="4219575" algn="l"/>
              </a:tabLst>
            </a:pPr>
            <a:r>
              <a:rPr lang="da-DK" sz="1600" b="1" dirty="0"/>
              <a:t>Sprint </a:t>
            </a:r>
            <a:r>
              <a:rPr lang="da-DK" sz="1600" b="1" dirty="0" err="1"/>
              <a:t>review</a:t>
            </a:r>
            <a:r>
              <a:rPr lang="da-DK" sz="1600" b="1" dirty="0"/>
              <a:t> :</a:t>
            </a:r>
            <a:endParaRPr lang="da-DK" sz="1600" dirty="0"/>
          </a:p>
          <a:p>
            <a:pPr marL="800100" lvl="1" indent="-342900">
              <a:buFont typeface="+mj-lt"/>
              <a:buAutoNum type="alphaLcPeriod"/>
              <a:tabLst>
                <a:tab pos="4219575" algn="l"/>
              </a:tabLst>
            </a:pPr>
            <a:r>
              <a:rPr lang="da-DK" sz="1600" dirty="0"/>
              <a:t>Evaluering og tilpasning af processen.</a:t>
            </a:r>
          </a:p>
          <a:p>
            <a:pPr>
              <a:buFont typeface="+mj-lt"/>
              <a:buAutoNum type="arabicPeriod"/>
              <a:tabLst>
                <a:tab pos="4219575" algn="l"/>
              </a:tabLst>
            </a:pPr>
            <a:r>
              <a:rPr lang="da-DK" sz="1600" b="1" dirty="0"/>
              <a:t>Løbende tilpasning og levering:</a:t>
            </a:r>
            <a:endParaRPr lang="da-DK" sz="1600" dirty="0"/>
          </a:p>
          <a:p>
            <a:pPr marL="800100" lvl="1" indent="-342900">
              <a:buFont typeface="+mj-lt"/>
              <a:buAutoNum type="alphaLcPeriod"/>
              <a:tabLst>
                <a:tab pos="4219575" algn="l"/>
              </a:tabLst>
            </a:pPr>
            <a:r>
              <a:rPr lang="da-DK" sz="1600" dirty="0"/>
              <a:t>Fleksibel implementering med kundefeedback.</a:t>
            </a:r>
          </a:p>
        </p:txBody>
      </p:sp>
    </p:spTree>
    <p:extLst>
      <p:ext uri="{BB962C8B-B14F-4D97-AF65-F5344CB8AC3E}">
        <p14:creationId xmlns:p14="http://schemas.microsoft.com/office/powerpoint/2010/main" val="1933017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3C0D-8B96-27DC-7EBC-24C510E4F187}"/>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5750A51-58CA-31AE-D98B-25709F939140}"/>
              </a:ext>
            </a:extLst>
          </p:cNvPr>
          <p:cNvSpPr>
            <a:spLocks noGrp="1"/>
          </p:cNvSpPr>
          <p:nvPr>
            <p:ph type="title"/>
          </p:nvPr>
        </p:nvSpPr>
        <p:spPr/>
        <p:txBody>
          <a:bodyPr/>
          <a:lstStyle/>
          <a:p>
            <a:r>
              <a:rPr lang="da-DK" dirty="0"/>
              <a:t>Vandfald versus Agil </a:t>
            </a:r>
          </a:p>
        </p:txBody>
      </p:sp>
      <p:graphicFrame>
        <p:nvGraphicFramePr>
          <p:cNvPr id="4" name="Pladsholder til indhold 3">
            <a:extLst>
              <a:ext uri="{FF2B5EF4-FFF2-40B4-BE49-F238E27FC236}">
                <a16:creationId xmlns:a16="http://schemas.microsoft.com/office/drawing/2014/main" id="{40E85A3C-3CB0-FF90-214D-BEE6040F5A42}"/>
              </a:ext>
            </a:extLst>
          </p:cNvPr>
          <p:cNvGraphicFramePr>
            <a:graphicFrameLocks noGrp="1"/>
          </p:cNvGraphicFramePr>
          <p:nvPr>
            <p:ph sz="quarter" idx="10"/>
            <p:extLst>
              <p:ext uri="{D42A27DB-BD31-4B8C-83A1-F6EECF244321}">
                <p14:modId xmlns:p14="http://schemas.microsoft.com/office/powerpoint/2010/main" val="2145798775"/>
              </p:ext>
            </p:extLst>
          </p:nvPr>
        </p:nvGraphicFramePr>
        <p:xfrm>
          <a:off x="998621" y="1588981"/>
          <a:ext cx="10515599" cy="4971497"/>
        </p:xfrm>
        <a:graphic>
          <a:graphicData uri="http://schemas.openxmlformats.org/drawingml/2006/table">
            <a:tbl>
              <a:tblPr>
                <a:tableStyleId>{3B4B98B0-60AC-42C2-AFA5-B58CD77FA1E5}</a:tableStyleId>
              </a:tblPr>
              <a:tblGrid>
                <a:gridCol w="3437063">
                  <a:extLst>
                    <a:ext uri="{9D8B030D-6E8A-4147-A177-3AD203B41FA5}">
                      <a16:colId xmlns:a16="http://schemas.microsoft.com/office/drawing/2014/main" val="316925022"/>
                    </a:ext>
                  </a:extLst>
                </a:gridCol>
                <a:gridCol w="3534806">
                  <a:extLst>
                    <a:ext uri="{9D8B030D-6E8A-4147-A177-3AD203B41FA5}">
                      <a16:colId xmlns:a16="http://schemas.microsoft.com/office/drawing/2014/main" val="588837950"/>
                    </a:ext>
                  </a:extLst>
                </a:gridCol>
                <a:gridCol w="3543730">
                  <a:extLst>
                    <a:ext uri="{9D8B030D-6E8A-4147-A177-3AD203B41FA5}">
                      <a16:colId xmlns:a16="http://schemas.microsoft.com/office/drawing/2014/main" val="2479513583"/>
                    </a:ext>
                  </a:extLst>
                </a:gridCol>
              </a:tblGrid>
              <a:tr h="328839">
                <a:tc>
                  <a:txBody>
                    <a:bodyPr/>
                    <a:lstStyle/>
                    <a:p>
                      <a:r>
                        <a:rPr lang="da-DK" sz="1600" b="1"/>
                        <a:t>Fase</a:t>
                      </a:r>
                      <a:endParaRPr lang="da-DK" sz="1600"/>
                    </a:p>
                  </a:txBody>
                  <a:tcPr marL="71055" marR="71055" marT="35527" marB="35527" anchor="ctr"/>
                </a:tc>
                <a:tc>
                  <a:txBody>
                    <a:bodyPr/>
                    <a:lstStyle/>
                    <a:p>
                      <a:r>
                        <a:rPr lang="da-DK" sz="1600" b="1" dirty="0"/>
                        <a:t>Vandfald</a:t>
                      </a:r>
                    </a:p>
                  </a:txBody>
                  <a:tcPr marL="71055" marR="71055" marT="35527" marB="35527" anchor="ctr"/>
                </a:tc>
                <a:tc>
                  <a:txBody>
                    <a:bodyPr/>
                    <a:lstStyle/>
                    <a:p>
                      <a:r>
                        <a:rPr lang="da-DK" sz="1600" b="1"/>
                        <a:t>Agile</a:t>
                      </a:r>
                      <a:endParaRPr lang="da-DK" sz="1600"/>
                    </a:p>
                  </a:txBody>
                  <a:tcPr marL="71055" marR="71055" marT="35527" marB="35527" anchor="ctr"/>
                </a:tc>
                <a:extLst>
                  <a:ext uri="{0D108BD9-81ED-4DB2-BD59-A6C34878D82A}">
                    <a16:rowId xmlns:a16="http://schemas.microsoft.com/office/drawing/2014/main" val="3223704989"/>
                  </a:ext>
                </a:extLst>
              </a:tr>
              <a:tr h="546449">
                <a:tc>
                  <a:txBody>
                    <a:bodyPr/>
                    <a:lstStyle/>
                    <a:p>
                      <a:r>
                        <a:rPr lang="da-DK" sz="1600" b="1"/>
                        <a:t>1. Kravspecifikation</a:t>
                      </a:r>
                      <a:endParaRPr lang="da-DK" sz="1600"/>
                    </a:p>
                  </a:txBody>
                  <a:tcPr marL="71055" marR="71055" marT="35527" marB="35527" anchor="ctr"/>
                </a:tc>
                <a:tc>
                  <a:txBody>
                    <a:bodyPr/>
                    <a:lstStyle/>
                    <a:p>
                      <a:r>
                        <a:rPr lang="da-DK" sz="1600" dirty="0"/>
                        <a:t>Fastlagte krav fra starten, ingen ændringer ”tilladt” senere.</a:t>
                      </a:r>
                    </a:p>
                  </a:txBody>
                  <a:tcPr marL="71055" marR="71055" marT="35527" marB="35527" anchor="ctr"/>
                </a:tc>
                <a:tc>
                  <a:txBody>
                    <a:bodyPr/>
                    <a:lstStyle/>
                    <a:p>
                      <a:r>
                        <a:rPr lang="da-DK" sz="1600"/>
                        <a:t>Krav udvikles løbende og kan ændres baseret på feedback.</a:t>
                      </a:r>
                    </a:p>
                  </a:txBody>
                  <a:tcPr marL="71055" marR="71055" marT="35527" marB="35527" anchor="ctr"/>
                </a:tc>
                <a:extLst>
                  <a:ext uri="{0D108BD9-81ED-4DB2-BD59-A6C34878D82A}">
                    <a16:rowId xmlns:a16="http://schemas.microsoft.com/office/drawing/2014/main" val="3268152348"/>
                  </a:ext>
                </a:extLst>
              </a:tr>
              <a:tr h="546449">
                <a:tc>
                  <a:txBody>
                    <a:bodyPr/>
                    <a:lstStyle/>
                    <a:p>
                      <a:r>
                        <a:rPr lang="da-DK" sz="1600" b="1" dirty="0"/>
                        <a:t>2. Planlægning</a:t>
                      </a:r>
                      <a:endParaRPr lang="da-DK" sz="1600" dirty="0"/>
                    </a:p>
                  </a:txBody>
                  <a:tcPr marL="71055" marR="71055" marT="35527" marB="35527" anchor="ctr"/>
                </a:tc>
                <a:tc>
                  <a:txBody>
                    <a:bodyPr/>
                    <a:lstStyle/>
                    <a:p>
                      <a:r>
                        <a:rPr lang="da-DK" sz="1600" dirty="0"/>
                        <a:t>Projektet opdeles i sekventielle faser med faste milepæle.</a:t>
                      </a:r>
                    </a:p>
                  </a:txBody>
                  <a:tcPr marL="71055" marR="71055" marT="35527" marB="35527" anchor="ctr"/>
                </a:tc>
                <a:tc>
                  <a:txBody>
                    <a:bodyPr/>
                    <a:lstStyle/>
                    <a:p>
                      <a:r>
                        <a:rPr lang="da-DK" sz="1600"/>
                        <a:t>Iterativ planlægning med fleksibilitet til justeringer.</a:t>
                      </a:r>
                    </a:p>
                  </a:txBody>
                  <a:tcPr marL="71055" marR="71055" marT="35527" marB="35527" anchor="ctr"/>
                </a:tc>
                <a:extLst>
                  <a:ext uri="{0D108BD9-81ED-4DB2-BD59-A6C34878D82A}">
                    <a16:rowId xmlns:a16="http://schemas.microsoft.com/office/drawing/2014/main" val="4194013985"/>
                  </a:ext>
                </a:extLst>
              </a:tr>
              <a:tr h="546449">
                <a:tc>
                  <a:txBody>
                    <a:bodyPr/>
                    <a:lstStyle/>
                    <a:p>
                      <a:r>
                        <a:rPr lang="da-DK" sz="1600" b="1" dirty="0"/>
                        <a:t>3. Design</a:t>
                      </a:r>
                      <a:endParaRPr lang="da-DK" sz="1600" dirty="0"/>
                    </a:p>
                  </a:txBody>
                  <a:tcPr marL="71055" marR="71055" marT="35527" marB="35527" anchor="ctr"/>
                </a:tc>
                <a:tc>
                  <a:txBody>
                    <a:bodyPr/>
                    <a:lstStyle/>
                    <a:p>
                      <a:r>
                        <a:rPr lang="da-DK" sz="1600" dirty="0"/>
                        <a:t>Hele systemet designes før udvikling starter.</a:t>
                      </a:r>
                    </a:p>
                  </a:txBody>
                  <a:tcPr marL="71055" marR="71055" marT="35527" marB="35527" anchor="ctr"/>
                </a:tc>
                <a:tc>
                  <a:txBody>
                    <a:bodyPr/>
                    <a:lstStyle/>
                    <a:p>
                      <a:r>
                        <a:rPr lang="da-DK" sz="1600" dirty="0"/>
                        <a:t>Kun nødvendige dele designes i starten, flere detaljer kommer løbende.</a:t>
                      </a:r>
                    </a:p>
                  </a:txBody>
                  <a:tcPr marL="71055" marR="71055" marT="35527" marB="35527" anchor="ctr"/>
                </a:tc>
                <a:extLst>
                  <a:ext uri="{0D108BD9-81ED-4DB2-BD59-A6C34878D82A}">
                    <a16:rowId xmlns:a16="http://schemas.microsoft.com/office/drawing/2014/main" val="210041157"/>
                  </a:ext>
                </a:extLst>
              </a:tr>
              <a:tr h="546449">
                <a:tc>
                  <a:txBody>
                    <a:bodyPr/>
                    <a:lstStyle/>
                    <a:p>
                      <a:r>
                        <a:rPr lang="da-DK" sz="1600" b="1" dirty="0"/>
                        <a:t>4. Udvikling</a:t>
                      </a:r>
                      <a:endParaRPr lang="da-DK" sz="1600" dirty="0"/>
                    </a:p>
                  </a:txBody>
                  <a:tcPr marL="71055" marR="71055" marT="35527" marB="35527" anchor="ctr"/>
                </a:tc>
                <a:tc>
                  <a:txBody>
                    <a:bodyPr/>
                    <a:lstStyle/>
                    <a:p>
                      <a:r>
                        <a:rPr lang="da-DK" sz="1600"/>
                        <a:t>Udvikling sker i én lang fase, hvor hele systemet bygges.</a:t>
                      </a:r>
                    </a:p>
                  </a:txBody>
                  <a:tcPr marL="71055" marR="71055" marT="35527" marB="35527" anchor="ctr"/>
                </a:tc>
                <a:tc>
                  <a:txBody>
                    <a:bodyPr/>
                    <a:lstStyle/>
                    <a:p>
                      <a:r>
                        <a:rPr lang="da-DK" sz="1600"/>
                        <a:t>Udvikling sker i små iterationer (sprints) med leverbare komponenter.</a:t>
                      </a:r>
                    </a:p>
                  </a:txBody>
                  <a:tcPr marL="71055" marR="71055" marT="35527" marB="35527" anchor="ctr"/>
                </a:tc>
                <a:extLst>
                  <a:ext uri="{0D108BD9-81ED-4DB2-BD59-A6C34878D82A}">
                    <a16:rowId xmlns:a16="http://schemas.microsoft.com/office/drawing/2014/main" val="2867301891"/>
                  </a:ext>
                </a:extLst>
              </a:tr>
              <a:tr h="546449">
                <a:tc>
                  <a:txBody>
                    <a:bodyPr/>
                    <a:lstStyle/>
                    <a:p>
                      <a:r>
                        <a:rPr lang="da-DK" sz="1600" b="1" dirty="0"/>
                        <a:t>5. Test</a:t>
                      </a:r>
                      <a:endParaRPr lang="da-DK" sz="1600" dirty="0"/>
                    </a:p>
                  </a:txBody>
                  <a:tcPr marL="71055" marR="71055" marT="35527" marB="35527" anchor="ctr"/>
                </a:tc>
                <a:tc>
                  <a:txBody>
                    <a:bodyPr/>
                    <a:lstStyle/>
                    <a:p>
                      <a:r>
                        <a:rPr lang="da-DK" sz="1600"/>
                        <a:t>Test sker til sidst efter udviklingen er færdig.</a:t>
                      </a:r>
                    </a:p>
                  </a:txBody>
                  <a:tcPr marL="71055" marR="71055" marT="35527" marB="35527" anchor="ctr"/>
                </a:tc>
                <a:tc>
                  <a:txBody>
                    <a:bodyPr/>
                    <a:lstStyle/>
                    <a:p>
                      <a:r>
                        <a:rPr lang="da-DK" sz="1600"/>
                        <a:t>Kontinuerlig test og feedback i hver iteration.</a:t>
                      </a:r>
                    </a:p>
                  </a:txBody>
                  <a:tcPr marL="71055" marR="71055" marT="35527" marB="35527" anchor="ctr"/>
                </a:tc>
                <a:extLst>
                  <a:ext uri="{0D108BD9-81ED-4DB2-BD59-A6C34878D82A}">
                    <a16:rowId xmlns:a16="http://schemas.microsoft.com/office/drawing/2014/main" val="68593211"/>
                  </a:ext>
                </a:extLst>
              </a:tr>
              <a:tr h="546449">
                <a:tc>
                  <a:txBody>
                    <a:bodyPr/>
                    <a:lstStyle/>
                    <a:p>
                      <a:r>
                        <a:rPr lang="da-DK" sz="1600" b="1" dirty="0"/>
                        <a:t>6. Implementering</a:t>
                      </a:r>
                      <a:endParaRPr lang="da-DK" sz="1600" dirty="0"/>
                    </a:p>
                  </a:txBody>
                  <a:tcPr marL="71055" marR="71055" marT="35527" marB="35527" anchor="ctr"/>
                </a:tc>
                <a:tc>
                  <a:txBody>
                    <a:bodyPr/>
                    <a:lstStyle/>
                    <a:p>
                      <a:r>
                        <a:rPr lang="da-DK" sz="1600"/>
                        <a:t>Hele produktet leveres på én gang.</a:t>
                      </a:r>
                    </a:p>
                  </a:txBody>
                  <a:tcPr marL="71055" marR="71055" marT="35527" marB="35527" anchor="ctr"/>
                </a:tc>
                <a:tc>
                  <a:txBody>
                    <a:bodyPr/>
                    <a:lstStyle/>
                    <a:p>
                      <a:r>
                        <a:rPr lang="da-DK" sz="1600"/>
                        <a:t>Funktionalitet frigives løbende i små inkrementer.</a:t>
                      </a:r>
                    </a:p>
                  </a:txBody>
                  <a:tcPr marL="71055" marR="71055" marT="35527" marB="35527" anchor="ctr"/>
                </a:tc>
                <a:extLst>
                  <a:ext uri="{0D108BD9-81ED-4DB2-BD59-A6C34878D82A}">
                    <a16:rowId xmlns:a16="http://schemas.microsoft.com/office/drawing/2014/main" val="1014378887"/>
                  </a:ext>
                </a:extLst>
              </a:tr>
              <a:tr h="546449">
                <a:tc>
                  <a:txBody>
                    <a:bodyPr/>
                    <a:lstStyle/>
                    <a:p>
                      <a:r>
                        <a:rPr lang="da-DK" sz="1600" b="1"/>
                        <a:t>7. Vedligeholdelse</a:t>
                      </a:r>
                      <a:endParaRPr lang="da-DK" sz="1600"/>
                    </a:p>
                  </a:txBody>
                  <a:tcPr marL="71055" marR="71055" marT="35527" marB="35527" anchor="ctr"/>
                </a:tc>
                <a:tc>
                  <a:txBody>
                    <a:bodyPr/>
                    <a:lstStyle/>
                    <a:p>
                      <a:r>
                        <a:rPr lang="da-DK" sz="1600" dirty="0"/>
                        <a:t>Fejl rettes efter projektets afslutning. Herefter drift.</a:t>
                      </a:r>
                    </a:p>
                  </a:txBody>
                  <a:tcPr marL="71055" marR="71055" marT="35527" marB="35527" anchor="ctr"/>
                </a:tc>
                <a:tc>
                  <a:txBody>
                    <a:bodyPr/>
                    <a:lstStyle/>
                    <a:p>
                      <a:r>
                        <a:rPr lang="da-DK" sz="1600" dirty="0"/>
                        <a:t>Konstante forbedring og opdatering baseret på brugerfeedback.</a:t>
                      </a:r>
                    </a:p>
                  </a:txBody>
                  <a:tcPr marL="71055" marR="71055" marT="35527" marB="35527" anchor="ctr"/>
                </a:tc>
                <a:extLst>
                  <a:ext uri="{0D108BD9-81ED-4DB2-BD59-A6C34878D82A}">
                    <a16:rowId xmlns:a16="http://schemas.microsoft.com/office/drawing/2014/main" val="3130730136"/>
                  </a:ext>
                </a:extLst>
              </a:tr>
            </a:tbl>
          </a:graphicData>
        </a:graphic>
      </p:graphicFrame>
    </p:spTree>
    <p:extLst>
      <p:ext uri="{BB962C8B-B14F-4D97-AF65-F5344CB8AC3E}">
        <p14:creationId xmlns:p14="http://schemas.microsoft.com/office/powerpoint/2010/main" val="761118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909840-3290-1505-0343-3D7E4FF11616}"/>
              </a:ext>
            </a:extLst>
          </p:cNvPr>
          <p:cNvSpPr>
            <a:spLocks noGrp="1"/>
          </p:cNvSpPr>
          <p:nvPr>
            <p:ph type="title"/>
          </p:nvPr>
        </p:nvSpPr>
        <p:spPr/>
        <p:txBody>
          <a:bodyPr/>
          <a:lstStyle/>
          <a:p>
            <a:r>
              <a:rPr lang="da-DK" dirty="0"/>
              <a:t>Opgave 6 – Agil eller Vandfald</a:t>
            </a:r>
          </a:p>
        </p:txBody>
      </p:sp>
      <p:sp>
        <p:nvSpPr>
          <p:cNvPr id="3" name="Pladsholder til indhold 2">
            <a:extLst>
              <a:ext uri="{FF2B5EF4-FFF2-40B4-BE49-F238E27FC236}">
                <a16:creationId xmlns:a16="http://schemas.microsoft.com/office/drawing/2014/main" id="{5C82AF48-6A61-AC1E-CA4D-C5D40A0B4294}"/>
              </a:ext>
            </a:extLst>
          </p:cNvPr>
          <p:cNvSpPr>
            <a:spLocks noGrp="1"/>
          </p:cNvSpPr>
          <p:nvPr>
            <p:ph sz="quarter" idx="10"/>
          </p:nvPr>
        </p:nvSpPr>
        <p:spPr/>
        <p:txBody>
          <a:bodyPr/>
          <a:lstStyle/>
          <a:p>
            <a:r>
              <a:rPr lang="da-DK" b="1" dirty="0"/>
              <a:t>Bordøvelse. Hvert bord skal forholde sig til et projekterne.</a:t>
            </a:r>
          </a:p>
          <a:p>
            <a:endParaRPr lang="da-DK" dirty="0"/>
          </a:p>
          <a:p>
            <a:pPr marL="342900" indent="-342900">
              <a:buFont typeface="+mj-lt"/>
              <a:buAutoNum type="arabicPeriod"/>
            </a:pPr>
            <a:r>
              <a:rPr lang="da-DK" dirty="0"/>
              <a:t>Udvikling af nyt bogholderisystem (G1 +2)</a:t>
            </a:r>
          </a:p>
          <a:p>
            <a:pPr marL="342900" indent="-342900">
              <a:buFont typeface="+mj-lt"/>
              <a:buAutoNum type="arabicPeriod"/>
            </a:pPr>
            <a:r>
              <a:rPr lang="da-DK" dirty="0"/>
              <a:t>Opførelse af ny fabrikshal (G3+4)</a:t>
            </a:r>
          </a:p>
          <a:p>
            <a:pPr marL="342900" indent="-342900">
              <a:buFont typeface="+mj-lt"/>
              <a:buAutoNum type="arabicPeriod"/>
            </a:pPr>
            <a:r>
              <a:rPr lang="da-DK" dirty="0"/>
              <a:t>Introduktion af nyt kundehåndteringssystem (G5+6)</a:t>
            </a:r>
          </a:p>
          <a:p>
            <a:pPr marL="342900" indent="-342900">
              <a:buFont typeface="+mj-lt"/>
              <a:buAutoNum type="arabicPeriod"/>
            </a:pPr>
            <a:r>
              <a:rPr lang="da-DK" dirty="0"/>
              <a:t>Udvikling af en ny komponent til mejerier (G7+8)</a:t>
            </a:r>
          </a:p>
          <a:p>
            <a:endParaRPr lang="da-DK" b="1" dirty="0"/>
          </a:p>
          <a:p>
            <a:r>
              <a:rPr lang="da-DK" b="1" dirty="0"/>
              <a:t>Opgave:</a:t>
            </a:r>
          </a:p>
          <a:p>
            <a:br>
              <a:rPr lang="da-DK" dirty="0"/>
            </a:br>
            <a:r>
              <a:rPr lang="da-DK" dirty="0"/>
              <a:t>Vælg </a:t>
            </a:r>
            <a:r>
              <a:rPr lang="da-DK" b="1" dirty="0"/>
              <a:t>Agil</a:t>
            </a:r>
            <a:r>
              <a:rPr lang="da-DK" dirty="0"/>
              <a:t>, Vandfald eller </a:t>
            </a:r>
            <a:r>
              <a:rPr lang="da-DK" b="1" dirty="0"/>
              <a:t>Hybrid</a:t>
            </a:r>
            <a:r>
              <a:rPr lang="da-DK" dirty="0"/>
              <a:t> – og begrund valget. 10 min. til forberedelse.</a:t>
            </a:r>
          </a:p>
          <a:p>
            <a:r>
              <a:rPr lang="da-DK" dirty="0"/>
              <a:t>Vi hører 4 grupper – kommentering af peer gruppe.</a:t>
            </a:r>
          </a:p>
          <a:p>
            <a:endParaRPr lang="da-DK" dirty="0"/>
          </a:p>
        </p:txBody>
      </p:sp>
    </p:spTree>
    <p:extLst>
      <p:ext uri="{BB962C8B-B14F-4D97-AF65-F5344CB8AC3E}">
        <p14:creationId xmlns:p14="http://schemas.microsoft.com/office/powerpoint/2010/main" val="3891348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ladsholder til indhold 8">
            <a:extLst>
              <a:ext uri="{FF2B5EF4-FFF2-40B4-BE49-F238E27FC236}">
                <a16:creationId xmlns:a16="http://schemas.microsoft.com/office/drawing/2014/main" id="{BB06C965-D5A9-A2D5-BFD0-76D50B1D713B}"/>
              </a:ext>
            </a:extLst>
          </p:cNvPr>
          <p:cNvPicPr>
            <a:picLocks noGrp="1" noChangeAspect="1"/>
          </p:cNvPicPr>
          <p:nvPr>
            <p:ph sz="quarter" idx="11"/>
          </p:nvPr>
        </p:nvPicPr>
        <p:blipFill>
          <a:blip r:embed="rId2"/>
          <a:stretch>
            <a:fillRect/>
          </a:stretch>
        </p:blipFill>
        <p:spPr>
          <a:xfrm>
            <a:off x="4663535" y="4035801"/>
            <a:ext cx="7081343" cy="2640655"/>
          </a:xfrm>
        </p:spPr>
      </p:pic>
      <p:sp>
        <p:nvSpPr>
          <p:cNvPr id="2" name="Titel 1">
            <a:extLst>
              <a:ext uri="{FF2B5EF4-FFF2-40B4-BE49-F238E27FC236}">
                <a16:creationId xmlns:a16="http://schemas.microsoft.com/office/drawing/2014/main" id="{42E426C9-4604-A62A-7FAE-E3E3860DC7DA}"/>
              </a:ext>
            </a:extLst>
          </p:cNvPr>
          <p:cNvSpPr>
            <a:spLocks noGrp="1"/>
          </p:cNvSpPr>
          <p:nvPr>
            <p:ph type="title"/>
          </p:nvPr>
        </p:nvSpPr>
        <p:spPr/>
        <p:txBody>
          <a:bodyPr/>
          <a:lstStyle/>
          <a:p>
            <a:r>
              <a:rPr lang="da-DK" dirty="0"/>
              <a:t>Roller i de 2 projektmodeller</a:t>
            </a:r>
          </a:p>
        </p:txBody>
      </p:sp>
      <p:pic>
        <p:nvPicPr>
          <p:cNvPr id="7" name="Pladsholder til indhold 6">
            <a:extLst>
              <a:ext uri="{FF2B5EF4-FFF2-40B4-BE49-F238E27FC236}">
                <a16:creationId xmlns:a16="http://schemas.microsoft.com/office/drawing/2014/main" id="{1F8D55A3-16AE-14E3-3911-770A01B1CC2D}"/>
              </a:ext>
            </a:extLst>
          </p:cNvPr>
          <p:cNvPicPr>
            <a:picLocks noGrp="1" noChangeAspect="1"/>
          </p:cNvPicPr>
          <p:nvPr>
            <p:ph sz="quarter" idx="10"/>
          </p:nvPr>
        </p:nvPicPr>
        <p:blipFill>
          <a:blip r:embed="rId3"/>
          <a:stretch>
            <a:fillRect/>
          </a:stretch>
        </p:blipFill>
        <p:spPr>
          <a:xfrm>
            <a:off x="4663535" y="1395145"/>
            <a:ext cx="6139366" cy="2640656"/>
          </a:xfrm>
        </p:spPr>
      </p:pic>
      <p:pic>
        <p:nvPicPr>
          <p:cNvPr id="3" name="Picture 2" descr="Agile / Waterfall / Monitoring – iOpsMon">
            <a:extLst>
              <a:ext uri="{FF2B5EF4-FFF2-40B4-BE49-F238E27FC236}">
                <a16:creationId xmlns:a16="http://schemas.microsoft.com/office/drawing/2014/main" id="{73B98F4B-465E-D959-06FC-B8DF206DF1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3957"/>
          <a:stretch>
            <a:fillRect/>
          </a:stretch>
        </p:blipFill>
        <p:spPr bwMode="auto">
          <a:xfrm>
            <a:off x="762098" y="2077176"/>
            <a:ext cx="3116352" cy="998566"/>
          </a:xfrm>
          <a:prstGeom prst="rect">
            <a:avLst/>
          </a:prstGeom>
          <a:noFill/>
          <a:extLst>
            <a:ext uri="{909E8E84-426E-40DD-AFC4-6F175D3DCCD1}">
              <a14:hiddenFill xmlns:a14="http://schemas.microsoft.com/office/drawing/2010/main">
                <a:solidFill>
                  <a:srgbClr val="FFFFFF"/>
                </a:solidFill>
              </a14:hiddenFill>
            </a:ext>
          </a:extLst>
        </p:spPr>
      </p:pic>
      <p:pic>
        <p:nvPicPr>
          <p:cNvPr id="4" name="Billede 3">
            <a:extLst>
              <a:ext uri="{FF2B5EF4-FFF2-40B4-BE49-F238E27FC236}">
                <a16:creationId xmlns:a16="http://schemas.microsoft.com/office/drawing/2014/main" id="{4356315D-04EE-3BF7-961C-E831F7154A48}"/>
              </a:ext>
            </a:extLst>
          </p:cNvPr>
          <p:cNvPicPr>
            <a:picLocks noChangeAspect="1"/>
          </p:cNvPicPr>
          <p:nvPr/>
        </p:nvPicPr>
        <p:blipFill>
          <a:blip r:embed="rId5"/>
          <a:stretch>
            <a:fillRect/>
          </a:stretch>
        </p:blipFill>
        <p:spPr>
          <a:xfrm>
            <a:off x="762098" y="4644396"/>
            <a:ext cx="3114578" cy="1115696"/>
          </a:xfrm>
          <a:prstGeom prst="rect">
            <a:avLst/>
          </a:prstGeom>
        </p:spPr>
      </p:pic>
    </p:spTree>
    <p:extLst>
      <p:ext uri="{BB962C8B-B14F-4D97-AF65-F5344CB8AC3E}">
        <p14:creationId xmlns:p14="http://schemas.microsoft.com/office/powerpoint/2010/main" val="1479783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946CC-B1B6-983D-0E24-43CC6FC0695A}"/>
            </a:ext>
          </a:extLst>
        </p:cNvPr>
        <p:cNvGrpSpPr/>
        <p:nvPr/>
      </p:nvGrpSpPr>
      <p:grpSpPr>
        <a:xfrm>
          <a:off x="0" y="0"/>
          <a:ext cx="0" cy="0"/>
          <a:chOff x="0" y="0"/>
          <a:chExt cx="0" cy="0"/>
        </a:xfrm>
      </p:grpSpPr>
      <p:sp>
        <p:nvSpPr>
          <p:cNvPr id="4" name="Tekstfelt 3">
            <a:extLst>
              <a:ext uri="{FF2B5EF4-FFF2-40B4-BE49-F238E27FC236}">
                <a16:creationId xmlns:a16="http://schemas.microsoft.com/office/drawing/2014/main" id="{3137992E-6218-44A8-A08F-96102A8218AB}"/>
              </a:ext>
            </a:extLst>
          </p:cNvPr>
          <p:cNvSpPr txBox="1"/>
          <p:nvPr/>
        </p:nvSpPr>
        <p:spPr>
          <a:xfrm>
            <a:off x="6281457" y="2812723"/>
            <a:ext cx="5767108" cy="4391646"/>
          </a:xfrm>
          <a:prstGeom prst="rect">
            <a:avLst/>
          </a:prstGeom>
        </p:spPr>
        <p:txBody>
          <a:bodyPr rtlCol="0">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1" i="0" u="none" strike="noStrike" kern="1200" cap="none" spc="0" normalizeH="0" baseline="0" noProof="0" dirty="0">
                <a:ln>
                  <a:noFill/>
                </a:ln>
                <a:solidFill>
                  <a:prstClr val="black"/>
                </a:solidFill>
                <a:effectLst/>
                <a:uLnTx/>
                <a:uFillTx/>
                <a:latin typeface="Montserrat"/>
                <a:ea typeface="+mn-ea"/>
                <a:cs typeface="+mn-cs"/>
              </a:rPr>
              <a:t>Fordele:</a:t>
            </a: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Hurtig levering af del funktionalitet.</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”Let” løbende at tilpasse sig ændrede krav.</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Bedre kundeinvolvering og feedback.</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1" i="0" u="none" strike="noStrike" kern="1200" cap="none" spc="0" normalizeH="0" baseline="0" noProof="0" dirty="0">
                <a:ln>
                  <a:noFill/>
                </a:ln>
                <a:solidFill>
                  <a:prstClr val="black"/>
                </a:solidFill>
                <a:effectLst/>
                <a:uLnTx/>
                <a:uFillTx/>
                <a:latin typeface="Montserrat"/>
                <a:ea typeface="+mn-ea"/>
                <a:cs typeface="+mn-cs"/>
              </a:rPr>
              <a:t>Ulemper:</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Svært at forudsige omkostninger og tidsforbrug og endelig løsning præcist. </a:t>
            </a: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Kan kræve meget ”kunde” deltagelse.</a:t>
            </a:r>
          </a:p>
          <a:p>
            <a:pPr marL="0" marR="0" lvl="0" indent="0" algn="l" defTabSz="914400" rtl="0" eaLnBrk="1" fontAlgn="auto" latinLnBrk="0" hangingPunct="1">
              <a:lnSpc>
                <a:spcPct val="90000"/>
              </a:lnSpc>
              <a:spcBef>
                <a:spcPts val="1000"/>
              </a:spcBef>
              <a:spcAft>
                <a:spcPts val="0"/>
              </a:spcAft>
              <a:buClrTx/>
              <a:buSzTx/>
              <a:buFontTx/>
              <a:buNone/>
              <a:tabLst/>
              <a:defRPr/>
            </a:pPr>
            <a:r>
              <a:rPr lang="da-DK" dirty="0">
                <a:solidFill>
                  <a:prstClr val="black"/>
                </a:solidFill>
                <a:latin typeface="Montserrat"/>
              </a:rPr>
              <a:t>Kan være svært at allokere tid for støttenheder</a:t>
            </a:r>
            <a:endParaRPr kumimoji="0" lang="da-DK" sz="1800" b="0" i="0" u="none" strike="noStrike" kern="1200" cap="none" spc="0" normalizeH="0" baseline="0" noProof="0" dirty="0">
              <a:ln>
                <a:noFill/>
              </a:ln>
              <a:solidFill>
                <a:prstClr val="black"/>
              </a:solidFill>
              <a:effectLst/>
              <a:uLnTx/>
              <a:uFillTx/>
              <a:latin typeface="Montserrat"/>
              <a:ea typeface="+mn-ea"/>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Mindre dokumentation, hvilket kan være en ulempe i </a:t>
            </a:r>
            <a:r>
              <a:rPr lang="da-DK" dirty="0">
                <a:solidFill>
                  <a:prstClr val="black"/>
                </a:solidFill>
                <a:latin typeface="Montserrat"/>
              </a:rPr>
              <a:t>større</a:t>
            </a:r>
            <a:r>
              <a:rPr kumimoji="0" lang="da-DK" sz="1800" b="0" i="0" u="none" strike="noStrike" kern="1200" cap="none" spc="0" normalizeH="0" baseline="0" noProof="0" dirty="0">
                <a:ln>
                  <a:noFill/>
                </a:ln>
                <a:solidFill>
                  <a:prstClr val="black"/>
                </a:solidFill>
                <a:effectLst/>
                <a:uLnTx/>
                <a:uFillTx/>
                <a:latin typeface="Montserrat"/>
                <a:ea typeface="+mn-ea"/>
                <a:cs typeface="+mn-cs"/>
              </a:rPr>
              <a:t> organisationer.</a:t>
            </a:r>
          </a:p>
        </p:txBody>
      </p:sp>
      <p:sp>
        <p:nvSpPr>
          <p:cNvPr id="2" name="Titel 1">
            <a:extLst>
              <a:ext uri="{FF2B5EF4-FFF2-40B4-BE49-F238E27FC236}">
                <a16:creationId xmlns:a16="http://schemas.microsoft.com/office/drawing/2014/main" id="{D1AAC080-5068-D4FA-2846-2756894DBAFB}"/>
              </a:ext>
            </a:extLst>
          </p:cNvPr>
          <p:cNvSpPr>
            <a:spLocks noGrp="1"/>
          </p:cNvSpPr>
          <p:nvPr>
            <p:ph type="title"/>
          </p:nvPr>
        </p:nvSpPr>
        <p:spPr>
          <a:xfrm>
            <a:off x="838200" y="693538"/>
            <a:ext cx="10515600" cy="920749"/>
          </a:xfrm>
        </p:spPr>
        <p:txBody>
          <a:bodyPr anchor="ctr">
            <a:normAutofit/>
          </a:bodyPr>
          <a:lstStyle/>
          <a:p>
            <a:r>
              <a:rPr lang="da-DK" kern="1200" dirty="0">
                <a:latin typeface="+mj-lt"/>
                <a:ea typeface="+mj-ea"/>
                <a:cs typeface="+mj-cs"/>
              </a:rPr>
              <a:t>Fordele og ulemper ved de 2 modeller</a:t>
            </a:r>
          </a:p>
        </p:txBody>
      </p:sp>
      <p:sp>
        <p:nvSpPr>
          <p:cNvPr id="3" name="Pladsholder til indhold 2">
            <a:extLst>
              <a:ext uri="{FF2B5EF4-FFF2-40B4-BE49-F238E27FC236}">
                <a16:creationId xmlns:a16="http://schemas.microsoft.com/office/drawing/2014/main" id="{68AB3ADB-E7A7-AEE9-DBEC-2DF17715D703}"/>
              </a:ext>
            </a:extLst>
          </p:cNvPr>
          <p:cNvSpPr>
            <a:spLocks noGrp="1"/>
          </p:cNvSpPr>
          <p:nvPr>
            <p:ph sz="quarter" idx="10"/>
          </p:nvPr>
        </p:nvSpPr>
        <p:spPr>
          <a:xfrm>
            <a:off x="838200" y="2561710"/>
            <a:ext cx="5153025" cy="4391646"/>
          </a:xfrm>
        </p:spPr>
        <p:txBody>
          <a:bodyPr>
            <a:normAutofit/>
          </a:bodyPr>
          <a:lstStyle/>
          <a:p>
            <a:endParaRPr lang="da-DK" b="1" kern="1200" dirty="0">
              <a:latin typeface="+mn-lt"/>
              <a:ea typeface="+mn-ea"/>
              <a:cs typeface="+mn-cs"/>
            </a:endParaRPr>
          </a:p>
          <a:p>
            <a:r>
              <a:rPr lang="da-DK" b="1" kern="1200" dirty="0">
                <a:latin typeface="+mn-lt"/>
                <a:ea typeface="+mn-ea"/>
                <a:cs typeface="+mn-cs"/>
              </a:rPr>
              <a:t>Fordele:</a:t>
            </a:r>
            <a:endParaRPr lang="da-DK" kern="1200" dirty="0">
              <a:latin typeface="+mn-lt"/>
              <a:ea typeface="+mn-ea"/>
              <a:cs typeface="+mn-cs"/>
            </a:endParaRPr>
          </a:p>
          <a:p>
            <a:r>
              <a:rPr lang="da-DK" kern="1200" dirty="0">
                <a:latin typeface="+mn-lt"/>
                <a:ea typeface="+mn-ea"/>
                <a:cs typeface="+mn-cs"/>
              </a:rPr>
              <a:t>Klare mål og forventninger fra start.</a:t>
            </a:r>
          </a:p>
          <a:p>
            <a:r>
              <a:rPr lang="da-DK" kern="1200" dirty="0">
                <a:latin typeface="+mn-lt"/>
                <a:ea typeface="+mn-ea"/>
                <a:cs typeface="+mn-cs"/>
              </a:rPr>
              <a:t>God til projekter med faste krav/løsning.</a:t>
            </a:r>
          </a:p>
          <a:p>
            <a:r>
              <a:rPr lang="da-DK" kern="1200" dirty="0">
                <a:latin typeface="+mn-lt"/>
                <a:ea typeface="+mn-ea"/>
                <a:cs typeface="+mn-cs"/>
              </a:rPr>
              <a:t>Nem at styre og dokumentere.</a:t>
            </a:r>
          </a:p>
          <a:p>
            <a:r>
              <a:rPr lang="da-DK" b="1" kern="1200" dirty="0">
                <a:latin typeface="+mn-lt"/>
                <a:ea typeface="+mn-ea"/>
                <a:cs typeface="+mn-cs"/>
              </a:rPr>
              <a:t>Ulemper:</a:t>
            </a:r>
            <a:endParaRPr lang="da-DK" kern="1200" dirty="0">
              <a:latin typeface="+mn-lt"/>
              <a:ea typeface="+mn-ea"/>
              <a:cs typeface="+mn-cs"/>
            </a:endParaRPr>
          </a:p>
          <a:p>
            <a:r>
              <a:rPr lang="da-DK" kern="1200" dirty="0">
                <a:latin typeface="+mn-lt"/>
                <a:ea typeface="+mn-ea"/>
                <a:cs typeface="+mn-cs"/>
              </a:rPr>
              <a:t>Svært at håndtere ændringer i processen.</a:t>
            </a:r>
          </a:p>
          <a:p>
            <a:r>
              <a:rPr lang="da-DK" kern="1200" dirty="0">
                <a:latin typeface="+mn-lt"/>
                <a:ea typeface="+mn-ea"/>
                <a:cs typeface="+mn-cs"/>
              </a:rPr>
              <a:t>Problemer opdages sent ved </a:t>
            </a:r>
            <a:r>
              <a:rPr lang="da-DK" kern="1200" dirty="0" err="1">
                <a:latin typeface="+mn-lt"/>
                <a:ea typeface="+mn-ea"/>
                <a:cs typeface="+mn-cs"/>
              </a:rPr>
              <a:t>sluttest</a:t>
            </a:r>
            <a:r>
              <a:rPr lang="da-DK" kern="1200" dirty="0">
                <a:latin typeface="+mn-lt"/>
                <a:ea typeface="+mn-ea"/>
                <a:cs typeface="+mn-cs"/>
              </a:rPr>
              <a:t>.</a:t>
            </a:r>
          </a:p>
          <a:p>
            <a:r>
              <a:rPr lang="da-DK" kern="1200" dirty="0">
                <a:latin typeface="+mn-lt"/>
                <a:ea typeface="+mn-ea"/>
                <a:cs typeface="+mn-cs"/>
              </a:rPr>
              <a:t>Kunden ser først løsning ved test.</a:t>
            </a:r>
          </a:p>
          <a:p>
            <a:endParaRPr lang="da-DK" b="1" kern="1200" dirty="0">
              <a:latin typeface="+mn-lt"/>
              <a:ea typeface="+mn-ea"/>
              <a:cs typeface="+mn-cs"/>
            </a:endParaRPr>
          </a:p>
          <a:p>
            <a:endParaRPr lang="da-DK" kern="1200" dirty="0">
              <a:latin typeface="+mn-lt"/>
              <a:ea typeface="+mn-ea"/>
              <a:cs typeface="+mn-cs"/>
            </a:endParaRPr>
          </a:p>
        </p:txBody>
      </p:sp>
      <p:pic>
        <p:nvPicPr>
          <p:cNvPr id="5" name="Picture 2" descr="Agile / Waterfall / Monitoring – iOpsMon">
            <a:extLst>
              <a:ext uri="{FF2B5EF4-FFF2-40B4-BE49-F238E27FC236}">
                <a16:creationId xmlns:a16="http://schemas.microsoft.com/office/drawing/2014/main" id="{DB672105-2842-7C7C-2636-4E50C6BB1A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3957"/>
          <a:stretch>
            <a:fillRect/>
          </a:stretch>
        </p:blipFill>
        <p:spPr bwMode="auto">
          <a:xfrm>
            <a:off x="1237228" y="1413788"/>
            <a:ext cx="3116352" cy="998566"/>
          </a:xfrm>
          <a:prstGeom prst="rect">
            <a:avLst/>
          </a:prstGeom>
          <a:noFill/>
          <a:extLst>
            <a:ext uri="{909E8E84-426E-40DD-AFC4-6F175D3DCCD1}">
              <a14:hiddenFill xmlns:a14="http://schemas.microsoft.com/office/drawing/2010/main">
                <a:solidFill>
                  <a:srgbClr val="FFFFFF"/>
                </a:solidFill>
              </a14:hiddenFill>
            </a:ext>
          </a:extLst>
        </p:spPr>
      </p:pic>
      <p:pic>
        <p:nvPicPr>
          <p:cNvPr id="6" name="Billede 5">
            <a:extLst>
              <a:ext uri="{FF2B5EF4-FFF2-40B4-BE49-F238E27FC236}">
                <a16:creationId xmlns:a16="http://schemas.microsoft.com/office/drawing/2014/main" id="{FF9BE528-C8B0-A2BD-C642-7C549CC44A3A}"/>
              </a:ext>
            </a:extLst>
          </p:cNvPr>
          <p:cNvPicPr>
            <a:picLocks noChangeAspect="1"/>
          </p:cNvPicPr>
          <p:nvPr/>
        </p:nvPicPr>
        <p:blipFill>
          <a:blip r:embed="rId3"/>
          <a:stretch>
            <a:fillRect/>
          </a:stretch>
        </p:blipFill>
        <p:spPr>
          <a:xfrm>
            <a:off x="6786381" y="1413788"/>
            <a:ext cx="3114578" cy="1115696"/>
          </a:xfrm>
          <a:prstGeom prst="rect">
            <a:avLst/>
          </a:prstGeom>
        </p:spPr>
      </p:pic>
    </p:spTree>
    <p:extLst>
      <p:ext uri="{BB962C8B-B14F-4D97-AF65-F5344CB8AC3E}">
        <p14:creationId xmlns:p14="http://schemas.microsoft.com/office/powerpoint/2010/main" val="1234768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1457-3945-DCF5-626B-4F483177528D}"/>
            </a:ext>
          </a:extLst>
        </p:cNvPr>
        <p:cNvGrpSpPr/>
        <p:nvPr/>
      </p:nvGrpSpPr>
      <p:grpSpPr>
        <a:xfrm>
          <a:off x="0" y="0"/>
          <a:ext cx="0" cy="0"/>
          <a:chOff x="0" y="0"/>
          <a:chExt cx="0" cy="0"/>
        </a:xfrm>
      </p:grpSpPr>
      <p:pic>
        <p:nvPicPr>
          <p:cNvPr id="6" name="Billede 5">
            <a:extLst>
              <a:ext uri="{FF2B5EF4-FFF2-40B4-BE49-F238E27FC236}">
                <a16:creationId xmlns:a16="http://schemas.microsoft.com/office/drawing/2014/main" id="{90A77C96-6417-9FCE-F040-56D07AAAB130}"/>
              </a:ext>
            </a:extLst>
          </p:cNvPr>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saturation sat="400000"/>
                    </a14:imgEffect>
                  </a14:imgLayer>
                </a14:imgProps>
              </a:ext>
            </a:extLst>
          </a:blip>
          <a:stretch>
            <a:fillRect/>
          </a:stretch>
        </p:blipFill>
        <p:spPr>
          <a:xfrm>
            <a:off x="6602683" y="1770218"/>
            <a:ext cx="5745983" cy="3731362"/>
          </a:xfrm>
          <a:prstGeom prst="rect">
            <a:avLst/>
          </a:prstGeom>
        </p:spPr>
      </p:pic>
      <p:sp>
        <p:nvSpPr>
          <p:cNvPr id="3" name="Titel 2">
            <a:extLst>
              <a:ext uri="{FF2B5EF4-FFF2-40B4-BE49-F238E27FC236}">
                <a16:creationId xmlns:a16="http://schemas.microsoft.com/office/drawing/2014/main" id="{231F59F0-F982-01EF-871D-91063021AD62}"/>
              </a:ext>
            </a:extLst>
          </p:cNvPr>
          <p:cNvSpPr>
            <a:spLocks noGrp="1"/>
          </p:cNvSpPr>
          <p:nvPr>
            <p:ph type="title"/>
          </p:nvPr>
        </p:nvSpPr>
        <p:spPr>
          <a:xfrm>
            <a:off x="563849" y="372984"/>
            <a:ext cx="10515600" cy="920749"/>
          </a:xfrm>
        </p:spPr>
        <p:txBody>
          <a:bodyPr/>
          <a:lstStyle/>
          <a:p>
            <a:r>
              <a:rPr lang="da-DK" dirty="0"/>
              <a:t>Øvelse i projektledelse</a:t>
            </a:r>
          </a:p>
        </p:txBody>
      </p:sp>
      <p:sp>
        <p:nvSpPr>
          <p:cNvPr id="2" name="Pladsholder til indhold 1">
            <a:extLst>
              <a:ext uri="{FF2B5EF4-FFF2-40B4-BE49-F238E27FC236}">
                <a16:creationId xmlns:a16="http://schemas.microsoft.com/office/drawing/2014/main" id="{F1617B04-5F78-7CC4-6644-5F277B54339C}"/>
              </a:ext>
            </a:extLst>
          </p:cNvPr>
          <p:cNvSpPr>
            <a:spLocks noGrp="1"/>
          </p:cNvSpPr>
          <p:nvPr>
            <p:ph sz="quarter" idx="10"/>
          </p:nvPr>
        </p:nvSpPr>
        <p:spPr>
          <a:xfrm>
            <a:off x="563849" y="1392807"/>
            <a:ext cx="8024566" cy="4486183"/>
          </a:xfrm>
        </p:spPr>
        <p:txBody>
          <a:bodyPr/>
          <a:lstStyle/>
          <a:p>
            <a:pPr marL="342900" indent="-342900">
              <a:buFont typeface="+mj-lt"/>
              <a:buAutoNum type="arabicPeriod"/>
            </a:pPr>
            <a:r>
              <a:rPr lang="da-DK" b="1" dirty="0"/>
              <a:t>Luk computeren </a:t>
            </a:r>
            <a:r>
              <a:rPr lang="da-DK" dirty="0"/>
              <a:t>og tag en </a:t>
            </a:r>
            <a:r>
              <a:rPr lang="da-DK" dirty="0" err="1"/>
              <a:t>flip-over</a:t>
            </a:r>
            <a:r>
              <a:rPr lang="da-DK" dirty="0"/>
              <a:t> til bordet</a:t>
            </a:r>
          </a:p>
          <a:p>
            <a:pPr marL="342900" indent="-342900">
              <a:buFont typeface="+mj-lt"/>
              <a:buAutoNum type="arabicPeriod"/>
            </a:pPr>
            <a:r>
              <a:rPr lang="da-DK" dirty="0"/>
              <a:t>Skitser de to tilgange </a:t>
            </a:r>
            <a:r>
              <a:rPr lang="da-DK" b="1" dirty="0"/>
              <a:t>Vandfald vs. Agil</a:t>
            </a:r>
          </a:p>
          <a:p>
            <a:pPr marL="1028700" lvl="1" indent="-342900"/>
            <a:r>
              <a:rPr lang="da-DK" sz="1500" b="1" dirty="0"/>
              <a:t>Tilføj med tekst/stikord/tegninger ift. det I ved </a:t>
            </a:r>
            <a:r>
              <a:rPr lang="da-DK" sz="1500" dirty="0"/>
              <a:t>:</a:t>
            </a:r>
          </a:p>
          <a:p>
            <a:pPr marL="1028700" lvl="1" indent="-342900"/>
            <a:endParaRPr lang="da-DK" sz="1500" dirty="0"/>
          </a:p>
          <a:p>
            <a:pPr lvl="3"/>
            <a:r>
              <a:rPr lang="da-DK" dirty="0"/>
              <a:t>Fordele og ulemper ved modellerne</a:t>
            </a:r>
          </a:p>
          <a:p>
            <a:pPr lvl="3"/>
            <a:r>
              <a:rPr lang="da-DK" dirty="0"/>
              <a:t>Tidslinje beskrivelse</a:t>
            </a:r>
          </a:p>
          <a:p>
            <a:pPr lvl="3"/>
            <a:r>
              <a:rPr lang="da-DK" dirty="0"/>
              <a:t>B</a:t>
            </a:r>
            <a:r>
              <a:rPr lang="da-DK" sz="1400" dirty="0"/>
              <a:t>rugen af projekttrekanten – hvad skal man være opmærksom på?</a:t>
            </a:r>
            <a:endParaRPr lang="da-DK" dirty="0"/>
          </a:p>
          <a:p>
            <a:pPr lvl="3"/>
            <a:r>
              <a:rPr lang="da-DK" dirty="0"/>
              <a:t>Forretningsfordele/ulemper ved hver af de 2 modeller</a:t>
            </a:r>
          </a:p>
          <a:p>
            <a:pPr marL="1371600" lvl="3" indent="0">
              <a:buNone/>
            </a:pPr>
            <a:endParaRPr lang="da-DK" dirty="0"/>
          </a:p>
          <a:p>
            <a:r>
              <a:rPr lang="da-DK" dirty="0">
                <a:highlight>
                  <a:srgbClr val="FFFF00"/>
                </a:highlight>
              </a:rPr>
              <a:t>I har 15 min. til opgaven ved bordet. Derefter</a:t>
            </a:r>
          </a:p>
          <a:p>
            <a:r>
              <a:rPr lang="da-DK" dirty="0">
                <a:highlight>
                  <a:srgbClr val="FFFF00"/>
                </a:highlight>
              </a:rPr>
              <a:t>Går i sammen med anden gruppe (1+2) osv. og drøfter </a:t>
            </a:r>
          </a:p>
          <a:p>
            <a:r>
              <a:rPr lang="da-DK" dirty="0">
                <a:highlight>
                  <a:srgbClr val="FFFF00"/>
                </a:highlight>
              </a:rPr>
              <a:t>jeres </a:t>
            </a:r>
            <a:r>
              <a:rPr lang="da-DK" dirty="0" err="1">
                <a:highlight>
                  <a:srgbClr val="FFFF00"/>
                </a:highlight>
              </a:rPr>
              <a:t>flip-overe</a:t>
            </a:r>
            <a:r>
              <a:rPr lang="da-DK" dirty="0">
                <a:highlight>
                  <a:srgbClr val="FFFF00"/>
                </a:highlight>
              </a:rPr>
              <a:t> 10 min.  </a:t>
            </a:r>
          </a:p>
        </p:txBody>
      </p:sp>
      <p:sp>
        <p:nvSpPr>
          <p:cNvPr id="4" name="Tekstfelt 3">
            <a:extLst>
              <a:ext uri="{FF2B5EF4-FFF2-40B4-BE49-F238E27FC236}">
                <a16:creationId xmlns:a16="http://schemas.microsoft.com/office/drawing/2014/main" id="{994F3C40-6062-07F2-9470-1F7C157A731C}"/>
              </a:ext>
            </a:extLst>
          </p:cNvPr>
          <p:cNvSpPr txBox="1"/>
          <p:nvPr/>
        </p:nvSpPr>
        <p:spPr>
          <a:xfrm>
            <a:off x="3002280" y="5978064"/>
            <a:ext cx="6187440" cy="369332"/>
          </a:xfrm>
          <a:prstGeom prst="rect">
            <a:avLst/>
          </a:prstGeom>
          <a:solidFill>
            <a:schemeClr val="bg1">
              <a:lumMod val="85000"/>
            </a:schemeClr>
          </a:solid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prstClr val="black"/>
                </a:solidFill>
                <a:effectLst/>
                <a:uLnTx/>
                <a:uFillTx/>
                <a:latin typeface="Montserrat"/>
                <a:ea typeface="+mn-ea"/>
                <a:cs typeface="+mn-cs"/>
              </a:rPr>
              <a:t>I skal i gruppen skiftes til at sige noget til punkterne!</a:t>
            </a:r>
          </a:p>
        </p:txBody>
      </p:sp>
    </p:spTree>
    <p:extLst>
      <p:ext uri="{BB962C8B-B14F-4D97-AF65-F5344CB8AC3E}">
        <p14:creationId xmlns:p14="http://schemas.microsoft.com/office/powerpoint/2010/main" val="28880193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F0B7D-AE40-A901-91B3-1E64EDE592A1}"/>
            </a:ext>
          </a:extLst>
        </p:cNvPr>
        <p:cNvGrpSpPr/>
        <p:nvPr/>
      </p:nvGrpSpPr>
      <p:grpSpPr>
        <a:xfrm>
          <a:off x="0" y="0"/>
          <a:ext cx="0" cy="0"/>
          <a:chOff x="0" y="0"/>
          <a:chExt cx="0" cy="0"/>
        </a:xfrm>
      </p:grpSpPr>
      <p:pic>
        <p:nvPicPr>
          <p:cNvPr id="5" name="Picture 4" descr="En person, der har forbindelse til et papir på en tabel, der er fyldt med Sticky Notes">
            <a:extLst>
              <a:ext uri="{FF2B5EF4-FFF2-40B4-BE49-F238E27FC236}">
                <a16:creationId xmlns:a16="http://schemas.microsoft.com/office/drawing/2014/main" id="{C553075D-8D55-44A9-2197-7CD376CA081B}"/>
              </a:ext>
            </a:extLst>
          </p:cNvPr>
          <p:cNvPicPr>
            <a:picLocks noChangeAspect="1"/>
          </p:cNvPicPr>
          <p:nvPr/>
        </p:nvPicPr>
        <p:blipFill>
          <a:blip r:embed="rId3"/>
          <a:srcRect l="19837" r="20829" b="-2"/>
          <a:stretch/>
        </p:blipFill>
        <p:spPr>
          <a:xfrm>
            <a:off x="-1" y="-1"/>
            <a:ext cx="2274571" cy="6858001"/>
          </a:xfrm>
          <a:prstGeom prst="rect">
            <a:avLst/>
          </a:prstGeom>
          <a:noFill/>
        </p:spPr>
      </p:pic>
      <p:sp>
        <p:nvSpPr>
          <p:cNvPr id="3" name="Title 2">
            <a:extLst>
              <a:ext uri="{FF2B5EF4-FFF2-40B4-BE49-F238E27FC236}">
                <a16:creationId xmlns:a16="http://schemas.microsoft.com/office/drawing/2014/main" id="{62BCAF06-2842-2EFD-C514-414241483B2D}"/>
              </a:ext>
            </a:extLst>
          </p:cNvPr>
          <p:cNvSpPr>
            <a:spLocks noGrp="1"/>
          </p:cNvSpPr>
          <p:nvPr>
            <p:ph type="body" sz="quarter" idx="11"/>
          </p:nvPr>
        </p:nvSpPr>
        <p:spPr>
          <a:xfrm>
            <a:off x="923925" y="679759"/>
            <a:ext cx="10883265" cy="841357"/>
          </a:xfrm>
        </p:spPr>
        <p:txBody>
          <a:bodyPr anchor="ctr">
            <a:normAutofit/>
          </a:bodyPr>
          <a:lstStyle/>
          <a:p>
            <a:r>
              <a:rPr lang="da-DK" sz="2600" dirty="0"/>
              <a:t>Hjemmeopgave: Fra principper til agil praksis</a:t>
            </a:r>
          </a:p>
        </p:txBody>
      </p:sp>
      <p:sp>
        <p:nvSpPr>
          <p:cNvPr id="2" name="Content Placeholder 1">
            <a:extLst>
              <a:ext uri="{FF2B5EF4-FFF2-40B4-BE49-F238E27FC236}">
                <a16:creationId xmlns:a16="http://schemas.microsoft.com/office/drawing/2014/main" id="{111D5A2D-7DF1-33E1-0FB5-6FC8DECF75B9}"/>
              </a:ext>
            </a:extLst>
          </p:cNvPr>
          <p:cNvSpPr>
            <a:spLocks noGrp="1"/>
          </p:cNvSpPr>
          <p:nvPr>
            <p:ph type="body" sz="quarter" idx="12"/>
          </p:nvPr>
        </p:nvSpPr>
        <p:spPr>
          <a:xfrm>
            <a:off x="2560320" y="1285413"/>
            <a:ext cx="9749789" cy="5808291"/>
          </a:xfrm>
        </p:spPr>
        <p:txBody>
          <a:bodyPr anchor="t">
            <a:normAutofit fontScale="62500" lnSpcReduction="20000"/>
          </a:bodyPr>
          <a:lstStyle/>
          <a:p>
            <a:pPr>
              <a:buNone/>
            </a:pPr>
            <a:r>
              <a:rPr lang="da-DK" sz="3600" dirty="0"/>
              <a:t>Formål: Overordnet forståelse af de 12 agile principper </a:t>
            </a:r>
          </a:p>
          <a:p>
            <a:pPr>
              <a:buNone/>
            </a:pPr>
            <a:r>
              <a:rPr lang="da-DK" sz="2900" b="1" dirty="0"/>
              <a:t>Case: Agil kaos i COMTEK</a:t>
            </a:r>
          </a:p>
          <a:p>
            <a:pPr>
              <a:buNone/>
            </a:pPr>
            <a:endParaRPr lang="da-DK" sz="2200" dirty="0"/>
          </a:p>
          <a:p>
            <a:pPr>
              <a:buNone/>
            </a:pPr>
            <a:r>
              <a:rPr lang="da-DK" sz="2500" b="1" dirty="0"/>
              <a:t>COMTEK er en softwarevirksomhed, der har besluttet at arbejde agilt, men deres første projekt er ved at falde fra hinanden. Teamet oplever følgende udfordringer:</a:t>
            </a:r>
          </a:p>
          <a:p>
            <a:pPr>
              <a:buNone/>
            </a:pPr>
            <a:endParaRPr lang="da-DK" sz="2500" b="1" dirty="0"/>
          </a:p>
          <a:p>
            <a:pPr>
              <a:buFont typeface="+mj-lt"/>
              <a:buAutoNum type="arabicPeriod"/>
            </a:pPr>
            <a:r>
              <a:rPr lang="da-DK" sz="2500" b="1" dirty="0">
                <a:latin typeface="+mn-lt"/>
              </a:rPr>
              <a:t>  Opgave: Kravene ændrer sig konstant, og udviklerne er frustrerede.</a:t>
            </a:r>
          </a:p>
          <a:p>
            <a:pPr>
              <a:buFont typeface="+mj-lt"/>
              <a:buAutoNum type="arabicPeriod"/>
            </a:pPr>
            <a:r>
              <a:rPr lang="da-DK" sz="2500" b="1" dirty="0">
                <a:latin typeface="+mn-lt"/>
              </a:rPr>
              <a:t> Ledelsen vil have en detaljeret plan for det næste år.</a:t>
            </a:r>
          </a:p>
          <a:p>
            <a:pPr>
              <a:buFont typeface="+mj-lt"/>
              <a:buAutoNum type="arabicPeriod"/>
            </a:pPr>
            <a:r>
              <a:rPr lang="da-DK" sz="2500" b="1" dirty="0">
                <a:latin typeface="+mn-lt"/>
              </a:rPr>
              <a:t> Testning sker først til sidst, og der er mange fejl.</a:t>
            </a:r>
          </a:p>
          <a:p>
            <a:pPr marL="182563" indent="-182563">
              <a:buFont typeface="+mj-lt"/>
              <a:buAutoNum type="arabicPeriod"/>
            </a:pPr>
            <a:r>
              <a:rPr lang="da-DK" sz="2500" b="1" dirty="0">
                <a:latin typeface="+mn-lt"/>
              </a:rPr>
              <a:t>Teamet kommunikerer mest via e-mails og får sjældent feedback fra brugerne.</a:t>
            </a:r>
          </a:p>
          <a:p>
            <a:pPr>
              <a:buFont typeface="+mj-lt"/>
              <a:buAutoNum type="arabicPeriod"/>
            </a:pPr>
            <a:r>
              <a:rPr lang="da-DK" sz="2500" b="1" dirty="0">
                <a:latin typeface="+mn-lt"/>
              </a:rPr>
              <a:t> Medarbejdere føler sig overbebyrdede, og motivationen daler.</a:t>
            </a:r>
          </a:p>
          <a:p>
            <a:endParaRPr lang="da-DK" sz="2200" dirty="0">
              <a:latin typeface="+mn-lt"/>
            </a:endParaRPr>
          </a:p>
          <a:p>
            <a:r>
              <a:rPr lang="da-DK" sz="2500" b="1" dirty="0">
                <a:latin typeface="+mn-lt"/>
              </a:rPr>
              <a:t>Jeres opgave:</a:t>
            </a:r>
          </a:p>
          <a:p>
            <a:pPr>
              <a:buNone/>
            </a:pPr>
            <a:endParaRPr lang="da-DK" sz="2500" b="1" dirty="0">
              <a:latin typeface="+mn-lt"/>
            </a:endParaRPr>
          </a:p>
          <a:p>
            <a:pPr marL="182563" indent="-182563">
              <a:buFont typeface="+mj-lt"/>
              <a:buAutoNum type="arabicPeriod"/>
            </a:pPr>
            <a:r>
              <a:rPr lang="da-DK" sz="2500" b="1" dirty="0">
                <a:latin typeface="+mn-lt"/>
              </a:rPr>
              <a:t>Identificér hvilke af de 12 agile principper, der ikke bliver fulgt i COMTEK.</a:t>
            </a:r>
            <a:endParaRPr lang="da-DK" sz="2500" dirty="0">
              <a:latin typeface="+mn-lt"/>
            </a:endParaRPr>
          </a:p>
          <a:p>
            <a:pPr>
              <a:buFont typeface="+mj-lt"/>
              <a:buAutoNum type="arabicPeriod"/>
            </a:pPr>
            <a:r>
              <a:rPr lang="da-DK" sz="2500" b="1" dirty="0">
                <a:latin typeface="+mn-lt"/>
              </a:rPr>
              <a:t> Kom med forslag til forbedringer baseret på de agile principper.</a:t>
            </a:r>
            <a:endParaRPr lang="da-DK" sz="2500" dirty="0">
              <a:latin typeface="+mn-lt"/>
            </a:endParaRPr>
          </a:p>
          <a:p>
            <a:pPr>
              <a:buFont typeface="+mj-lt"/>
              <a:buAutoNum type="arabicPeriod"/>
            </a:pPr>
            <a:r>
              <a:rPr lang="da-DK" sz="2500" b="1" dirty="0">
                <a:latin typeface="+mn-lt"/>
              </a:rPr>
              <a:t> Diskutér i grupper:</a:t>
            </a:r>
            <a:endParaRPr lang="da-DK" sz="2500" dirty="0">
              <a:latin typeface="+mn-lt"/>
            </a:endParaRPr>
          </a:p>
          <a:p>
            <a:pPr marL="742950" lvl="1" indent="-285750">
              <a:buFont typeface="+mj-lt"/>
              <a:buAutoNum type="arabicPeriod"/>
            </a:pPr>
            <a:r>
              <a:rPr lang="da-DK" sz="2500" dirty="0">
                <a:solidFill>
                  <a:schemeClr val="accent6"/>
                </a:solidFill>
              </a:rPr>
              <a:t>Hvilke ændringer kan implementeres hurtigt?</a:t>
            </a:r>
          </a:p>
          <a:p>
            <a:pPr marL="742950" lvl="1" indent="-285750">
              <a:buFont typeface="+mj-lt"/>
              <a:buAutoNum type="arabicPeriod"/>
            </a:pPr>
            <a:r>
              <a:rPr lang="da-DK" sz="2500" dirty="0">
                <a:solidFill>
                  <a:schemeClr val="accent6"/>
                </a:solidFill>
              </a:rPr>
              <a:t>Hvad vil være den største udfordring ved at indføre agile principper i COMTEC?</a:t>
            </a:r>
          </a:p>
          <a:p>
            <a:pPr marL="0" indent="0">
              <a:buNone/>
            </a:pPr>
            <a:endParaRPr lang="da-DK" sz="1000" dirty="0"/>
          </a:p>
        </p:txBody>
      </p:sp>
    </p:spTree>
    <p:extLst>
      <p:ext uri="{BB962C8B-B14F-4D97-AF65-F5344CB8AC3E}">
        <p14:creationId xmlns:p14="http://schemas.microsoft.com/office/powerpoint/2010/main" val="1361037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B3EF9-34AB-3F16-1351-2E561FF59A6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9E2EEE8-08BA-B971-4D6E-1FE57C0F0306}"/>
              </a:ext>
            </a:extLst>
          </p:cNvPr>
          <p:cNvSpPr>
            <a:spLocks noGrp="1"/>
          </p:cNvSpPr>
          <p:nvPr>
            <p:ph type="title"/>
          </p:nvPr>
        </p:nvSpPr>
        <p:spPr/>
        <p:txBody>
          <a:bodyPr/>
          <a:lstStyle/>
          <a:p>
            <a:r>
              <a:rPr lang="da-DK" dirty="0"/>
              <a:t>Hvad er det agile mindset?</a:t>
            </a:r>
          </a:p>
        </p:txBody>
      </p:sp>
      <p:pic>
        <p:nvPicPr>
          <p:cNvPr id="1026" name="Picture 2">
            <a:extLst>
              <a:ext uri="{FF2B5EF4-FFF2-40B4-BE49-F238E27FC236}">
                <a16:creationId xmlns:a16="http://schemas.microsoft.com/office/drawing/2014/main" id="{1D4ED986-CEF3-CAA2-078F-4645CDEFEACD}"/>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544285" y="2046610"/>
            <a:ext cx="10515600" cy="3995174"/>
          </a:xfrm>
          <a:prstGeom prst="rect">
            <a:avLst/>
          </a:prstGeom>
          <a:noFill/>
          <a:extLst>
            <a:ext uri="{909E8E84-426E-40DD-AFC4-6F175D3DCCD1}">
              <a14:hiddenFill xmlns:a14="http://schemas.microsoft.com/office/drawing/2010/main">
                <a:solidFill>
                  <a:srgbClr val="FFFFFF"/>
                </a:solidFill>
              </a14:hiddenFill>
            </a:ext>
          </a:extLst>
        </p:spPr>
      </p:pic>
      <p:sp>
        <p:nvSpPr>
          <p:cNvPr id="3" name="Ellipse 2">
            <a:extLst>
              <a:ext uri="{FF2B5EF4-FFF2-40B4-BE49-F238E27FC236}">
                <a16:creationId xmlns:a16="http://schemas.microsoft.com/office/drawing/2014/main" id="{227FA98F-EE81-F350-5B29-A755C1F7F6F0}"/>
              </a:ext>
            </a:extLst>
          </p:cNvPr>
          <p:cNvSpPr/>
          <p:nvPr/>
        </p:nvSpPr>
        <p:spPr>
          <a:xfrm>
            <a:off x="0" y="1470213"/>
            <a:ext cx="7996518" cy="50292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955585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1CC5D-CCD6-1030-3710-2041A8194EB8}"/>
            </a:ext>
          </a:extLst>
        </p:cNvPr>
        <p:cNvGrpSpPr/>
        <p:nvPr/>
      </p:nvGrpSpPr>
      <p:grpSpPr>
        <a:xfrm>
          <a:off x="0" y="0"/>
          <a:ext cx="0" cy="0"/>
          <a:chOff x="0" y="0"/>
          <a:chExt cx="0" cy="0"/>
        </a:xfrm>
      </p:grpSpPr>
      <p:pic>
        <p:nvPicPr>
          <p:cNvPr id="8" name="Billede 7">
            <a:extLst>
              <a:ext uri="{FF2B5EF4-FFF2-40B4-BE49-F238E27FC236}">
                <a16:creationId xmlns:a16="http://schemas.microsoft.com/office/drawing/2014/main" id="{12BB3548-821B-4F77-8635-E417A589DE1E}"/>
              </a:ext>
            </a:extLst>
          </p:cNvPr>
          <p:cNvPicPr>
            <a:picLocks noChangeAspect="1"/>
          </p:cNvPicPr>
          <p:nvPr/>
        </p:nvPicPr>
        <p:blipFill>
          <a:blip r:embed="rId3"/>
          <a:stretch>
            <a:fillRect/>
          </a:stretch>
        </p:blipFill>
        <p:spPr>
          <a:xfrm>
            <a:off x="2463346" y="1337521"/>
            <a:ext cx="6800340" cy="5027542"/>
          </a:xfrm>
          <a:prstGeom prst="rect">
            <a:avLst/>
          </a:prstGeom>
        </p:spPr>
      </p:pic>
      <p:sp>
        <p:nvSpPr>
          <p:cNvPr id="2" name="Titel 1">
            <a:extLst>
              <a:ext uri="{FF2B5EF4-FFF2-40B4-BE49-F238E27FC236}">
                <a16:creationId xmlns:a16="http://schemas.microsoft.com/office/drawing/2014/main" id="{F7F2E1D4-976E-2A69-ECB6-B0A83B009CFA}"/>
              </a:ext>
            </a:extLst>
          </p:cNvPr>
          <p:cNvSpPr>
            <a:spLocks noGrp="1"/>
          </p:cNvSpPr>
          <p:nvPr>
            <p:ph type="title"/>
          </p:nvPr>
        </p:nvSpPr>
        <p:spPr/>
        <p:txBody>
          <a:bodyPr/>
          <a:lstStyle/>
          <a:p>
            <a:r>
              <a:rPr lang="da-DK" dirty="0"/>
              <a:t>Det agile manifest</a:t>
            </a:r>
          </a:p>
        </p:txBody>
      </p:sp>
      <p:sp>
        <p:nvSpPr>
          <p:cNvPr id="4" name="Tekstfelt 3">
            <a:extLst>
              <a:ext uri="{FF2B5EF4-FFF2-40B4-BE49-F238E27FC236}">
                <a16:creationId xmlns:a16="http://schemas.microsoft.com/office/drawing/2014/main" id="{CF61B645-46C2-2D8A-9623-239186FEDE02}"/>
              </a:ext>
            </a:extLst>
          </p:cNvPr>
          <p:cNvSpPr txBox="1"/>
          <p:nvPr/>
        </p:nvSpPr>
        <p:spPr>
          <a:xfrm>
            <a:off x="0" y="6365421"/>
            <a:ext cx="9824085" cy="369332"/>
          </a:xfrm>
          <a:prstGeom prst="rect">
            <a:avLst/>
          </a:prstGeom>
          <a:noFill/>
        </p:spPr>
        <p:txBody>
          <a:bodyPr wrap="square">
            <a:spAutoFit/>
          </a:bodyPr>
          <a:lstStyle/>
          <a:p>
            <a:r>
              <a:rPr lang="da-DK" dirty="0">
                <a:hlinkClick r:id="rId4"/>
              </a:rPr>
              <a:t>Hvad er agile </a:t>
            </a:r>
            <a:r>
              <a:rPr lang="da-DK" dirty="0" err="1">
                <a:hlinkClick r:id="rId4"/>
              </a:rPr>
              <a:t>manifesto</a:t>
            </a:r>
            <a:r>
              <a:rPr lang="da-DK" dirty="0">
                <a:hlinkClick r:id="rId4"/>
              </a:rPr>
              <a:t>? Læs om betydningen af et agilt manifest her.</a:t>
            </a:r>
            <a:endParaRPr lang="da-DK" dirty="0"/>
          </a:p>
        </p:txBody>
      </p:sp>
      <p:sp>
        <p:nvSpPr>
          <p:cNvPr id="6" name="Tekstfelt 5">
            <a:extLst>
              <a:ext uri="{FF2B5EF4-FFF2-40B4-BE49-F238E27FC236}">
                <a16:creationId xmlns:a16="http://schemas.microsoft.com/office/drawing/2014/main" id="{50501AE9-3D22-5CF4-ECFF-3EE70E2E4CE4}"/>
              </a:ext>
            </a:extLst>
          </p:cNvPr>
          <p:cNvSpPr txBox="1"/>
          <p:nvPr/>
        </p:nvSpPr>
        <p:spPr>
          <a:xfrm>
            <a:off x="10208186" y="6249647"/>
            <a:ext cx="1241045" cy="230832"/>
          </a:xfrm>
          <a:prstGeom prst="rect">
            <a:avLst/>
          </a:prstGeom>
          <a:noFill/>
        </p:spPr>
        <p:txBody>
          <a:bodyPr wrap="none" rtlCol="0">
            <a:spAutoFit/>
          </a:bodyPr>
          <a:lstStyle/>
          <a:p>
            <a:r>
              <a:rPr lang="da-DK" sz="900" dirty="0"/>
              <a:t>Kilde: ADVANZ.DK</a:t>
            </a:r>
          </a:p>
        </p:txBody>
      </p:sp>
    </p:spTree>
    <p:extLst>
      <p:ext uri="{BB962C8B-B14F-4D97-AF65-F5344CB8AC3E}">
        <p14:creationId xmlns:p14="http://schemas.microsoft.com/office/powerpoint/2010/main" val="4174744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DD567-EA86-A7D8-2D75-C4F99171BB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2B5B1F-0905-C37C-1D92-EDAFF41390A3}"/>
              </a:ext>
            </a:extLst>
          </p:cNvPr>
          <p:cNvSpPr>
            <a:spLocks noGrp="1"/>
          </p:cNvSpPr>
          <p:nvPr>
            <p:ph type="title"/>
          </p:nvPr>
        </p:nvSpPr>
        <p:spPr/>
        <p:txBody>
          <a:bodyPr/>
          <a:lstStyle/>
          <a:p>
            <a:r>
              <a:rPr lang="da-DK" dirty="0"/>
              <a:t>De 12 agile principper</a:t>
            </a:r>
          </a:p>
        </p:txBody>
      </p:sp>
      <p:pic>
        <p:nvPicPr>
          <p:cNvPr id="1026" name="Picture 2" descr="The 12 Agile Manifesto principles and how to adopt them - LogRocket Blog">
            <a:extLst>
              <a:ext uri="{FF2B5EF4-FFF2-40B4-BE49-F238E27FC236}">
                <a16:creationId xmlns:a16="http://schemas.microsoft.com/office/drawing/2014/main" id="{75210262-47D6-1AA8-56E6-77FE985D3C49}"/>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3124199" y="1487006"/>
            <a:ext cx="6270349" cy="470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411428"/>
      </p:ext>
    </p:extLst>
  </p:cSld>
  <p:clrMapOvr>
    <a:masterClrMapping/>
  </p:clrMapOvr>
</p:sld>
</file>

<file path=ppt/theme/theme1.xml><?xml version="1.0" encoding="utf-8"?>
<a:theme xmlns:a="http://schemas.openxmlformats.org/drawingml/2006/main" name="Erhvervsakademi Aarhus">
  <a:themeElements>
    <a:clrScheme name="Brugerdefineret 1">
      <a:dk1>
        <a:sysClr val="windowText" lastClr="000000"/>
      </a:dk1>
      <a:lt1>
        <a:sysClr val="window" lastClr="FFFFFF"/>
      </a:lt1>
      <a:dk2>
        <a:srgbClr val="818A8F"/>
      </a:dk2>
      <a:lt2>
        <a:srgbClr val="E0E6E6"/>
      </a:lt2>
      <a:accent1>
        <a:srgbClr val="BED4DB"/>
      </a:accent1>
      <a:accent2>
        <a:srgbClr val="F4EBC0"/>
      </a:accent2>
      <a:accent3>
        <a:srgbClr val="F0E87D"/>
      </a:accent3>
      <a:accent4>
        <a:srgbClr val="80B4BF"/>
      </a:accent4>
      <a:accent5>
        <a:srgbClr val="F3F4F7"/>
      </a:accent5>
      <a:accent6>
        <a:srgbClr val="3A646D"/>
      </a:accent6>
      <a:hlink>
        <a:srgbClr val="0070C0"/>
      </a:hlink>
      <a:folHlink>
        <a:srgbClr val="532E60"/>
      </a:folHlink>
    </a:clrScheme>
    <a:fontScheme name="Erhvervsakademi Aarhus">
      <a:majorFont>
        <a:latin typeface="Montserrat Medium"/>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skabelon uden indhold, dansk  -  Skrivebeskyttet" id="{363E73E2-7A7B-4952-AE8C-D447D376FA21}" vid="{CC501A65-03DF-4975-ACA4-2D32FFB89635}"/>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b29427a-4ed3-4f0e-a3ff-ced1342f64ac}" enabled="0" method="" siteId="{1b29427a-4ed3-4f0e-a3ff-ced1342f64ac}" removed="1"/>
</clbl:labelList>
</file>

<file path=docProps/app.xml><?xml version="1.0" encoding="utf-8"?>
<Properties xmlns="http://schemas.openxmlformats.org/officeDocument/2006/extended-properties" xmlns:vt="http://schemas.openxmlformats.org/officeDocument/2006/docPropsVTypes">
  <TotalTime>3346</TotalTime>
  <Words>2838</Words>
  <Application>Microsoft Office PowerPoint</Application>
  <PresentationFormat>Widescreen</PresentationFormat>
  <Paragraphs>492</Paragraphs>
  <Slides>34</Slides>
  <Notes>14</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34</vt:i4>
      </vt:variant>
    </vt:vector>
  </HeadingPairs>
  <TitlesOfParts>
    <vt:vector size="41" baseType="lpstr">
      <vt:lpstr>Aptos</vt:lpstr>
      <vt:lpstr>Arial</vt:lpstr>
      <vt:lpstr>Calibri</vt:lpstr>
      <vt:lpstr>Lucida Sans</vt:lpstr>
      <vt:lpstr>Montserrat</vt:lpstr>
      <vt:lpstr>Wingdings</vt:lpstr>
      <vt:lpstr>Erhvervsakademi Aarhus</vt:lpstr>
      <vt:lpstr>PowerPoint-præsentation</vt:lpstr>
      <vt:lpstr>PowerPoint-præsentation</vt:lpstr>
      <vt:lpstr>Indledende</vt:lpstr>
      <vt:lpstr>Opgave 1 – Projekt erfaringer/oplevelser</vt:lpstr>
      <vt:lpstr>Hvad er et projekt? </vt:lpstr>
      <vt:lpstr>Fase 1</vt:lpstr>
      <vt:lpstr>Hvordan kunne projekt på sikkerhedsområdet opstå?</vt:lpstr>
      <vt:lpstr>SMART modellen til målfastsættelse </vt:lpstr>
      <vt:lpstr>Opgave 2 Projektmålsætninger</vt:lpstr>
      <vt:lpstr>Fase 2</vt:lpstr>
      <vt:lpstr>Hvem er interessenter i projektet? </vt:lpstr>
      <vt:lpstr>Opgave 3 - Interessent analyse</vt:lpstr>
      <vt:lpstr>Opgave - Hvem vil I sige hvad til?  Behandles i næste semester – Kommunikation og rapportering  </vt:lpstr>
      <vt:lpstr>PowerPoint-præsentation</vt:lpstr>
      <vt:lpstr>Risikoanalyse – de 5 trin  </vt:lpstr>
      <vt:lpstr>Opgave 4 - Lav første risikoanalyse på jeres projekt.– 10 min. </vt:lpstr>
      <vt:lpstr>Den udvidede projektbeskrivelse</vt:lpstr>
      <vt:lpstr>PowerPoint-præsentation</vt:lpstr>
      <vt:lpstr>Hvorfor anvende en projektmodel?</vt:lpstr>
      <vt:lpstr>Projektmodeller</vt:lpstr>
      <vt:lpstr>Projekters karakteristika</vt:lpstr>
      <vt:lpstr>Projekttrekanten</vt:lpstr>
      <vt:lpstr>2 hovedtyper af projektmodeller</vt:lpstr>
      <vt:lpstr>Projekttrekanten</vt:lpstr>
      <vt:lpstr>PowerPoint-præsentation</vt:lpstr>
      <vt:lpstr>Vandfald versus Agil </vt:lpstr>
      <vt:lpstr>Opgave 6 – Agil eller Vandfald</vt:lpstr>
      <vt:lpstr>Roller i de 2 projektmodeller</vt:lpstr>
      <vt:lpstr>Fordele og ulemper ved de 2 modeller</vt:lpstr>
      <vt:lpstr>Øvelse i projektledelse</vt:lpstr>
      <vt:lpstr>PowerPoint-præsentation</vt:lpstr>
      <vt:lpstr>Hvad er det agile mindset?</vt:lpstr>
      <vt:lpstr>Det agile manifest</vt:lpstr>
      <vt:lpstr>De 12 agile principper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Frank Elkær (adjunkt – frae@eaaa.dk)</dc:creator>
  <cp:lastModifiedBy>Frank Elkær (adjunkt – frae@eaaa.dk)</cp:lastModifiedBy>
  <cp:revision>3</cp:revision>
  <dcterms:created xsi:type="dcterms:W3CDTF">2025-05-28T07:24:22Z</dcterms:created>
  <dcterms:modified xsi:type="dcterms:W3CDTF">2025-12-08T09:00:48Z</dcterms:modified>
</cp:coreProperties>
</file>